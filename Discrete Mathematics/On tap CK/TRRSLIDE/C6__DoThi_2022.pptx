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6858000" cx="9144000"/>
  <p:notesSz cx="6858000" cy="9144000"/>
  <p:embeddedFontLst>
    <p:embeddedFont>
      <p:font typeface="Tahoma"/>
      <p:regular r:id="rId62"/>
      <p:bold r:id="rId63"/>
    </p:embeddedFont>
    <p:embeddedFont>
      <p:font typeface="Book Antiqua"/>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68" roundtripDataSignature="AMtx7mg09t/6biku/tHOZQpDfFueJwDJ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80C3B7-A40A-47EB-A490-934C74AF0261}">
  <a:tblStyle styleId="{1C80C3B7-A40A-47EB-A490-934C74AF026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A8648F-DF21-42B7-BA41-2865BD292774}" styleName="Table_1">
    <a:wholeTbl>
      <a:tcTxStyle b="off" i="off">
        <a:font>
          <a:latin typeface="Times New Roman"/>
          <a:ea typeface="Times New Roman"/>
          <a:cs typeface="Times New Roman"/>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EDE9"/>
          </a:solidFill>
        </a:fill>
      </a:tcStyle>
    </a:wholeTbl>
    <a:band1H>
      <a:tcTxStyle/>
      <a:tcStyle>
        <a:fill>
          <a:solidFill>
            <a:srgbClr val="DEDAD1"/>
          </a:solidFill>
        </a:fill>
      </a:tcStyle>
    </a:band1H>
    <a:band2H>
      <a:tcTxStyle/>
    </a:band2H>
    <a:band1V>
      <a:tcTxStyle/>
      <a:tcStyle>
        <a:fill>
          <a:solidFill>
            <a:srgbClr val="DEDAD1"/>
          </a:solidFill>
        </a:fill>
      </a:tcStyle>
    </a:band1V>
    <a:band2V>
      <a:tcTxStyle/>
    </a:band2V>
    <a:lastCol>
      <a:tcTxStyle b="on" i="off">
        <a:font>
          <a:latin typeface="Times New Roman"/>
          <a:ea typeface="Times New Roman"/>
          <a:cs typeface="Times New Roman"/>
        </a:font>
        <a:schemeClr val="lt1"/>
      </a:tcTxStyle>
      <a:tcStyle>
        <a:fill>
          <a:solidFill>
            <a:schemeClr val="accent1"/>
          </a:solidFill>
        </a:fill>
      </a:tcStyle>
    </a:lastCol>
    <a:firstCol>
      <a:tcTxStyle b="on" i="off">
        <a:font>
          <a:latin typeface="Times New Roman"/>
          <a:ea typeface="Times New Roman"/>
          <a:cs typeface="Times New Roman"/>
        </a:font>
        <a:schemeClr val="lt1"/>
      </a:tcTxStyle>
      <a:tcStyle>
        <a:fill>
          <a:solidFill>
            <a:schemeClr val="accent1"/>
          </a:solidFill>
        </a:fill>
      </a:tcStyle>
    </a:firstCol>
    <a:lastRow>
      <a:tcTxStyle b="on" i="off">
        <a:font>
          <a:latin typeface="Times New Roman"/>
          <a:ea typeface="Times New Roman"/>
          <a:cs typeface="Times New Roman"/>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imes New Roman"/>
          <a:ea typeface="Times New Roman"/>
          <a:cs typeface="Times New Roman"/>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Tahoma-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BookAntiqua-regular.fntdata"/><Relationship Id="rId63" Type="http://schemas.openxmlformats.org/officeDocument/2006/relationships/font" Target="fonts/Tahoma-bold.fntdata"/><Relationship Id="rId22" Type="http://schemas.openxmlformats.org/officeDocument/2006/relationships/slide" Target="slides/slide16.xml"/><Relationship Id="rId66" Type="http://schemas.openxmlformats.org/officeDocument/2006/relationships/font" Target="fonts/BookAntiqua-italic.fntdata"/><Relationship Id="rId21" Type="http://schemas.openxmlformats.org/officeDocument/2006/relationships/slide" Target="slides/slide15.xml"/><Relationship Id="rId65" Type="http://schemas.openxmlformats.org/officeDocument/2006/relationships/font" Target="fonts/BookAntiqua-bold.fntdata"/><Relationship Id="rId24" Type="http://schemas.openxmlformats.org/officeDocument/2006/relationships/slide" Target="slides/slide18.xml"/><Relationship Id="rId68" Type="http://customschemas.google.com/relationships/presentationmetadata" Target="metadata"/><Relationship Id="rId23" Type="http://schemas.openxmlformats.org/officeDocument/2006/relationships/slide" Target="slides/slide17.xml"/><Relationship Id="rId67" Type="http://schemas.openxmlformats.org/officeDocument/2006/relationships/font" Target="fonts/BookAntiqua-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Lý thuyết đồ thị là một lĩnh vực nghiên cứu đã có từ lâu và có nhiều ứng dụng hiện đại,</a:t>
            </a:r>
            <a:endParaRPr/>
          </a:p>
          <a:p>
            <a:pPr indent="0" lvl="0" marL="0" rtl="0" algn="l">
              <a:spcBef>
                <a:spcPts val="0"/>
              </a:spcBef>
              <a:spcAft>
                <a:spcPts val="0"/>
              </a:spcAft>
              <a:buNone/>
            </a:pPr>
            <a:r>
              <a:rPr lang="en-US"/>
              <a:t>Nhưng tư tưởng cơ bản của ltdt được đề xuất vào những năm đầu của thế kỷ 18 bởi nhà toán học lỗi lạc Thủy Sỹ Leonhard Euler. Chính ông là người đã sử dụng đồ thị để giải bài toán nổi tiếng về 7 cái cầu ở thành phố Konigsberg.</a:t>
            </a:r>
            <a:endParaRPr/>
          </a:p>
          <a:p>
            <a:pPr indent="0" lvl="0" marL="0" rtl="0" algn="l">
              <a:spcBef>
                <a:spcPts val="0"/>
              </a:spcBef>
              <a:spcAft>
                <a:spcPts val="0"/>
              </a:spcAft>
              <a:buNone/>
            </a:pPr>
            <a:r>
              <a:rPr lang="en-US"/>
              <a:t>Đồ thị được sử dụng vào nhiều lĩnh vực khac nhau,: </a:t>
            </a:r>
            <a:endParaRPr/>
          </a:p>
          <a:p>
            <a:pPr indent="0" lvl="0" marL="0" rtl="0" algn="l">
              <a:spcBef>
                <a:spcPts val="0"/>
              </a:spcBef>
              <a:spcAft>
                <a:spcPts val="0"/>
              </a:spcAft>
              <a:buNone/>
            </a:pPr>
            <a:r>
              <a:rPr lang="en-US"/>
              <a:t>     	+ Xác định mật vòng trong vấn đề giải tích mạch điện.</a:t>
            </a:r>
            <a:endParaRPr/>
          </a:p>
          <a:p>
            <a:pPr indent="0" lvl="0" marL="0" rtl="0" algn="l">
              <a:spcBef>
                <a:spcPts val="0"/>
              </a:spcBef>
              <a:spcAft>
                <a:spcPts val="0"/>
              </a:spcAft>
              <a:buNone/>
            </a:pPr>
            <a:r>
              <a:rPr lang="en-US"/>
              <a:t>	+ Xác định máy tính trong mạng có trao đổi thông tin với nhau hay không.</a:t>
            </a:r>
            <a:endParaRPr/>
          </a:p>
          <a:p>
            <a:pPr indent="0" lvl="0" marL="0" rtl="0" algn="l">
              <a:spcBef>
                <a:spcPts val="0"/>
              </a:spcBef>
              <a:spcAft>
                <a:spcPts val="0"/>
              </a:spcAft>
              <a:buNone/>
            </a:pPr>
            <a:r>
              <a:rPr lang="en-US"/>
              <a:t>	+ Tìm đường đi ngắn nhất của hai thành phố có cùng mạng giao thông</a:t>
            </a:r>
            <a:endParaRPr/>
          </a:p>
          <a:p>
            <a:pPr indent="0" lvl="0" marL="0" rtl="0" algn="l">
              <a:spcBef>
                <a:spcPts val="0"/>
              </a:spcBef>
              <a:spcAft>
                <a:spcPts val="0"/>
              </a:spcAft>
              <a:buNone/>
            </a:pPr>
            <a:r>
              <a:rPr lang="en-US"/>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7" name="Google Shape;217;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a:t>Nhà toán học người Thủy Sỹ</a:t>
            </a:r>
            <a:endParaRPr b="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a:t>Nhà toán học người Thủy Sỹ</a:t>
            </a:r>
            <a:endParaRPr b="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a:t>Nhà toán học người Thủy Sỹ</a:t>
            </a:r>
            <a:endParaRPr b="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100000"/>
              </a:lnSpc>
              <a:spcBef>
                <a:spcPts val="0"/>
              </a:spcBef>
              <a:spcAft>
                <a:spcPts val="0"/>
              </a:spcAft>
              <a:buClr>
                <a:srgbClr val="0251B8"/>
              </a:buClr>
              <a:buSzPts val="840"/>
              <a:buFont typeface="Noto Sans Symbols"/>
              <a:buChar char="▪"/>
            </a:pPr>
            <a:r>
              <a:rPr lang="en-US" sz="1200">
                <a:solidFill>
                  <a:srgbClr val="FF0000"/>
                </a:solidFill>
              </a:rPr>
              <a:t>Lưu ý: </a:t>
            </a:r>
            <a:r>
              <a:rPr lang="en-US" sz="1200">
                <a:solidFill>
                  <a:srgbClr val="002060"/>
                </a:solidFill>
              </a:rPr>
              <a:t>các đỉnh và các cạnh trên dây có thể lặp</a:t>
            </a:r>
            <a:endParaRPr sz="1200">
              <a:solidFill>
                <a:srgbClr val="002060"/>
              </a:solidFill>
            </a:endParaRPr>
          </a:p>
          <a:p>
            <a:pPr indent="-403860" lvl="0" marL="457200" rtl="0" algn="l">
              <a:spcBef>
                <a:spcPts val="0"/>
              </a:spcBef>
              <a:spcAft>
                <a:spcPts val="0"/>
              </a:spcAft>
              <a:buClr>
                <a:srgbClr val="0251B8"/>
              </a:buClr>
              <a:buSzPts val="840"/>
              <a:buFont typeface="Noto Sans Symbols"/>
              <a:buNone/>
            </a:pPr>
            <a:r>
              <a:t/>
            </a:r>
            <a:endParaRPr>
              <a:solidFill>
                <a:srgbClr val="00206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403860" lvl="0" marL="457200" rtl="0" algn="l">
              <a:spcBef>
                <a:spcPts val="0"/>
              </a:spcBef>
              <a:spcAft>
                <a:spcPts val="0"/>
              </a:spcAft>
              <a:buClr>
                <a:srgbClr val="0251B8"/>
              </a:buClr>
              <a:buSzPts val="840"/>
              <a:buFont typeface="Noto Sans Symbols"/>
              <a:buNone/>
            </a:pPr>
            <a:r>
              <a:t/>
            </a:r>
            <a:endParaRPr>
              <a:solidFill>
                <a:srgbClr val="00206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403860" lvl="0" marL="457200" rtl="0" algn="l">
              <a:spcBef>
                <a:spcPts val="0"/>
              </a:spcBef>
              <a:spcAft>
                <a:spcPts val="0"/>
              </a:spcAft>
              <a:buClr>
                <a:srgbClr val="0251B8"/>
              </a:buClr>
              <a:buSzPts val="840"/>
              <a:buFont typeface="Noto Sans Symbols"/>
              <a:buNone/>
            </a:pPr>
            <a:r>
              <a:t/>
            </a:r>
            <a:endParaRPr>
              <a:solidFill>
                <a:srgbClr val="00206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403860" lvl="0" marL="457200" rtl="0" algn="l">
              <a:spcBef>
                <a:spcPts val="0"/>
              </a:spcBef>
              <a:spcAft>
                <a:spcPts val="0"/>
              </a:spcAft>
              <a:buClr>
                <a:srgbClr val="0251B8"/>
              </a:buClr>
              <a:buSzPts val="840"/>
              <a:buFont typeface="Noto Sans Symbols"/>
              <a:buNone/>
            </a:pPr>
            <a:r>
              <a:t/>
            </a:r>
            <a:endParaRPr>
              <a:solidFill>
                <a:srgbClr val="00206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403860" lvl="0" marL="457200" rtl="0" algn="l">
              <a:spcBef>
                <a:spcPts val="0"/>
              </a:spcBef>
              <a:spcAft>
                <a:spcPts val="0"/>
              </a:spcAft>
              <a:buClr>
                <a:srgbClr val="0251B8"/>
              </a:buClr>
              <a:buSzPts val="840"/>
              <a:buFont typeface="Noto Sans Symbols"/>
              <a:buNone/>
            </a:pPr>
            <a:r>
              <a:t/>
            </a:r>
            <a:endParaRPr>
              <a:solidFill>
                <a:srgbClr val="00206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403860" lvl="0" marL="457200" rtl="0" algn="l">
              <a:spcBef>
                <a:spcPts val="0"/>
              </a:spcBef>
              <a:spcAft>
                <a:spcPts val="0"/>
              </a:spcAft>
              <a:buClr>
                <a:srgbClr val="0251B8"/>
              </a:buClr>
              <a:buSzPts val="840"/>
              <a:buFont typeface="Noto Sans Symbols"/>
              <a:buNone/>
            </a:pPr>
            <a:r>
              <a:t/>
            </a:r>
            <a:endParaRPr>
              <a:solidFill>
                <a:srgbClr val="00206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a:t>Nhà toán học người Thủy Sỹ</a:t>
            </a:r>
            <a:endParaRPr b="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a:t>Nhà toán học người Thủy Sỹ</a:t>
            </a:r>
            <a:endParaRPr b="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a:t>Nhà toán học người Thủy Sỹ</a:t>
            </a:r>
            <a:endParaRPr b="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a:t>Nhà toán học người Thủy Sỹ</a:t>
            </a:r>
            <a:endParaRPr b="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152400" lvl="1" marL="457200" rtl="0" algn="l">
              <a:spcBef>
                <a:spcPts val="0"/>
              </a:spcBef>
              <a:spcAft>
                <a:spcPts val="0"/>
              </a:spcAft>
              <a:buClr>
                <a:srgbClr val="002060"/>
              </a:buClr>
              <a:buSzPts val="2400"/>
              <a:buFont typeface="Noto Sans Symbols"/>
              <a:buChar char="▪"/>
            </a:pPr>
            <a:r>
              <a:rPr lang="en-US" sz="2400">
                <a:solidFill>
                  <a:srgbClr val="002060"/>
                </a:solidFill>
              </a:rPr>
              <a:t>V có thể phân làm hai tập con không rỗng, rời nhau V</a:t>
            </a:r>
            <a:r>
              <a:rPr baseline="-25000" lang="en-US" sz="2400">
                <a:solidFill>
                  <a:srgbClr val="002060"/>
                </a:solidFill>
              </a:rPr>
              <a:t>1</a:t>
            </a:r>
            <a:r>
              <a:rPr lang="en-US" sz="2400">
                <a:solidFill>
                  <a:srgbClr val="002060"/>
                </a:solidFill>
              </a:rPr>
              <a:t> và V</a:t>
            </a:r>
            <a:r>
              <a:rPr baseline="-25000" lang="en-US" sz="2400">
                <a:solidFill>
                  <a:srgbClr val="002060"/>
                </a:solidFill>
              </a:rPr>
              <a:t>2.</a:t>
            </a:r>
            <a:endParaRPr/>
          </a:p>
          <a:p>
            <a:pPr indent="-152400" lvl="1" marL="457200" rtl="0" algn="l">
              <a:spcBef>
                <a:spcPts val="0"/>
              </a:spcBef>
              <a:spcAft>
                <a:spcPts val="0"/>
              </a:spcAft>
              <a:buClr>
                <a:srgbClr val="002060"/>
              </a:buClr>
              <a:buSzPts val="2400"/>
              <a:buFont typeface="Noto Sans Symbols"/>
              <a:buChar char="▪"/>
            </a:pPr>
            <a:r>
              <a:rPr lang="en-US" sz="2400">
                <a:solidFill>
                  <a:srgbClr val="002060"/>
                </a:solidFill>
              </a:rPr>
              <a:t>Mỗi cạnh của đồ thị luôn nối một đỉnh trong V</a:t>
            </a:r>
            <a:r>
              <a:rPr baseline="-25000" lang="en-US" sz="2400">
                <a:solidFill>
                  <a:srgbClr val="002060"/>
                </a:solidFill>
              </a:rPr>
              <a:t>1</a:t>
            </a:r>
            <a:r>
              <a:rPr lang="en-US" sz="2400">
                <a:solidFill>
                  <a:srgbClr val="002060"/>
                </a:solidFill>
              </a:rPr>
              <a:t> với một đỉnh trong V</a:t>
            </a:r>
            <a:r>
              <a:rPr baseline="-25000" lang="en-US" sz="2400">
                <a:solidFill>
                  <a:srgbClr val="002060"/>
                </a:solidFill>
              </a:rPr>
              <a:t>2</a:t>
            </a:r>
            <a:r>
              <a:rPr lang="en-US" sz="2400">
                <a:solidFill>
                  <a:srgbClr val="002060"/>
                </a:solidFill>
              </a:rPr>
              <a:t>.</a:t>
            </a:r>
            <a:endParaRPr sz="2800">
              <a:solidFill>
                <a:srgbClr val="00206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Clr>
                <a:srgbClr val="0251B8"/>
              </a:buClr>
              <a:buSzPts val="840"/>
              <a:buFont typeface="Noto Sans Symbols"/>
              <a:buChar char="▪"/>
            </a:pPr>
            <a:r>
              <a:rPr lang="en-US">
                <a:solidFill>
                  <a:srgbClr val="002060"/>
                </a:solidFill>
              </a:rPr>
              <a:t>K m n </a:t>
            </a:r>
            <a:endParaRPr/>
          </a:p>
          <a:p>
            <a:pPr indent="-457200" lvl="0" marL="457200" rtl="0" algn="l">
              <a:spcBef>
                <a:spcPts val="0"/>
              </a:spcBef>
              <a:spcAft>
                <a:spcPts val="0"/>
              </a:spcAft>
              <a:buClr>
                <a:srgbClr val="0251B8"/>
              </a:buClr>
              <a:buSzPts val="840"/>
              <a:buFont typeface="Noto Sans Symbols"/>
              <a:buChar char="▪"/>
            </a:pPr>
            <a:r>
              <a:rPr lang="en-US">
                <a:solidFill>
                  <a:srgbClr val="002060"/>
                </a:solidFill>
              </a:rPr>
              <a:t>m + n đỉnh</a:t>
            </a:r>
            <a:endParaRPr>
              <a:solidFill>
                <a:srgbClr val="002060"/>
              </a:solidFill>
            </a:endParaRPr>
          </a:p>
          <a:p>
            <a:pPr indent="-457200" lvl="0" marL="457200" rtl="0" algn="l">
              <a:spcBef>
                <a:spcPts val="0"/>
              </a:spcBef>
              <a:spcAft>
                <a:spcPts val="0"/>
              </a:spcAft>
              <a:buClr>
                <a:srgbClr val="0251B8"/>
              </a:buClr>
              <a:buSzPts val="840"/>
              <a:buFont typeface="Noto Sans Symbols"/>
              <a:buChar char="▪"/>
            </a:pPr>
            <a:r>
              <a:rPr lang="en-US">
                <a:solidFill>
                  <a:srgbClr val="002060"/>
                </a:solidFill>
              </a:rPr>
              <a:t>mxn cạnh.</a:t>
            </a:r>
            <a:endParaRPr/>
          </a:p>
          <a:p>
            <a:pPr indent="-457200" lvl="0" marL="457200" rtl="0" algn="l">
              <a:spcBef>
                <a:spcPts val="0"/>
              </a:spcBef>
              <a:spcAft>
                <a:spcPts val="0"/>
              </a:spcAft>
              <a:buClr>
                <a:srgbClr val="0251B8"/>
              </a:buClr>
              <a:buSzPts val="840"/>
              <a:buFont typeface="Noto Sans Symbols"/>
              <a:buChar char="▪"/>
            </a:pPr>
            <a:r>
              <a:rPr lang="en-US">
                <a:solidFill>
                  <a:srgbClr val="002060"/>
                </a:solidFill>
              </a:rPr>
              <a:t>m đỉnh bậc n, </a:t>
            </a:r>
            <a:endParaRPr/>
          </a:p>
          <a:p>
            <a:pPr indent="-457200" lvl="0" marL="457200" rtl="0" algn="l">
              <a:spcBef>
                <a:spcPts val="0"/>
              </a:spcBef>
              <a:spcAft>
                <a:spcPts val="0"/>
              </a:spcAft>
              <a:buClr>
                <a:srgbClr val="0251B8"/>
              </a:buClr>
              <a:buSzPts val="840"/>
              <a:buFont typeface="Noto Sans Symbols"/>
              <a:buChar char="▪"/>
            </a:pPr>
            <a:r>
              <a:rPr lang="en-US">
                <a:solidFill>
                  <a:srgbClr val="002060"/>
                </a:solidFill>
              </a:rPr>
              <a:t>n đỉnh bậc m</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Clr>
                <a:srgbClr val="0251B8"/>
              </a:buClr>
              <a:buSzPts val="840"/>
              <a:buFont typeface="Noto Sans Symbols"/>
              <a:buChar char="▪"/>
            </a:pPr>
            <a:r>
              <a:rPr lang="en-US">
                <a:solidFill>
                  <a:srgbClr val="002060"/>
                </a:solidFill>
              </a:rPr>
              <a:t>K m n </a:t>
            </a:r>
            <a:endParaRPr/>
          </a:p>
          <a:p>
            <a:pPr indent="-457200" lvl="0" marL="457200" rtl="0" algn="l">
              <a:spcBef>
                <a:spcPts val="0"/>
              </a:spcBef>
              <a:spcAft>
                <a:spcPts val="0"/>
              </a:spcAft>
              <a:buClr>
                <a:srgbClr val="0251B8"/>
              </a:buClr>
              <a:buSzPts val="840"/>
              <a:buFont typeface="Noto Sans Symbols"/>
              <a:buChar char="▪"/>
            </a:pPr>
            <a:r>
              <a:rPr lang="en-US">
                <a:solidFill>
                  <a:srgbClr val="002060"/>
                </a:solidFill>
              </a:rPr>
              <a:t>m + n đỉnh</a:t>
            </a:r>
            <a:endParaRPr>
              <a:solidFill>
                <a:srgbClr val="002060"/>
              </a:solidFill>
            </a:endParaRPr>
          </a:p>
          <a:p>
            <a:pPr indent="-457200" lvl="0" marL="457200" rtl="0" algn="l">
              <a:spcBef>
                <a:spcPts val="0"/>
              </a:spcBef>
              <a:spcAft>
                <a:spcPts val="0"/>
              </a:spcAft>
              <a:buClr>
                <a:srgbClr val="0251B8"/>
              </a:buClr>
              <a:buSzPts val="840"/>
              <a:buFont typeface="Noto Sans Symbols"/>
              <a:buChar char="▪"/>
            </a:pPr>
            <a:r>
              <a:rPr lang="en-US">
                <a:solidFill>
                  <a:srgbClr val="002060"/>
                </a:solidFill>
              </a:rPr>
              <a:t>mxn cạnh.</a:t>
            </a:r>
            <a:endParaRPr/>
          </a:p>
          <a:p>
            <a:pPr indent="-457200" lvl="0" marL="457200" rtl="0" algn="l">
              <a:spcBef>
                <a:spcPts val="0"/>
              </a:spcBef>
              <a:spcAft>
                <a:spcPts val="0"/>
              </a:spcAft>
              <a:buClr>
                <a:srgbClr val="0251B8"/>
              </a:buClr>
              <a:buSzPts val="840"/>
              <a:buFont typeface="Noto Sans Symbols"/>
              <a:buChar char="▪"/>
            </a:pPr>
            <a:r>
              <a:rPr lang="en-US">
                <a:solidFill>
                  <a:srgbClr val="002060"/>
                </a:solidFill>
              </a:rPr>
              <a:t>m đỉnh bậc n, </a:t>
            </a:r>
            <a:endParaRPr/>
          </a:p>
          <a:p>
            <a:pPr indent="-457200" lvl="0" marL="457200" rtl="0" algn="l">
              <a:spcBef>
                <a:spcPts val="0"/>
              </a:spcBef>
              <a:spcAft>
                <a:spcPts val="0"/>
              </a:spcAft>
              <a:buClr>
                <a:srgbClr val="0251B8"/>
              </a:buClr>
              <a:buSzPts val="840"/>
              <a:buFont typeface="Noto Sans Symbols"/>
              <a:buChar char="▪"/>
            </a:pPr>
            <a:r>
              <a:rPr lang="en-US">
                <a:solidFill>
                  <a:srgbClr val="002060"/>
                </a:solidFill>
              </a:rPr>
              <a:t>n đỉnh bậc m</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251B8"/>
              </a:buClr>
              <a:buSzPts val="840"/>
              <a:buFont typeface="Noto Sans Symbols"/>
              <a:buNone/>
            </a:pPr>
            <a:r>
              <a:rPr lang="en-US">
                <a:solidFill>
                  <a:srgbClr val="002060"/>
                </a:solidFill>
              </a:rPr>
              <a:t>tìm kiếm theo chiều rộng</a:t>
            </a:r>
            <a:endParaRPr>
              <a:solidFill>
                <a:srgbClr val="00206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403860" lvl="0" marL="457200" rtl="0" algn="l">
              <a:spcBef>
                <a:spcPts val="0"/>
              </a:spcBef>
              <a:spcAft>
                <a:spcPts val="0"/>
              </a:spcAft>
              <a:buClr>
                <a:srgbClr val="0251B8"/>
              </a:buClr>
              <a:buSzPts val="840"/>
              <a:buFont typeface="Noto Sans Symbols"/>
              <a:buNone/>
            </a:pPr>
            <a:r>
              <a:t/>
            </a:r>
            <a:endParaRPr>
              <a:solidFill>
                <a:srgbClr val="00206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55" name="Google Shape;555;p33:notes"/>
          <p:cNvSpPr/>
          <p:nvPr>
            <p:ph idx="2" type="sldImg"/>
          </p:nvPr>
        </p:nvSpPr>
        <p:spPr>
          <a:xfrm>
            <a:off x="1150938" y="692150"/>
            <a:ext cx="4556125" cy="341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56" name="Google Shape;556;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latin typeface="Calibri"/>
                <a:ea typeface="Calibri"/>
                <a:cs typeface="Calibri"/>
                <a:sym typeface="Calibri"/>
              </a:rPr>
              <a:t>Luu ý: Khi G có trọng số thì có thể  thay bằng ma trận trọng số</a:t>
            </a:r>
            <a:endParaRPr>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68" name="Google Shape;568;p34:notes"/>
          <p:cNvSpPr/>
          <p:nvPr>
            <p:ph idx="2" type="sldImg"/>
          </p:nvPr>
        </p:nvSpPr>
        <p:spPr>
          <a:xfrm>
            <a:off x="1150938" y="692150"/>
            <a:ext cx="4556125" cy="341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69" name="Google Shape;569;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Câu hỏi: từ i đến j có đường đi hay không? </a:t>
            </a: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80" name="Google Shape;580;p35:notes"/>
          <p:cNvSpPr/>
          <p:nvPr>
            <p:ph idx="2" type="sldImg"/>
          </p:nvPr>
        </p:nvSpPr>
        <p:spPr>
          <a:xfrm>
            <a:off x="1150938" y="692150"/>
            <a:ext cx="4556125" cy="341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81" name="Google Shape;58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Câu hỏi: từ i đến j có đường đi hay không?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Có cạnh từ a đến b, từ a đến e, và từ a đến f </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Có cạnh từ b đến a, từ b đến c, và từ b đến f</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Có cạnh từ c đến b, từ c đến d, và từ c đến f</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Tiếp tục xác định ma trần đối với các điểm d, e, f</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sz="1200"/>
              <a:t>Kết quả thu được ma trận kề </a:t>
            </a:r>
            <a:r>
              <a:rPr b="1" lang="en-US" sz="1200"/>
              <a:t>A</a:t>
            </a:r>
            <a:r>
              <a:rPr lang="en-US" sz="1200"/>
              <a:t> biểu diễn đồ thị</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02" name="Google Shape;802;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p>
        </p:txBody>
      </p:sp>
      <p:sp>
        <p:nvSpPr>
          <p:cNvPr id="803" name="Google Shape;803;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46" name="Google Shape;846;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Từ đỉnh i có nhưng cách đi nào?</a:t>
            </a:r>
            <a:endParaRPr/>
          </a:p>
        </p:txBody>
      </p:sp>
      <p:sp>
        <p:nvSpPr>
          <p:cNvPr id="847" name="Google Shape;847;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59" name="Google Shape;859;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Từ đỉnh i có nhưng cách đi nào?</a:t>
            </a:r>
            <a:endParaRPr/>
          </a:p>
        </p:txBody>
      </p:sp>
      <p:sp>
        <p:nvSpPr>
          <p:cNvPr id="860" name="Google Shape;860;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0" name="Google Shape;91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4" name="Google Shape;94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50" name="Google Shape;950;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M&lt;6n có nghĩa là độ thị thưa </a:t>
            </a:r>
            <a:endParaRPr/>
          </a:p>
        </p:txBody>
      </p:sp>
      <p:sp>
        <p:nvSpPr>
          <p:cNvPr id="951" name="Google Shape;951;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63" name="Google Shape;963;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M&lt;6n có nghĩa là độ thị thưa </a:t>
            </a:r>
            <a:endParaRPr/>
          </a:p>
        </p:txBody>
      </p:sp>
      <p:sp>
        <p:nvSpPr>
          <p:cNvPr id="964" name="Google Shape;964;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2" name="Google Shape;99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 name="Google Shape;998;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8" name="Google Shape;105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3" name="Google Shape;120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1" name="Google Shape;1211;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án Rời Rạc" type="obj">
  <p:cSld name="OBJECT">
    <p:spTree>
      <p:nvGrpSpPr>
        <p:cNvPr id="16" name="Shape 16"/>
        <p:cNvGrpSpPr/>
        <p:nvPr/>
      </p:nvGrpSpPr>
      <p:grpSpPr>
        <a:xfrm>
          <a:off x="0" y="0"/>
          <a:ext cx="0" cy="0"/>
          <a:chOff x="0" y="0"/>
          <a:chExt cx="0" cy="0"/>
        </a:xfrm>
      </p:grpSpPr>
      <p:sp>
        <p:nvSpPr>
          <p:cNvPr id="17" name="Google Shape;17;p57"/>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57"/>
          <p:cNvSpPr txBox="1"/>
          <p:nvPr>
            <p:ph idx="10" type="dt"/>
          </p:nvPr>
        </p:nvSpPr>
        <p:spPr>
          <a:xfrm>
            <a:off x="3810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7"/>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 name="Shape 22"/>
        <p:cNvGrpSpPr/>
        <p:nvPr/>
      </p:nvGrpSpPr>
      <p:grpSpPr>
        <a:xfrm>
          <a:off x="0" y="0"/>
          <a:ext cx="0" cy="0"/>
          <a:chOff x="0" y="0"/>
          <a:chExt cx="0" cy="0"/>
        </a:xfrm>
      </p:grpSpPr>
      <p:sp>
        <p:nvSpPr>
          <p:cNvPr id="23" name="Google Shape;23;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5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5" name="Google Shape;25;p5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6" name="Google Shape;26;p5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 name="Google Shape;27;p5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 name="Google Shape;28;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8"/>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5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 name="Google Shape;34;p5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 name="Google Shape;35;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9"/>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6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60"/>
          <p:cNvSpPr txBox="1"/>
          <p:nvPr>
            <p:ph idx="1" type="subTitle"/>
          </p:nvPr>
        </p:nvSpPr>
        <p:spPr>
          <a:xfrm>
            <a:off x="1371600" y="39624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1" name="Google Shape;41;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60"/>
          <p:cNvSpPr txBox="1"/>
          <p:nvPr>
            <p:ph idx="11" type="ftr"/>
          </p:nvPr>
        </p:nvSpPr>
        <p:spPr>
          <a:xfrm>
            <a:off x="2514600" y="6536938"/>
            <a:ext cx="3429000" cy="27699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4" name="Shape 44"/>
        <p:cNvGrpSpPr/>
        <p:nvPr/>
      </p:nvGrpSpPr>
      <p:grpSpPr>
        <a:xfrm>
          <a:off x="0" y="0"/>
          <a:ext cx="0" cy="0"/>
          <a:chOff x="0" y="0"/>
          <a:chExt cx="0" cy="0"/>
        </a:xfrm>
      </p:grpSpPr>
      <p:sp>
        <p:nvSpPr>
          <p:cNvPr id="45" name="Google Shape;45;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1"/>
          <p:cNvSpPr txBox="1"/>
          <p:nvPr>
            <p:ph idx="11" type="ftr"/>
          </p:nvPr>
        </p:nvSpPr>
        <p:spPr>
          <a:xfrm>
            <a:off x="2971800" y="6492875"/>
            <a:ext cx="35052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6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6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2" name="Google Shape;52;p62"/>
          <p:cNvSpPr txBox="1"/>
          <p:nvPr>
            <p:ph idx="10" type="dt"/>
          </p:nvPr>
        </p:nvSpPr>
        <p:spPr>
          <a:xfrm>
            <a:off x="2286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2"/>
          <p:cNvSpPr txBox="1"/>
          <p:nvPr>
            <p:ph idx="11" type="ftr"/>
          </p:nvPr>
        </p:nvSpPr>
        <p:spPr>
          <a:xfrm>
            <a:off x="27432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3"/>
          <p:cNvSpPr txBox="1"/>
          <p:nvPr>
            <p:ph idx="11" type="ftr"/>
          </p:nvPr>
        </p:nvSpPr>
        <p:spPr>
          <a:xfrm>
            <a:off x="2667000" y="6477000"/>
            <a:ext cx="3352800" cy="381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4"/>
          <p:cNvSpPr txBox="1"/>
          <p:nvPr>
            <p:ph idx="11" type="ftr"/>
          </p:nvPr>
        </p:nvSpPr>
        <p:spPr>
          <a:xfrm>
            <a:off x="28956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6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6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6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5"/>
          <p:cNvSpPr txBox="1"/>
          <p:nvPr>
            <p:ph idx="11" type="ftr"/>
          </p:nvPr>
        </p:nvSpPr>
        <p:spPr>
          <a:xfrm>
            <a:off x="2819400" y="6492875"/>
            <a:ext cx="3429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6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66"/>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9pPr>
          </a:lstStyle>
          <a:p/>
        </p:txBody>
      </p:sp>
      <p:sp>
        <p:nvSpPr>
          <p:cNvPr id="74" name="Google Shape;74;p6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6"/>
          <p:cNvSpPr txBox="1"/>
          <p:nvPr>
            <p:ph idx="11" type="ftr"/>
          </p:nvPr>
        </p:nvSpPr>
        <p:spPr>
          <a:xfrm>
            <a:off x="2895600" y="6613525"/>
            <a:ext cx="3429000" cy="2444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p:cSld name="Title, Text, and 2 Content">
    <p:spTree>
      <p:nvGrpSpPr>
        <p:cNvPr id="78" name="Shape 78"/>
        <p:cNvGrpSpPr/>
        <p:nvPr/>
      </p:nvGrpSpPr>
      <p:grpSpPr>
        <a:xfrm>
          <a:off x="0" y="0"/>
          <a:ext cx="0" cy="0"/>
          <a:chOff x="0" y="0"/>
          <a:chExt cx="0" cy="0"/>
        </a:xfrm>
      </p:grpSpPr>
      <p:sp>
        <p:nvSpPr>
          <p:cNvPr id="79" name="Google Shape;79;p67"/>
          <p:cNvSpPr txBox="1"/>
          <p:nvPr>
            <p:ph idx="1" type="body"/>
          </p:nvPr>
        </p:nvSpPr>
        <p:spPr>
          <a:xfrm>
            <a:off x="304800" y="381000"/>
            <a:ext cx="3962400" cy="5867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67"/>
          <p:cNvSpPr txBox="1"/>
          <p:nvPr>
            <p:ph idx="2" type="body"/>
          </p:nvPr>
        </p:nvSpPr>
        <p:spPr>
          <a:xfrm>
            <a:off x="4419600" y="3810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67"/>
          <p:cNvSpPr txBox="1"/>
          <p:nvPr>
            <p:ph idx="3" type="body"/>
          </p:nvPr>
        </p:nvSpPr>
        <p:spPr>
          <a:xfrm>
            <a:off x="4419600" y="33909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7"/>
          <p:cNvSpPr txBox="1"/>
          <p:nvPr>
            <p:ph idx="11" type="ftr"/>
          </p:nvPr>
        </p:nvSpPr>
        <p:spPr>
          <a:xfrm>
            <a:off x="2743200" y="6492875"/>
            <a:ext cx="3962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9pPr>
          </a:lstStyle>
          <a:p/>
        </p:txBody>
      </p:sp>
      <p:sp>
        <p:nvSpPr>
          <p:cNvPr id="11" name="Google Shape;11;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Picture1.png" id="15" name="Google Shape;15;p56"/>
          <p:cNvPicPr preferRelativeResize="0"/>
          <p:nvPr/>
        </p:nvPicPr>
        <p:blipFill rotWithShape="1">
          <a:blip r:embed="rId1">
            <a:alphaModFix/>
          </a:blip>
          <a:srcRect b="0" l="0" r="0" t="0"/>
          <a:stretch/>
        </p:blipFill>
        <p:spPr>
          <a:xfrm>
            <a:off x="3175" y="0"/>
            <a:ext cx="913765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vhieuqt@dut.udn.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2.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1.png"/><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BÀI 6</a:t>
            </a:r>
            <a:endParaRPr sz="3600"/>
          </a:p>
        </p:txBody>
      </p:sp>
      <p:sp>
        <p:nvSpPr>
          <p:cNvPr id="90" name="Google Shape;90;p1"/>
          <p:cNvSpPr txBox="1"/>
          <p:nvPr>
            <p:ph idx="1" type="body"/>
          </p:nvPr>
        </p:nvSpPr>
        <p:spPr>
          <a:xfrm>
            <a:off x="533400" y="2286000"/>
            <a:ext cx="8153400" cy="3840163"/>
          </a:xfrm>
          <a:prstGeom prst="rect">
            <a:avLst/>
          </a:prstGeom>
          <a:noFill/>
          <a:ln>
            <a:noFill/>
          </a:ln>
        </p:spPr>
        <p:txBody>
          <a:bodyPr anchorCtr="0" anchor="t" bIns="45700" lIns="91425" spcFirstLastPara="1" rIns="91425" wrap="square" tIns="45700">
            <a:noAutofit/>
          </a:bodyPr>
          <a:lstStyle/>
          <a:p>
            <a:pPr indent="-342900" lvl="0" marL="342900" rtl="0" algn="ctr">
              <a:spcBef>
                <a:spcPts val="0"/>
              </a:spcBef>
              <a:spcAft>
                <a:spcPts val="0"/>
              </a:spcAft>
              <a:buClr>
                <a:schemeClr val="dk1"/>
              </a:buClr>
              <a:buSzPts val="6000"/>
              <a:buNone/>
            </a:pPr>
            <a:r>
              <a:rPr b="1" lang="en-US" sz="6000"/>
              <a:t>LÝ THUYẾT ĐỒ THỊ</a:t>
            </a:r>
            <a:endParaRPr b="1" sz="6000"/>
          </a:p>
        </p:txBody>
      </p:sp>
      <p:sp>
        <p:nvSpPr>
          <p:cNvPr id="91" name="Google Shape;91;p1"/>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92" name="Google Shape;92;p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3" name="Google Shape;93;p1"/>
          <p:cNvSpPr txBox="1"/>
          <p:nvPr/>
        </p:nvSpPr>
        <p:spPr>
          <a:xfrm>
            <a:off x="4953000" y="4267200"/>
            <a:ext cx="3581400" cy="106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None/>
            </a:pPr>
            <a:r>
              <a:rPr b="1" i="0" lang="en-US" sz="1600" u="none" cap="none" strike="noStrike">
                <a:solidFill>
                  <a:srgbClr val="002060"/>
                </a:solidFill>
                <a:latin typeface="Times New Roman"/>
                <a:ea typeface="Times New Roman"/>
                <a:cs typeface="Times New Roman"/>
                <a:sym typeface="Times New Roman"/>
              </a:rPr>
              <a:t> Giáo viên:  TS. </a:t>
            </a:r>
            <a:r>
              <a:rPr b="1" i="0" lang="en-US" sz="1600" u="none" cap="none" strike="noStrike">
                <a:solidFill>
                  <a:srgbClr val="002060"/>
                </a:solidFill>
                <a:latin typeface="Book Antiqua"/>
                <a:ea typeface="Book Antiqua"/>
                <a:cs typeface="Book Antiqua"/>
                <a:sym typeface="Book Antiqua"/>
              </a:rPr>
              <a:t>Nguyễn Văn Hiệu</a:t>
            </a:r>
            <a:endParaRPr b="1" i="0" sz="2000" u="none" cap="none" strike="noStrike">
              <a:solidFill>
                <a:srgbClr val="002060"/>
              </a:solidFill>
              <a:latin typeface="Book Antiqua"/>
              <a:ea typeface="Book Antiqua"/>
              <a:cs typeface="Book Antiqua"/>
              <a:sym typeface="Book Antiqua"/>
            </a:endParaRPr>
          </a:p>
          <a:p>
            <a:pPr indent="-342900" lvl="0" marL="342900" marR="0" rtl="0" algn="l">
              <a:lnSpc>
                <a:spcPct val="100000"/>
              </a:lnSpc>
              <a:spcBef>
                <a:spcPts val="400"/>
              </a:spcBef>
              <a:spcAft>
                <a:spcPts val="0"/>
              </a:spcAft>
              <a:buNone/>
            </a:pPr>
            <a:r>
              <a:rPr b="0" i="0" lang="en-US" sz="2000" u="none" cap="none" strike="noStrike">
                <a:solidFill>
                  <a:srgbClr val="002060"/>
                </a:solidFill>
                <a:latin typeface="Times New Roman"/>
                <a:ea typeface="Times New Roman"/>
                <a:cs typeface="Times New Roman"/>
                <a:sym typeface="Times New Roman"/>
              </a:rPr>
              <a:t> </a:t>
            </a:r>
            <a:r>
              <a:rPr b="0" i="0" lang="en-US" sz="2000" u="none" cap="none" strike="noStrike">
                <a:solidFill>
                  <a:srgbClr val="002060"/>
                </a:solidFill>
                <a:latin typeface="Book Antiqua"/>
                <a:ea typeface="Book Antiqua"/>
                <a:cs typeface="Book Antiqua"/>
                <a:sym typeface="Book Antiqua"/>
              </a:rPr>
              <a:t>Email: </a:t>
            </a:r>
            <a:r>
              <a:rPr b="0" i="0" lang="en-US" sz="2000" u="sng" cap="none" strike="noStrike">
                <a:solidFill>
                  <a:srgbClr val="002060"/>
                </a:solidFill>
                <a:latin typeface="Book Antiqua"/>
                <a:ea typeface="Book Antiqua"/>
                <a:cs typeface="Book Antiqua"/>
                <a:sym typeface="Book Antiqua"/>
                <a:hlinkClick r:id="rId3">
                  <a:extLst>
                    <a:ext uri="{A12FA001-AC4F-418D-AE19-62706E023703}">
                      <ahyp:hlinkClr val="tx"/>
                    </a:ext>
                  </a:extLst>
                </a:hlinkClick>
              </a:rPr>
              <a:t>nvhieuqt@dut.udn.vn</a:t>
            </a:r>
            <a:endParaRPr b="0" i="0" sz="2000" u="none" cap="none" strike="noStrike">
              <a:solidFill>
                <a:srgbClr val="002060"/>
              </a:solidFill>
              <a:latin typeface="Book Antiqua"/>
              <a:ea typeface="Book Antiqua"/>
              <a:cs typeface="Book Antiqua"/>
              <a:sym typeface="Book Antiqu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Nội dung</a:t>
            </a:r>
            <a:endParaRPr/>
          </a:p>
        </p:txBody>
      </p:sp>
      <p:sp>
        <p:nvSpPr>
          <p:cNvPr id="99" name="Google Shape;99;p2"/>
          <p:cNvSpPr txBox="1"/>
          <p:nvPr>
            <p:ph idx="1" type="body"/>
          </p:nvPr>
        </p:nvSpPr>
        <p:spPr>
          <a:xfrm>
            <a:off x="762000" y="1600200"/>
            <a:ext cx="7467600" cy="4525963"/>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lang="en-US" sz="2800"/>
              <a:t>Giới thiệu</a:t>
            </a:r>
            <a:endParaRPr sz="2800"/>
          </a:p>
          <a:p>
            <a:pPr indent="-342900" lvl="0" marL="342900" rtl="0" algn="l">
              <a:spcBef>
                <a:spcPts val="560"/>
              </a:spcBef>
              <a:spcAft>
                <a:spcPts val="0"/>
              </a:spcAft>
              <a:buClr>
                <a:schemeClr val="dk1"/>
              </a:buClr>
              <a:buSzPts val="2800"/>
              <a:buFont typeface="Noto Sans Symbols"/>
              <a:buChar char="▪"/>
            </a:pPr>
            <a:r>
              <a:rPr lang="en-US" sz="2800"/>
              <a:t>Khái niệm cơ bản</a:t>
            </a:r>
            <a:endParaRPr sz="2800"/>
          </a:p>
          <a:p>
            <a:pPr indent="-285750" lvl="1" marL="742950" rtl="0" algn="l">
              <a:spcBef>
                <a:spcPts val="480"/>
              </a:spcBef>
              <a:spcAft>
                <a:spcPts val="0"/>
              </a:spcAft>
              <a:buClr>
                <a:schemeClr val="dk1"/>
              </a:buClr>
              <a:buSzPts val="2400"/>
              <a:buFont typeface="Noto Sans Symbols"/>
              <a:buChar char="▪"/>
            </a:pPr>
            <a:r>
              <a:rPr lang="en-US" sz="2400"/>
              <a:t>Đồ thị có hướng và đồ thị vô hướng</a:t>
            </a:r>
            <a:endParaRPr sz="2400"/>
          </a:p>
          <a:p>
            <a:pPr indent="-285750" lvl="1" marL="742950" rtl="0" algn="l">
              <a:spcBef>
                <a:spcPts val="480"/>
              </a:spcBef>
              <a:spcAft>
                <a:spcPts val="0"/>
              </a:spcAft>
              <a:buClr>
                <a:schemeClr val="dk1"/>
              </a:buClr>
              <a:buSzPts val="2400"/>
              <a:buFont typeface="Noto Sans Symbols"/>
              <a:buChar char="▪"/>
            </a:pPr>
            <a:r>
              <a:rPr lang="en-US" sz="2400"/>
              <a:t>Bậc, nửa bậc vào, nửa bậc ra</a:t>
            </a:r>
            <a:endParaRPr sz="2400"/>
          </a:p>
          <a:p>
            <a:pPr indent="-285750" lvl="1" marL="742950" rtl="0" algn="l">
              <a:spcBef>
                <a:spcPts val="480"/>
              </a:spcBef>
              <a:spcAft>
                <a:spcPts val="0"/>
              </a:spcAft>
              <a:buClr>
                <a:schemeClr val="dk1"/>
              </a:buClr>
              <a:buSzPts val="2400"/>
              <a:buFont typeface="Noto Sans Symbols"/>
              <a:buChar char="▪"/>
            </a:pPr>
            <a:r>
              <a:rPr lang="en-US" sz="2400"/>
              <a:t>Đường đi chu trình, tính liên thông</a:t>
            </a:r>
            <a:endParaRPr sz="2400"/>
          </a:p>
          <a:p>
            <a:pPr indent="-342900" lvl="0" marL="342900" rtl="0" algn="l">
              <a:spcBef>
                <a:spcPts val="560"/>
              </a:spcBef>
              <a:spcAft>
                <a:spcPts val="0"/>
              </a:spcAft>
              <a:buClr>
                <a:schemeClr val="dk1"/>
              </a:buClr>
              <a:buSzPts val="2800"/>
              <a:buFont typeface="Noto Sans Symbols"/>
              <a:buChar char="▪"/>
            </a:pPr>
            <a:r>
              <a:rPr lang="en-US" sz="2800"/>
              <a:t>Biểu diễn đồ thị</a:t>
            </a:r>
            <a:endParaRPr sz="2800"/>
          </a:p>
          <a:p>
            <a:pPr indent="-285750" lvl="1" marL="742950" rtl="0" algn="l">
              <a:spcBef>
                <a:spcPts val="480"/>
              </a:spcBef>
              <a:spcAft>
                <a:spcPts val="0"/>
              </a:spcAft>
              <a:buClr>
                <a:schemeClr val="dk1"/>
              </a:buClr>
              <a:buSzPts val="2400"/>
              <a:buFont typeface="Noto Sans Symbols"/>
              <a:buChar char="▪"/>
            </a:pPr>
            <a:r>
              <a:rPr lang="en-US" sz="2400"/>
              <a:t>Ma trận kề</a:t>
            </a:r>
            <a:endParaRPr sz="2400"/>
          </a:p>
          <a:p>
            <a:pPr indent="-285750" lvl="1" marL="742950" rtl="0" algn="l">
              <a:spcBef>
                <a:spcPts val="480"/>
              </a:spcBef>
              <a:spcAft>
                <a:spcPts val="0"/>
              </a:spcAft>
              <a:buClr>
                <a:schemeClr val="dk1"/>
              </a:buClr>
              <a:buSzPts val="2400"/>
              <a:buFont typeface="Noto Sans Symbols"/>
              <a:buChar char="▪"/>
            </a:pPr>
            <a:r>
              <a:rPr lang="en-US" sz="2400"/>
              <a:t>Ma trận liên thuộc</a:t>
            </a:r>
            <a:endParaRPr sz="2400"/>
          </a:p>
          <a:p>
            <a:pPr indent="-285750" lvl="1" marL="742950" rtl="0" algn="l">
              <a:spcBef>
                <a:spcPts val="480"/>
              </a:spcBef>
              <a:spcAft>
                <a:spcPts val="0"/>
              </a:spcAft>
              <a:buClr>
                <a:schemeClr val="dk1"/>
              </a:buClr>
              <a:buSzPts val="2400"/>
              <a:buFont typeface="Noto Sans Symbols"/>
              <a:buChar char="▪"/>
            </a:pPr>
            <a:r>
              <a:rPr lang="en-US" sz="2400"/>
              <a:t>Danh sách cạnh (cung)</a:t>
            </a:r>
            <a:endParaRPr/>
          </a:p>
          <a:p>
            <a:pPr indent="-285750" lvl="1" marL="742950" rtl="0" algn="l">
              <a:spcBef>
                <a:spcPts val="480"/>
              </a:spcBef>
              <a:spcAft>
                <a:spcPts val="0"/>
              </a:spcAft>
              <a:buClr>
                <a:schemeClr val="dk1"/>
              </a:buClr>
              <a:buSzPts val="2400"/>
              <a:buFont typeface="Noto Sans Symbols"/>
              <a:buChar char="▪"/>
            </a:pPr>
            <a:r>
              <a:rPr lang="en-US" sz="2400"/>
              <a:t>Danh sách kề</a:t>
            </a:r>
            <a:endParaRPr sz="2400"/>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Giới thiệu</a:t>
            </a:r>
            <a:endParaRPr b="1"/>
          </a:p>
        </p:txBody>
      </p:sp>
      <p:sp>
        <p:nvSpPr>
          <p:cNvPr id="105" name="Google Shape;105;p3"/>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Lý thuyết đồ thị</a:t>
            </a:r>
            <a:endParaRPr/>
          </a:p>
        </p:txBody>
      </p:sp>
      <p:sp>
        <p:nvSpPr>
          <p:cNvPr id="106" name="Google Shape;106;p3"/>
          <p:cNvSpPr txBox="1"/>
          <p:nvPr>
            <p:ph idx="2" type="body"/>
          </p:nvPr>
        </p:nvSpPr>
        <p:spPr>
          <a:xfrm>
            <a:off x="457200" y="2174875"/>
            <a:ext cx="4040188" cy="3951288"/>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400"/>
              <a:buFont typeface="Noto Sans Symbols"/>
              <a:buChar char="▪"/>
            </a:pPr>
            <a:r>
              <a:rPr lang="en-US"/>
              <a:t>Leonhard</a:t>
            </a:r>
            <a:r>
              <a:rPr lang="en-US"/>
              <a:t> Euler</a:t>
            </a:r>
            <a:endParaRPr/>
          </a:p>
          <a:p>
            <a:pPr indent="-342900" lvl="0" marL="342900" rtl="0" algn="l">
              <a:lnSpc>
                <a:spcPct val="80000"/>
              </a:lnSpc>
              <a:spcBef>
                <a:spcPts val="480"/>
              </a:spcBef>
              <a:spcAft>
                <a:spcPts val="0"/>
              </a:spcAft>
              <a:buClr>
                <a:schemeClr val="dk1"/>
              </a:buClr>
              <a:buSzPts val="2400"/>
              <a:buFont typeface="Noto Sans Symbols"/>
              <a:buChar char="▪"/>
            </a:pPr>
            <a:r>
              <a:rPr lang="en-US"/>
              <a:t>Ngành</a:t>
            </a:r>
            <a:r>
              <a:rPr lang="en-US"/>
              <a:t> học lâu đời</a:t>
            </a:r>
            <a:endParaRPr/>
          </a:p>
          <a:p>
            <a:pPr indent="-342900" lvl="0" marL="342900" rtl="0" algn="l">
              <a:lnSpc>
                <a:spcPct val="80000"/>
              </a:lnSpc>
              <a:spcBef>
                <a:spcPts val="480"/>
              </a:spcBef>
              <a:spcAft>
                <a:spcPts val="0"/>
              </a:spcAft>
              <a:buClr>
                <a:schemeClr val="dk1"/>
              </a:buClr>
              <a:buSzPts val="2400"/>
              <a:buFont typeface="Noto Sans Symbols"/>
              <a:buChar char="▪"/>
            </a:pPr>
            <a:r>
              <a:rPr lang="en-US"/>
              <a:t>Ngành học có nhiều ứng dụng hiện đại</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107" name="Google Shape;107;p3"/>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Ứng dụng</a:t>
            </a:r>
            <a:endParaRPr/>
          </a:p>
        </p:txBody>
      </p:sp>
      <p:sp>
        <p:nvSpPr>
          <p:cNvPr id="108" name="Google Shape;108;p3"/>
          <p:cNvSpPr txBox="1"/>
          <p:nvPr>
            <p:ph idx="4" type="body"/>
          </p:nvPr>
        </p:nvSpPr>
        <p:spPr>
          <a:xfrm>
            <a:off x="4645025" y="2174875"/>
            <a:ext cx="4041775" cy="3951288"/>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Xây dựng mật điện </a:t>
            </a:r>
            <a:endParaRPr/>
          </a:p>
          <a:p>
            <a:pPr indent="-342900" lvl="0" marL="342900" rtl="0" algn="l">
              <a:spcBef>
                <a:spcPts val="480"/>
              </a:spcBef>
              <a:spcAft>
                <a:spcPts val="0"/>
              </a:spcAft>
              <a:buClr>
                <a:schemeClr val="dk1"/>
              </a:buClr>
              <a:buSzPts val="2400"/>
              <a:buFont typeface="Noto Sans Symbols"/>
              <a:buChar char="▪"/>
            </a:pPr>
            <a:r>
              <a:rPr lang="en-US"/>
              <a:t>Xác định hai máy tính có kết nối hay không</a:t>
            </a:r>
            <a:endParaRPr/>
          </a:p>
          <a:p>
            <a:pPr indent="-342900" lvl="0" marL="342900" rtl="0" algn="l">
              <a:spcBef>
                <a:spcPts val="480"/>
              </a:spcBef>
              <a:spcAft>
                <a:spcPts val="0"/>
              </a:spcAft>
              <a:buClr>
                <a:schemeClr val="dk1"/>
              </a:buClr>
              <a:buSzPts val="2400"/>
              <a:buFont typeface="Noto Sans Symbols"/>
              <a:buChar char="▪"/>
            </a:pPr>
            <a:r>
              <a:rPr lang="en-US"/>
              <a:t>Xác định đường đi ngắn nhất giữa hai thành phố</a:t>
            </a:r>
            <a:endParaRPr/>
          </a:p>
          <a:p>
            <a:pPr indent="-342900" lvl="0" marL="342900" rtl="0" algn="l">
              <a:spcBef>
                <a:spcPts val="480"/>
              </a:spcBef>
              <a:spcAft>
                <a:spcPts val="0"/>
              </a:spcAft>
              <a:buClr>
                <a:schemeClr val="dk1"/>
              </a:buClr>
              <a:buSzPts val="2400"/>
              <a:buFont typeface="Noto Sans Symbols"/>
              <a:buChar char="▪"/>
            </a:pPr>
            <a:r>
              <a:rPr lang="en-US"/>
              <a:t>Phân chia kênh truyền cho đài truyền hình</a:t>
            </a:r>
            <a:endParaRPr/>
          </a:p>
          <a:p>
            <a:pPr indent="-342900" lvl="0" marL="342900" rtl="0" algn="l">
              <a:spcBef>
                <a:spcPts val="480"/>
              </a:spcBef>
              <a:spcAft>
                <a:spcPts val="0"/>
              </a:spcAft>
              <a:buClr>
                <a:schemeClr val="dk1"/>
              </a:buClr>
              <a:buSzPts val="2400"/>
              <a:buFont typeface="Noto Sans Symbols"/>
              <a:buChar char="▪"/>
            </a:pPr>
            <a:r>
              <a:rPr lang="en-US"/>
              <a:t>Lập lịch thi </a:t>
            </a:r>
            <a:endParaRPr/>
          </a:p>
          <a:p>
            <a:pPr indent="-342900" lvl="0" marL="342900" rtl="0" algn="l">
              <a:spcBef>
                <a:spcPts val="480"/>
              </a:spcBef>
              <a:spcAft>
                <a:spcPts val="0"/>
              </a:spcAft>
              <a:buClr>
                <a:schemeClr val="dk1"/>
              </a:buClr>
              <a:buSzPts val="2400"/>
              <a:buFont typeface="Noto Sans Symbols"/>
              <a:buChar char="▪"/>
            </a:pPr>
            <a:r>
              <a:rPr lang="en-US"/>
              <a:t>….</a:t>
            </a:r>
            <a:endParaRPr/>
          </a:p>
          <a:p>
            <a:pPr indent="-190500" lvl="0" marL="342900" rtl="0" algn="l">
              <a:spcBef>
                <a:spcPts val="480"/>
              </a:spcBef>
              <a:spcAft>
                <a:spcPts val="0"/>
              </a:spcAft>
              <a:buClr>
                <a:schemeClr val="dk1"/>
              </a:buClr>
              <a:buSzPts val="2400"/>
              <a:buNone/>
            </a:pPr>
            <a:r>
              <a:t/>
            </a:r>
            <a:endParaRPr/>
          </a:p>
        </p:txBody>
      </p:sp>
      <p:pic>
        <p:nvPicPr>
          <p:cNvPr id="109" name="Google Shape;109;p3"/>
          <p:cNvPicPr preferRelativeResize="0"/>
          <p:nvPr/>
        </p:nvPicPr>
        <p:blipFill rotWithShape="1">
          <a:blip r:embed="rId3">
            <a:alphaModFix/>
          </a:blip>
          <a:srcRect b="0" l="0" r="0" t="0"/>
          <a:stretch/>
        </p:blipFill>
        <p:spPr>
          <a:xfrm>
            <a:off x="1211826" y="3810000"/>
            <a:ext cx="2362200" cy="2362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về đồ thị</a:t>
            </a:r>
            <a:endParaRPr b="1"/>
          </a:p>
        </p:txBody>
      </p:sp>
      <p:sp>
        <p:nvSpPr>
          <p:cNvPr id="115" name="Google Shape;115;p4"/>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Đồ thị vô hướng</a:t>
            </a:r>
            <a:endParaRPr/>
          </a:p>
        </p:txBody>
      </p:sp>
      <p:sp>
        <p:nvSpPr>
          <p:cNvPr id="116" name="Google Shape;116;p4"/>
          <p:cNvSpPr txBox="1"/>
          <p:nvPr>
            <p:ph idx="2" type="body"/>
          </p:nvPr>
        </p:nvSpPr>
        <p:spPr>
          <a:xfrm>
            <a:off x="457200" y="2174875"/>
            <a:ext cx="4040188" cy="3921125"/>
          </a:xfrm>
          <a:prstGeom prst="rect">
            <a:avLst/>
          </a:prstGeom>
          <a:blipFill rotWithShape="1">
            <a:blip r:embed="rId3">
              <a:alphaModFix/>
            </a:blip>
            <a:stretch>
              <a:fillRect b="0" l="-451" r="0" t="-3887"/>
            </a:stretch>
          </a:blip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t>
            </a:r>
            <a:endParaRPr/>
          </a:p>
        </p:txBody>
      </p:sp>
      <p:sp>
        <p:nvSpPr>
          <p:cNvPr id="117" name="Google Shape;117;p4"/>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Ứng dụng</a:t>
            </a:r>
            <a:endParaRPr/>
          </a:p>
        </p:txBody>
      </p:sp>
      <p:sp>
        <p:nvSpPr>
          <p:cNvPr id="118" name="Google Shape;118;p4"/>
          <p:cNvSpPr txBox="1"/>
          <p:nvPr>
            <p:ph idx="4" type="body"/>
          </p:nvPr>
        </p:nvSpPr>
        <p:spPr>
          <a:xfrm>
            <a:off x="4645025" y="2174875"/>
            <a:ext cx="4041775" cy="3951288"/>
          </a:xfrm>
          <a:prstGeom prst="rect">
            <a:avLst/>
          </a:prstGeom>
          <a:solidFill>
            <a:srgbClr val="00B0F0"/>
          </a:solid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2400"/>
              <a:buFont typeface="Noto Sans Symbols"/>
              <a:buChar char="✔"/>
            </a:pPr>
            <a:r>
              <a:rPr lang="en-US"/>
              <a:t>Giữa hai máy tính bất kì có </a:t>
            </a:r>
            <a:r>
              <a:rPr lang="en-US"/>
              <a:t>nhiều</a:t>
            </a:r>
            <a:r>
              <a:rPr lang="en-US"/>
              <a:t> nhất 1 kênh điện thoại.</a:t>
            </a:r>
            <a:endParaRPr/>
          </a:p>
          <a:p>
            <a:pPr indent="-285750" lvl="0" marL="285750" rtl="0" algn="l">
              <a:spcBef>
                <a:spcPts val="0"/>
              </a:spcBef>
              <a:spcAft>
                <a:spcPts val="0"/>
              </a:spcAft>
              <a:buClr>
                <a:schemeClr val="dk1"/>
              </a:buClr>
              <a:buSzPts val="2400"/>
              <a:buFont typeface="Noto Sans Symbols"/>
              <a:buChar char="✔"/>
            </a:pPr>
            <a:r>
              <a:rPr lang="en-US"/>
              <a:t>Kênh thoại cho phép liên lạc hai chiều </a:t>
            </a:r>
            <a:endParaRPr/>
          </a:p>
          <a:p>
            <a:pPr indent="0" lvl="0" marL="0" rtl="0" algn="l">
              <a:spcBef>
                <a:spcPts val="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cxnSp>
        <p:nvCxnSpPr>
          <p:cNvPr id="119" name="Google Shape;119;p4"/>
          <p:cNvCxnSpPr/>
          <p:nvPr/>
        </p:nvCxnSpPr>
        <p:spPr>
          <a:xfrm>
            <a:off x="1066800" y="5105400"/>
            <a:ext cx="2286000" cy="0"/>
          </a:xfrm>
          <a:prstGeom prst="straightConnector1">
            <a:avLst/>
          </a:prstGeom>
          <a:noFill/>
          <a:ln cap="flat" cmpd="sng" w="38100">
            <a:solidFill>
              <a:srgbClr val="FF0000"/>
            </a:solidFill>
            <a:prstDash val="solid"/>
            <a:round/>
            <a:headEnd len="sm" w="sm" type="none"/>
            <a:tailEnd len="sm" w="sm" type="none"/>
          </a:ln>
        </p:spPr>
      </p:cxnSp>
      <p:sp>
        <p:nvSpPr>
          <p:cNvPr id="120" name="Google Shape;120;p4"/>
          <p:cNvSpPr txBox="1"/>
          <p:nvPr/>
        </p:nvSpPr>
        <p:spPr>
          <a:xfrm>
            <a:off x="897523" y="5173065"/>
            <a:ext cx="33855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FF0000"/>
                </a:solidFill>
                <a:latin typeface="Times New Roman"/>
                <a:ea typeface="Times New Roman"/>
                <a:cs typeface="Times New Roman"/>
                <a:sym typeface="Times New Roman"/>
              </a:rPr>
              <a:t>u</a:t>
            </a:r>
            <a:endParaRPr/>
          </a:p>
        </p:txBody>
      </p:sp>
      <p:sp>
        <p:nvSpPr>
          <p:cNvPr id="121" name="Google Shape;121;p4"/>
          <p:cNvSpPr txBox="1"/>
          <p:nvPr/>
        </p:nvSpPr>
        <p:spPr>
          <a:xfrm>
            <a:off x="3183523" y="5259634"/>
            <a:ext cx="33855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v</a:t>
            </a:r>
            <a:endParaRPr/>
          </a:p>
        </p:txBody>
      </p:sp>
      <p:pic>
        <p:nvPicPr>
          <p:cNvPr id="122" name="Google Shape;122;p4"/>
          <p:cNvPicPr preferRelativeResize="0"/>
          <p:nvPr/>
        </p:nvPicPr>
        <p:blipFill rotWithShape="1">
          <a:blip r:embed="rId4">
            <a:alphaModFix/>
          </a:blip>
          <a:srcRect b="0" l="0" r="0" t="0"/>
          <a:stretch/>
        </p:blipFill>
        <p:spPr>
          <a:xfrm>
            <a:off x="5105399" y="3810000"/>
            <a:ext cx="3460957" cy="2133600"/>
          </a:xfrm>
          <a:prstGeom prst="rect">
            <a:avLst/>
          </a:prstGeom>
          <a:noFill/>
          <a:ln>
            <a:noFill/>
          </a:ln>
        </p:spPr>
      </p:pic>
      <p:sp>
        <p:nvSpPr>
          <p:cNvPr id="123" name="Google Shape;123;p4"/>
          <p:cNvSpPr txBox="1"/>
          <p:nvPr/>
        </p:nvSpPr>
        <p:spPr>
          <a:xfrm>
            <a:off x="2040523" y="4711400"/>
            <a:ext cx="3209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về đồ thị</a:t>
            </a:r>
            <a:endParaRPr b="1"/>
          </a:p>
        </p:txBody>
      </p:sp>
      <p:sp>
        <p:nvSpPr>
          <p:cNvPr id="129" name="Google Shape;129;p5"/>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Đồ thị có hướng</a:t>
            </a:r>
            <a:endParaRPr/>
          </a:p>
        </p:txBody>
      </p:sp>
      <p:sp>
        <p:nvSpPr>
          <p:cNvPr id="130" name="Google Shape;130;p5"/>
          <p:cNvSpPr txBox="1"/>
          <p:nvPr>
            <p:ph idx="2" type="body"/>
          </p:nvPr>
        </p:nvSpPr>
        <p:spPr>
          <a:xfrm>
            <a:off x="457200" y="2174875"/>
            <a:ext cx="4040188" cy="3921125"/>
          </a:xfrm>
          <a:prstGeom prst="rect">
            <a:avLst/>
          </a:prstGeom>
          <a:blipFill rotWithShape="1">
            <a:blip r:embed="rId3">
              <a:alphaModFix/>
            </a:blip>
            <a:stretch>
              <a:fillRect b="0" l="-451" r="0" t="-3887"/>
            </a:stretch>
          </a:blipFill>
          <a:ln>
            <a:noFill/>
          </a:ln>
        </p:spPr>
        <p:txBody>
          <a:bodyPr anchorCtr="0" anchor="t" bIns="45700" lIns="91425" spcFirstLastPara="1" rIns="91425" wrap="square" tIns="45700">
            <a:noAutofit/>
          </a:bodyPr>
          <a:lstStyle/>
          <a:p>
            <a:pPr indent="0" lvl="0" marL="342900" rtl="0" algn="l">
              <a:spcBef>
                <a:spcPts val="0"/>
              </a:spcBef>
              <a:spcAft>
                <a:spcPts val="0"/>
              </a:spcAft>
              <a:buNone/>
            </a:pPr>
            <a:r>
              <a:rPr lang="en-US"/>
              <a:t> </a:t>
            </a:r>
            <a:endParaRPr/>
          </a:p>
        </p:txBody>
      </p:sp>
      <p:sp>
        <p:nvSpPr>
          <p:cNvPr id="131" name="Google Shape;131;p5"/>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Ứng dụng</a:t>
            </a:r>
            <a:endParaRPr/>
          </a:p>
        </p:txBody>
      </p:sp>
      <p:sp>
        <p:nvSpPr>
          <p:cNvPr id="132" name="Google Shape;132;p5"/>
          <p:cNvSpPr txBox="1"/>
          <p:nvPr>
            <p:ph idx="4" type="body"/>
          </p:nvPr>
        </p:nvSpPr>
        <p:spPr>
          <a:xfrm>
            <a:off x="4645025" y="2174875"/>
            <a:ext cx="4041775" cy="3951288"/>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Giao thông một chiều</a:t>
            </a:r>
            <a:endParaRPr/>
          </a:p>
          <a:p>
            <a:pPr indent="-190500" lvl="0" marL="342900" rtl="0" algn="l">
              <a:spcBef>
                <a:spcPts val="480"/>
              </a:spcBef>
              <a:spcAft>
                <a:spcPts val="0"/>
              </a:spcAft>
              <a:buClr>
                <a:schemeClr val="dk1"/>
              </a:buClr>
              <a:buSzPts val="2400"/>
              <a:buNone/>
            </a:pPr>
            <a:r>
              <a:t/>
            </a:r>
            <a:endParaRPr/>
          </a:p>
        </p:txBody>
      </p:sp>
      <p:cxnSp>
        <p:nvCxnSpPr>
          <p:cNvPr id="133" name="Google Shape;133;p5"/>
          <p:cNvCxnSpPr/>
          <p:nvPr/>
        </p:nvCxnSpPr>
        <p:spPr>
          <a:xfrm>
            <a:off x="1066800" y="5105400"/>
            <a:ext cx="2286000" cy="0"/>
          </a:xfrm>
          <a:prstGeom prst="straightConnector1">
            <a:avLst/>
          </a:prstGeom>
          <a:noFill/>
          <a:ln cap="flat" cmpd="sng" w="38100">
            <a:solidFill>
              <a:srgbClr val="FF0000"/>
            </a:solidFill>
            <a:prstDash val="solid"/>
            <a:round/>
            <a:headEnd len="sm" w="sm" type="none"/>
            <a:tailEnd len="med" w="med" type="triangle"/>
          </a:ln>
        </p:spPr>
      </p:cxnSp>
      <p:sp>
        <p:nvSpPr>
          <p:cNvPr id="134" name="Google Shape;134;p5"/>
          <p:cNvSpPr txBox="1"/>
          <p:nvPr/>
        </p:nvSpPr>
        <p:spPr>
          <a:xfrm>
            <a:off x="897523" y="5173065"/>
            <a:ext cx="33855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u</a:t>
            </a:r>
            <a:endParaRPr/>
          </a:p>
        </p:txBody>
      </p:sp>
      <p:sp>
        <p:nvSpPr>
          <p:cNvPr id="135" name="Google Shape;135;p5"/>
          <p:cNvSpPr txBox="1"/>
          <p:nvPr/>
        </p:nvSpPr>
        <p:spPr>
          <a:xfrm>
            <a:off x="3183523" y="5259634"/>
            <a:ext cx="33855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v</a:t>
            </a:r>
            <a:endParaRPr/>
          </a:p>
        </p:txBody>
      </p:sp>
      <p:sp>
        <p:nvSpPr>
          <p:cNvPr id="136" name="Google Shape;136;p5"/>
          <p:cNvSpPr txBox="1"/>
          <p:nvPr/>
        </p:nvSpPr>
        <p:spPr>
          <a:xfrm>
            <a:off x="2177845" y="4711400"/>
            <a:ext cx="3209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e</a:t>
            </a:r>
            <a:endParaRPr/>
          </a:p>
        </p:txBody>
      </p:sp>
      <p:pic>
        <p:nvPicPr>
          <p:cNvPr id="137" name="Google Shape;137;p5"/>
          <p:cNvPicPr preferRelativeResize="0"/>
          <p:nvPr/>
        </p:nvPicPr>
        <p:blipFill rotWithShape="1">
          <a:blip r:embed="rId4">
            <a:alphaModFix/>
          </a:blip>
          <a:srcRect b="0" l="0" r="0" t="0"/>
          <a:stretch/>
        </p:blipFill>
        <p:spPr>
          <a:xfrm>
            <a:off x="4800600" y="3048000"/>
            <a:ext cx="3505200" cy="29654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
        <p:nvSpPr>
          <p:cNvPr id="143" name="Google Shape;143;p6"/>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Đồ thị lót (hay nền)</a:t>
            </a:r>
            <a:endParaRPr/>
          </a:p>
        </p:txBody>
      </p:sp>
      <p:sp>
        <p:nvSpPr>
          <p:cNvPr id="144" name="Google Shape;144;p6"/>
          <p:cNvSpPr txBox="1"/>
          <p:nvPr>
            <p:ph idx="2" type="body"/>
          </p:nvPr>
        </p:nvSpPr>
        <p:spPr>
          <a:xfrm>
            <a:off x="457200" y="2174875"/>
            <a:ext cx="4040188" cy="1635125"/>
          </a:xfrm>
          <a:prstGeom prst="rect">
            <a:avLst/>
          </a:prstGeom>
          <a:solidFill>
            <a:srgbClr val="00B0F0"/>
          </a:solid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002060"/>
              </a:buClr>
              <a:buSzPts val="2800"/>
              <a:buNone/>
            </a:pPr>
            <a:r>
              <a:rPr b="1" lang="en-US" sz="2800">
                <a:solidFill>
                  <a:srgbClr val="002060"/>
                </a:solidFill>
              </a:rPr>
              <a:t>G = (V, E)</a:t>
            </a:r>
            <a:endParaRPr/>
          </a:p>
          <a:p>
            <a:pPr indent="-285750" lvl="1" marL="742950" rtl="0" algn="l">
              <a:lnSpc>
                <a:spcPct val="80000"/>
              </a:lnSpc>
              <a:spcBef>
                <a:spcPts val="0"/>
              </a:spcBef>
              <a:spcAft>
                <a:spcPts val="0"/>
              </a:spcAft>
              <a:buClr>
                <a:srgbClr val="002060"/>
              </a:buClr>
              <a:buSzPts val="2000"/>
              <a:buFont typeface="Noto Sans Symbols"/>
              <a:buChar char="▪"/>
            </a:pPr>
            <a:r>
              <a:rPr lang="en-US">
                <a:solidFill>
                  <a:srgbClr val="002060"/>
                </a:solidFill>
              </a:rPr>
              <a:t>V -  tập đỉnh</a:t>
            </a:r>
            <a:endParaRPr>
              <a:solidFill>
                <a:srgbClr val="002060"/>
              </a:solidFill>
            </a:endParaRPr>
          </a:p>
          <a:p>
            <a:pPr indent="-285750" lvl="1" marL="742950" rtl="0" algn="l">
              <a:lnSpc>
                <a:spcPct val="80000"/>
              </a:lnSpc>
              <a:spcBef>
                <a:spcPts val="0"/>
              </a:spcBef>
              <a:spcAft>
                <a:spcPts val="0"/>
              </a:spcAft>
              <a:buClr>
                <a:srgbClr val="002060"/>
              </a:buClr>
              <a:buSzPts val="2000"/>
              <a:buFont typeface="Noto Sans Symbols"/>
              <a:buChar char="▪"/>
            </a:pPr>
            <a:r>
              <a:rPr lang="en-US">
                <a:solidFill>
                  <a:srgbClr val="002060"/>
                </a:solidFill>
              </a:rPr>
              <a:t>E  - tập cung</a:t>
            </a:r>
            <a:endParaRPr>
              <a:solidFill>
                <a:srgbClr val="002060"/>
              </a:solidFill>
            </a:endParaRPr>
          </a:p>
          <a:p>
            <a:pPr indent="-285750" lvl="1" marL="742950" rtl="0" algn="l">
              <a:lnSpc>
                <a:spcPct val="80000"/>
              </a:lnSpc>
              <a:spcBef>
                <a:spcPts val="0"/>
              </a:spcBef>
              <a:spcAft>
                <a:spcPts val="0"/>
              </a:spcAft>
              <a:buClr>
                <a:srgbClr val="002060"/>
              </a:buClr>
              <a:buSzPts val="2000"/>
              <a:buFont typeface="Noto Sans Symbols"/>
              <a:buChar char="▪"/>
            </a:pPr>
            <a:r>
              <a:rPr b="1" lang="en-US">
                <a:solidFill>
                  <a:srgbClr val="002060"/>
                </a:solidFill>
              </a:rPr>
              <a:t>Nếu thay mỗi cung của đồ thị thành một cạnh</a:t>
            </a:r>
            <a:endParaRPr b="1">
              <a:solidFill>
                <a:srgbClr val="002060"/>
              </a:solidFill>
            </a:endParaRPr>
          </a:p>
        </p:txBody>
      </p:sp>
      <p:sp>
        <p:nvSpPr>
          <p:cNvPr id="145" name="Google Shape;145;p6"/>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Liên thuộc đỉnh, cạnh</a:t>
            </a:r>
            <a:endParaRPr/>
          </a:p>
        </p:txBody>
      </p:sp>
      <p:sp>
        <p:nvSpPr>
          <p:cNvPr id="146" name="Google Shape;146;p6"/>
          <p:cNvSpPr txBox="1"/>
          <p:nvPr>
            <p:ph idx="4" type="body"/>
          </p:nvPr>
        </p:nvSpPr>
        <p:spPr>
          <a:xfrm>
            <a:off x="4645025" y="2174875"/>
            <a:ext cx="4041775" cy="2320925"/>
          </a:xfrm>
          <a:prstGeom prst="rect">
            <a:avLst/>
          </a:prstGeom>
          <a:blipFill rotWithShape="1">
            <a:blip r:embed="rId3">
              <a:alphaModFix/>
            </a:blip>
            <a:stretch>
              <a:fillRect b="-3148" l="-1356" r="0" t="0"/>
            </a:stretch>
          </a:blipFill>
          <a:ln>
            <a:noFill/>
          </a:ln>
        </p:spPr>
        <p:txBody>
          <a:bodyPr anchorCtr="0" anchor="t" bIns="45700" lIns="91425" spcFirstLastPara="1" rIns="91425" wrap="square" tIns="45700">
            <a:noAutofit/>
          </a:bodyPr>
          <a:lstStyle/>
          <a:p>
            <a:pPr indent="0" lvl="0" marL="342900" rtl="0" algn="l">
              <a:spcBef>
                <a:spcPts val="0"/>
              </a:spcBef>
              <a:spcAft>
                <a:spcPts val="0"/>
              </a:spcAft>
              <a:buNone/>
            </a:pPr>
            <a:r>
              <a:rPr lang="en-US"/>
              <a:t> </a:t>
            </a:r>
            <a:endParaRPr/>
          </a:p>
        </p:txBody>
      </p:sp>
      <p:sp>
        <p:nvSpPr>
          <p:cNvPr id="147" name="Google Shape;147;p6"/>
          <p:cNvSpPr txBox="1"/>
          <p:nvPr/>
        </p:nvSpPr>
        <p:spPr>
          <a:xfrm>
            <a:off x="457200" y="3947319"/>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lang="en-US" sz="2400">
                <a:solidFill>
                  <a:schemeClr val="dk1"/>
                </a:solidFill>
                <a:latin typeface="Times New Roman"/>
                <a:ea typeface="Times New Roman"/>
                <a:cs typeface="Times New Roman"/>
                <a:sym typeface="Times New Roman"/>
              </a:rPr>
              <a:t>Cạnh </a:t>
            </a:r>
            <a:r>
              <a:rPr b="1" lang="en-US" sz="2400">
                <a:solidFill>
                  <a:schemeClr val="dk1"/>
                </a:solidFill>
                <a:latin typeface="Times New Roman"/>
                <a:ea typeface="Times New Roman"/>
                <a:cs typeface="Times New Roman"/>
                <a:sym typeface="Times New Roman"/>
              </a:rPr>
              <a:t>song song</a:t>
            </a:r>
            <a:endParaRPr b="1" sz="2400">
              <a:solidFill>
                <a:schemeClr val="dk1"/>
              </a:solidFill>
              <a:latin typeface="Times New Roman"/>
              <a:ea typeface="Times New Roman"/>
              <a:cs typeface="Times New Roman"/>
              <a:sym typeface="Times New Roman"/>
            </a:endParaRPr>
          </a:p>
        </p:txBody>
      </p:sp>
      <p:sp>
        <p:nvSpPr>
          <p:cNvPr id="148" name="Google Shape;148;p6"/>
          <p:cNvSpPr txBox="1"/>
          <p:nvPr/>
        </p:nvSpPr>
        <p:spPr>
          <a:xfrm>
            <a:off x="452284" y="4612327"/>
            <a:ext cx="4040188" cy="1788473"/>
          </a:xfrm>
          <a:prstGeom prst="rect">
            <a:avLst/>
          </a:prstGeom>
          <a:solidFill>
            <a:srgbClr val="00B0F0"/>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Nếu có hai cạnh liên thuộc cùng đỉnh u và v thì gọi là </a:t>
            </a:r>
            <a:r>
              <a:rPr b="1" lang="en-US" sz="2000">
                <a:solidFill>
                  <a:schemeClr val="dk1"/>
                </a:solidFill>
                <a:latin typeface="Times New Roman"/>
                <a:ea typeface="Times New Roman"/>
                <a:cs typeface="Times New Roman"/>
                <a:sym typeface="Times New Roman"/>
              </a:rPr>
              <a:t>cạnh song song</a:t>
            </a:r>
            <a:endParaRPr b="1" sz="2000">
              <a:solidFill>
                <a:schemeClr val="dk1"/>
              </a:solidFill>
              <a:latin typeface="Times New Roman"/>
              <a:ea typeface="Times New Roman"/>
              <a:cs typeface="Times New Roman"/>
              <a:sym typeface="Times New Roman"/>
            </a:endParaRPr>
          </a:p>
          <a:p>
            <a:pPr indent="-342900" lvl="0" marL="342900" marR="0" rtl="0" algn="l">
              <a:spcBef>
                <a:spcPts val="40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Nếu cạnh có hai đỉnh liên kết trùng nhau gọi là </a:t>
            </a:r>
            <a:r>
              <a:rPr b="1" lang="en-US" sz="2000">
                <a:solidFill>
                  <a:schemeClr val="dk1"/>
                </a:solidFill>
                <a:latin typeface="Times New Roman"/>
                <a:ea typeface="Times New Roman"/>
                <a:cs typeface="Times New Roman"/>
                <a:sym typeface="Times New Roman"/>
              </a:rPr>
              <a:t>khuyên</a:t>
            </a:r>
            <a:endParaRPr b="1" sz="2000">
              <a:solidFill>
                <a:schemeClr val="dk1"/>
              </a:solidFill>
              <a:latin typeface="Times New Roman"/>
              <a:ea typeface="Times New Roman"/>
              <a:cs typeface="Times New Roman"/>
              <a:sym typeface="Times New Roman"/>
            </a:endParaRPr>
          </a:p>
        </p:txBody>
      </p:sp>
      <p:sp>
        <p:nvSpPr>
          <p:cNvPr id="149" name="Google Shape;149;p6"/>
          <p:cNvSpPr txBox="1"/>
          <p:nvPr/>
        </p:nvSpPr>
        <p:spPr>
          <a:xfrm>
            <a:off x="4648200" y="4587081"/>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lang="en-US" sz="2400">
                <a:solidFill>
                  <a:schemeClr val="dk1"/>
                </a:solidFill>
                <a:latin typeface="Times New Roman"/>
                <a:ea typeface="Times New Roman"/>
                <a:cs typeface="Times New Roman"/>
                <a:sym typeface="Times New Roman"/>
              </a:rPr>
              <a:t>Đỉnh cô lập</a:t>
            </a:r>
            <a:endParaRPr b="1" sz="2400">
              <a:solidFill>
                <a:schemeClr val="dk1"/>
              </a:solidFill>
              <a:latin typeface="Times New Roman"/>
              <a:ea typeface="Times New Roman"/>
              <a:cs typeface="Times New Roman"/>
              <a:sym typeface="Times New Roman"/>
            </a:endParaRPr>
          </a:p>
        </p:txBody>
      </p:sp>
      <p:sp>
        <p:nvSpPr>
          <p:cNvPr id="150" name="Google Shape;150;p6"/>
          <p:cNvSpPr txBox="1"/>
          <p:nvPr/>
        </p:nvSpPr>
        <p:spPr>
          <a:xfrm>
            <a:off x="4648200" y="5226843"/>
            <a:ext cx="4041775" cy="1173957"/>
          </a:xfrm>
          <a:prstGeom prst="rect">
            <a:avLst/>
          </a:prstGeom>
          <a:solidFill>
            <a:srgbClr val="00B0F0"/>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Đỉnh không liên thuộc với đỉnh khác</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
        <p:nvSpPr>
          <p:cNvPr id="156" name="Google Shape;156;p7"/>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157" name="Google Shape;157;p7"/>
          <p:cNvSpPr txBox="1"/>
          <p:nvPr>
            <p:ph idx="2" type="body"/>
          </p:nvPr>
        </p:nvSpPr>
        <p:spPr>
          <a:xfrm>
            <a:off x="457200" y="2174875"/>
            <a:ext cx="4040188" cy="3921125"/>
          </a:xfrm>
          <a:prstGeom prst="rect">
            <a:avLst/>
          </a:prstGeom>
          <a:solidFill>
            <a:srgbClr val="00B0F0"/>
          </a:solid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002060"/>
              </a:buClr>
              <a:buSzPts val="2800"/>
              <a:buNone/>
            </a:pPr>
            <a:r>
              <a:rPr b="1" lang="en-US" sz="2800">
                <a:solidFill>
                  <a:srgbClr val="002060"/>
                </a:solidFill>
              </a:rPr>
              <a:t>G = (V, E)</a:t>
            </a:r>
            <a:endParaRPr/>
          </a:p>
          <a:p>
            <a:pPr indent="0" lvl="0" marL="0" rtl="0" algn="l">
              <a:lnSpc>
                <a:spcPct val="80000"/>
              </a:lnSpc>
              <a:spcBef>
                <a:spcPts val="0"/>
              </a:spcBef>
              <a:spcAft>
                <a:spcPts val="0"/>
              </a:spcAft>
              <a:buClr>
                <a:srgbClr val="002060"/>
              </a:buClr>
              <a:buSzPts val="2400"/>
              <a:buNone/>
            </a:pPr>
            <a:r>
              <a:rPr lang="en-US">
                <a:solidFill>
                  <a:srgbClr val="002060"/>
                </a:solidFill>
              </a:rPr>
              <a:t> </a:t>
            </a:r>
            <a:endParaRPr/>
          </a:p>
          <a:p>
            <a:pPr indent="-190500" lvl="0" marL="342900" rtl="0" algn="l">
              <a:lnSpc>
                <a:spcPct val="80000"/>
              </a:lnSpc>
              <a:spcBef>
                <a:spcPts val="0"/>
              </a:spcBef>
              <a:spcAft>
                <a:spcPts val="0"/>
              </a:spcAft>
              <a:buClr>
                <a:schemeClr val="dk1"/>
              </a:buClr>
              <a:buSzPts val="2400"/>
              <a:buFont typeface="Noto Sans Symbols"/>
              <a:buNone/>
            </a:pPr>
            <a:r>
              <a:t/>
            </a:r>
            <a:endParaRPr b="1">
              <a:solidFill>
                <a:srgbClr val="002060"/>
              </a:solidFill>
            </a:endParaRPr>
          </a:p>
          <a:p>
            <a:pPr indent="-342900" lvl="0" marL="342900" rtl="0" algn="l">
              <a:lnSpc>
                <a:spcPct val="80000"/>
              </a:lnSpc>
              <a:spcBef>
                <a:spcPts val="0"/>
              </a:spcBef>
              <a:spcAft>
                <a:spcPts val="0"/>
              </a:spcAft>
              <a:buClr>
                <a:srgbClr val="002060"/>
              </a:buClr>
              <a:buSzPts val="2400"/>
              <a:buFont typeface="Noto Sans Symbols"/>
              <a:buChar char="▪"/>
            </a:pPr>
            <a:r>
              <a:rPr b="1" lang="en-US">
                <a:solidFill>
                  <a:srgbClr val="002060"/>
                </a:solidFill>
              </a:rPr>
              <a:t>G - Đơn đồ thị, </a:t>
            </a:r>
            <a:r>
              <a:rPr lang="en-US">
                <a:solidFill>
                  <a:srgbClr val="002060"/>
                </a:solidFill>
              </a:rPr>
              <a:t>nếu G không có khuyên và cạnh song song</a:t>
            </a:r>
            <a:endParaRPr>
              <a:solidFill>
                <a:srgbClr val="002060"/>
              </a:solidFill>
            </a:endParaRPr>
          </a:p>
          <a:p>
            <a:pPr indent="-342900" lvl="0" marL="342900" rtl="0" algn="l">
              <a:lnSpc>
                <a:spcPct val="80000"/>
              </a:lnSpc>
              <a:spcBef>
                <a:spcPts val="0"/>
              </a:spcBef>
              <a:spcAft>
                <a:spcPts val="0"/>
              </a:spcAft>
              <a:buClr>
                <a:srgbClr val="002060"/>
              </a:buClr>
              <a:buSzPts val="2400"/>
              <a:buFont typeface="Noto Sans Symbols"/>
              <a:buChar char="▪"/>
            </a:pPr>
            <a:r>
              <a:rPr b="1" lang="en-US">
                <a:solidFill>
                  <a:srgbClr val="002060"/>
                </a:solidFill>
              </a:rPr>
              <a:t>G - Đa đồ thị, </a:t>
            </a:r>
            <a:r>
              <a:rPr lang="en-US">
                <a:solidFill>
                  <a:srgbClr val="002060"/>
                </a:solidFill>
              </a:rPr>
              <a:t>nếu G không có khuyên</a:t>
            </a:r>
            <a:endParaRPr>
              <a:solidFill>
                <a:srgbClr val="002060"/>
              </a:solidFill>
            </a:endParaRPr>
          </a:p>
          <a:p>
            <a:pPr indent="-342900" lvl="0" marL="342900" rtl="0" algn="l">
              <a:lnSpc>
                <a:spcPct val="80000"/>
              </a:lnSpc>
              <a:spcBef>
                <a:spcPts val="0"/>
              </a:spcBef>
              <a:spcAft>
                <a:spcPts val="0"/>
              </a:spcAft>
              <a:buClr>
                <a:srgbClr val="002060"/>
              </a:buClr>
              <a:buSzPts val="2400"/>
              <a:buFont typeface="Noto Sans Symbols"/>
              <a:buChar char="▪"/>
            </a:pPr>
            <a:r>
              <a:rPr b="1" lang="en-US">
                <a:solidFill>
                  <a:srgbClr val="002060"/>
                </a:solidFill>
              </a:rPr>
              <a:t>G- Giả đồ thị, </a:t>
            </a:r>
            <a:r>
              <a:rPr lang="en-US">
                <a:solidFill>
                  <a:srgbClr val="002060"/>
                </a:solidFill>
              </a:rPr>
              <a:t>nếu G có thể chứa khuyên, cạnh song song</a:t>
            </a:r>
            <a:endParaRPr>
              <a:solidFill>
                <a:srgbClr val="002060"/>
              </a:solidFill>
            </a:endParaRPr>
          </a:p>
        </p:txBody>
      </p:sp>
      <p:sp>
        <p:nvSpPr>
          <p:cNvPr id="158" name="Google Shape;158;p7"/>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159" name="Google Shape;159;p7"/>
          <p:cNvSpPr txBox="1"/>
          <p:nvPr>
            <p:ph idx="4" type="body"/>
          </p:nvPr>
        </p:nvSpPr>
        <p:spPr>
          <a:xfrm>
            <a:off x="4645025" y="2174875"/>
            <a:ext cx="4041775" cy="3951288"/>
          </a:xfrm>
          <a:prstGeom prst="rect">
            <a:avLst/>
          </a:prstGeom>
          <a:blipFill rotWithShape="1">
            <a:blip r:embed="rId3">
              <a:alphaModFix/>
            </a:blip>
            <a:stretch>
              <a:fillRect b="-2776" l="0" r="0" t="-3085"/>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txBox="1"/>
          <p:nvPr>
            <p:ph type="title"/>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Nội dung</a:t>
            </a:r>
            <a:endParaRPr/>
          </a:p>
        </p:txBody>
      </p:sp>
      <p:sp>
        <p:nvSpPr>
          <p:cNvPr id="165" name="Google Shape;165;p8"/>
          <p:cNvSpPr txBox="1"/>
          <p:nvPr>
            <p:ph idx="1" type="body"/>
          </p:nvPr>
        </p:nvSpPr>
        <p:spPr>
          <a:xfrm>
            <a:off x="762000" y="1600200"/>
            <a:ext cx="7467600" cy="4525963"/>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lang="en-US" sz="2800"/>
              <a:t>Giới thiệu</a:t>
            </a:r>
            <a:endParaRPr sz="2800"/>
          </a:p>
          <a:p>
            <a:pPr indent="-342900" lvl="0" marL="342900" rtl="0" algn="l">
              <a:spcBef>
                <a:spcPts val="560"/>
              </a:spcBef>
              <a:spcAft>
                <a:spcPts val="0"/>
              </a:spcAft>
              <a:buClr>
                <a:schemeClr val="dk1"/>
              </a:buClr>
              <a:buSzPts val="2800"/>
              <a:buFont typeface="Noto Sans Symbols"/>
              <a:buChar char="▪"/>
            </a:pPr>
            <a:r>
              <a:rPr lang="en-US" sz="2800"/>
              <a:t>Khái niệm cơ bản</a:t>
            </a:r>
            <a:endParaRPr sz="2800"/>
          </a:p>
          <a:p>
            <a:pPr indent="-285750" lvl="1" marL="742950" rtl="0" algn="l">
              <a:spcBef>
                <a:spcPts val="480"/>
              </a:spcBef>
              <a:spcAft>
                <a:spcPts val="0"/>
              </a:spcAft>
              <a:buClr>
                <a:schemeClr val="dk1"/>
              </a:buClr>
              <a:buSzPts val="2400"/>
              <a:buFont typeface="Noto Sans Symbols"/>
              <a:buChar char="▪"/>
            </a:pPr>
            <a:r>
              <a:rPr lang="en-US" sz="2400"/>
              <a:t>Đồ thị có hướng và đồ thị vô hướng</a:t>
            </a:r>
            <a:endParaRPr sz="2400"/>
          </a:p>
          <a:p>
            <a:pPr indent="-285750" lvl="1" marL="742950" rtl="0" algn="l">
              <a:spcBef>
                <a:spcPts val="480"/>
              </a:spcBef>
              <a:spcAft>
                <a:spcPts val="0"/>
              </a:spcAft>
              <a:buClr>
                <a:schemeClr val="dk1"/>
              </a:buClr>
              <a:buSzPts val="2400"/>
              <a:buFont typeface="Noto Sans Symbols"/>
              <a:buChar char="▪"/>
            </a:pPr>
            <a:r>
              <a:rPr b="1" lang="en-US" sz="2400"/>
              <a:t>Bậc, nửa bậc vào, nửa bậc ra</a:t>
            </a:r>
            <a:endParaRPr b="1" sz="2400"/>
          </a:p>
          <a:p>
            <a:pPr indent="-285750" lvl="1" marL="742950" rtl="0" algn="l">
              <a:spcBef>
                <a:spcPts val="480"/>
              </a:spcBef>
              <a:spcAft>
                <a:spcPts val="0"/>
              </a:spcAft>
              <a:buClr>
                <a:schemeClr val="dk1"/>
              </a:buClr>
              <a:buSzPts val="2400"/>
              <a:buFont typeface="Noto Sans Symbols"/>
              <a:buChar char="▪"/>
            </a:pPr>
            <a:r>
              <a:rPr lang="en-US" sz="2400"/>
              <a:t>Đường đi chu trình, tính liên thông</a:t>
            </a:r>
            <a:endParaRPr sz="2400"/>
          </a:p>
          <a:p>
            <a:pPr indent="-342900" lvl="0" marL="342900" rtl="0" algn="l">
              <a:spcBef>
                <a:spcPts val="560"/>
              </a:spcBef>
              <a:spcAft>
                <a:spcPts val="0"/>
              </a:spcAft>
              <a:buClr>
                <a:schemeClr val="dk1"/>
              </a:buClr>
              <a:buSzPts val="2800"/>
              <a:buFont typeface="Noto Sans Symbols"/>
              <a:buChar char="▪"/>
            </a:pPr>
            <a:r>
              <a:rPr lang="en-US" sz="2800"/>
              <a:t>Biểu diễn đồ thị</a:t>
            </a:r>
            <a:endParaRPr sz="2800"/>
          </a:p>
          <a:p>
            <a:pPr indent="-285750" lvl="1" marL="742950" rtl="0" algn="l">
              <a:spcBef>
                <a:spcPts val="480"/>
              </a:spcBef>
              <a:spcAft>
                <a:spcPts val="0"/>
              </a:spcAft>
              <a:buClr>
                <a:schemeClr val="dk1"/>
              </a:buClr>
              <a:buSzPts val="2400"/>
              <a:buFont typeface="Noto Sans Symbols"/>
              <a:buChar char="▪"/>
            </a:pPr>
            <a:r>
              <a:rPr lang="en-US" sz="2400"/>
              <a:t>Ma trận kề</a:t>
            </a:r>
            <a:endParaRPr sz="2400"/>
          </a:p>
          <a:p>
            <a:pPr indent="-285750" lvl="1" marL="742950" rtl="0" algn="l">
              <a:spcBef>
                <a:spcPts val="480"/>
              </a:spcBef>
              <a:spcAft>
                <a:spcPts val="0"/>
              </a:spcAft>
              <a:buClr>
                <a:schemeClr val="dk1"/>
              </a:buClr>
              <a:buSzPts val="2400"/>
              <a:buFont typeface="Noto Sans Symbols"/>
              <a:buChar char="▪"/>
            </a:pPr>
            <a:r>
              <a:rPr lang="en-US" sz="2400"/>
              <a:t>Ma trận liên thuộc</a:t>
            </a:r>
            <a:endParaRPr sz="2400"/>
          </a:p>
          <a:p>
            <a:pPr indent="-285750" lvl="1" marL="742950" rtl="0" algn="l">
              <a:spcBef>
                <a:spcPts val="480"/>
              </a:spcBef>
              <a:spcAft>
                <a:spcPts val="0"/>
              </a:spcAft>
              <a:buClr>
                <a:schemeClr val="dk1"/>
              </a:buClr>
              <a:buSzPts val="2400"/>
              <a:buFont typeface="Noto Sans Symbols"/>
              <a:buChar char="▪"/>
            </a:pPr>
            <a:r>
              <a:rPr lang="en-US" sz="2400"/>
              <a:t>Danh sách cạnh (cung)</a:t>
            </a:r>
            <a:endParaRPr/>
          </a:p>
          <a:p>
            <a:pPr indent="-285750" lvl="1" marL="742950" rtl="0" algn="l">
              <a:spcBef>
                <a:spcPts val="480"/>
              </a:spcBef>
              <a:spcAft>
                <a:spcPts val="0"/>
              </a:spcAft>
              <a:buClr>
                <a:schemeClr val="dk1"/>
              </a:buClr>
              <a:buSzPts val="2400"/>
              <a:buFont typeface="Noto Sans Symbols"/>
              <a:buChar char="▪"/>
            </a:pPr>
            <a:r>
              <a:rPr lang="en-US" sz="2400"/>
              <a:t>Danh sách kề</a:t>
            </a:r>
            <a:endParaRPr sz="2400"/>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
        <p:nvSpPr>
          <p:cNvPr id="171" name="Google Shape;171;p9"/>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Bậc đồ thị</a:t>
            </a:r>
            <a:endParaRPr/>
          </a:p>
        </p:txBody>
      </p:sp>
      <p:sp>
        <p:nvSpPr>
          <p:cNvPr id="172" name="Google Shape;172;p9"/>
          <p:cNvSpPr txBox="1"/>
          <p:nvPr>
            <p:ph idx="2" type="body"/>
          </p:nvPr>
        </p:nvSpPr>
        <p:spPr>
          <a:xfrm>
            <a:off x="457200" y="2174875"/>
            <a:ext cx="4040188" cy="3921125"/>
          </a:xfrm>
          <a:prstGeom prst="rect">
            <a:avLst/>
          </a:prstGeom>
          <a:blipFill rotWithShape="1">
            <a:blip r:embed="rId3">
              <a:alphaModFix/>
            </a:blip>
            <a:stretch>
              <a:fillRect b="0" l="-1960" r="0" t="-388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173" name="Google Shape;173;p9"/>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Nửa bậc vào và nửa bậc ra</a:t>
            </a:r>
            <a:endParaRPr/>
          </a:p>
        </p:txBody>
      </p:sp>
      <p:sp>
        <p:nvSpPr>
          <p:cNvPr id="174" name="Google Shape;174;p9"/>
          <p:cNvSpPr txBox="1"/>
          <p:nvPr>
            <p:ph idx="4" type="body"/>
          </p:nvPr>
        </p:nvSpPr>
        <p:spPr>
          <a:xfrm>
            <a:off x="4645025" y="2174875"/>
            <a:ext cx="4041775" cy="3951288"/>
          </a:xfrm>
          <a:prstGeom prst="rect">
            <a:avLst/>
          </a:prstGeom>
          <a:blipFill rotWithShape="1">
            <a:blip r:embed="rId4">
              <a:alphaModFix/>
            </a:blip>
            <a:stretch>
              <a:fillRect b="0" l="-2111" r="0" t="-385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
        <p:nvSpPr>
          <p:cNvPr id="180" name="Google Shape;180;p10"/>
          <p:cNvSpPr txBox="1"/>
          <p:nvPr>
            <p:ph idx="2" type="body"/>
          </p:nvPr>
        </p:nvSpPr>
        <p:spPr>
          <a:xfrm>
            <a:off x="457200" y="2174875"/>
            <a:ext cx="4040188" cy="3921125"/>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rgbClr val="002060"/>
              </a:buClr>
              <a:buSzPts val="2400"/>
              <a:buFont typeface="Times New Roman"/>
              <a:buChar char="-"/>
            </a:pPr>
            <a:r>
              <a:rPr lang="en-US">
                <a:solidFill>
                  <a:srgbClr val="002060"/>
                </a:solidFill>
              </a:rPr>
              <a:t>Tính bậc của các đỉnh của đồ </a:t>
            </a:r>
            <a:r>
              <a:rPr lang="en-US">
                <a:solidFill>
                  <a:srgbClr val="002060"/>
                </a:solidFill>
              </a:rPr>
              <a:t>thị</a:t>
            </a:r>
            <a:r>
              <a:rPr lang="en-US">
                <a:solidFill>
                  <a:srgbClr val="002060"/>
                </a:solidFill>
              </a:rPr>
              <a:t> G?</a:t>
            </a:r>
            <a:endParaRPr/>
          </a:p>
          <a:p>
            <a:pPr indent="-342900" lvl="0" marL="342900" rtl="0" algn="l">
              <a:lnSpc>
                <a:spcPct val="80000"/>
              </a:lnSpc>
              <a:spcBef>
                <a:spcPts val="0"/>
              </a:spcBef>
              <a:spcAft>
                <a:spcPts val="0"/>
              </a:spcAft>
              <a:buClr>
                <a:srgbClr val="002060"/>
              </a:buClr>
              <a:buSzPts val="2400"/>
              <a:buFont typeface="Times New Roman"/>
              <a:buChar char="-"/>
            </a:pPr>
            <a:r>
              <a:rPr lang="en-US">
                <a:solidFill>
                  <a:srgbClr val="002060"/>
                </a:solidFill>
              </a:rPr>
              <a:t>Xác định đỉnh treo đỉnh cô lập?</a:t>
            </a:r>
            <a:endParaRPr/>
          </a:p>
          <a:p>
            <a:pPr indent="-190500" lvl="0" marL="342900" rtl="0" algn="l">
              <a:lnSpc>
                <a:spcPct val="80000"/>
              </a:lnSpc>
              <a:spcBef>
                <a:spcPts val="0"/>
              </a:spcBef>
              <a:spcAft>
                <a:spcPts val="0"/>
              </a:spcAft>
              <a:buClr>
                <a:schemeClr val="dk1"/>
              </a:buClr>
              <a:buSzPts val="2400"/>
              <a:buFont typeface="Times New Roman"/>
              <a:buNone/>
            </a:pPr>
            <a:r>
              <a:t/>
            </a:r>
            <a:endParaRPr>
              <a:solidFill>
                <a:srgbClr val="002060"/>
              </a:solidFill>
            </a:endParaRPr>
          </a:p>
        </p:txBody>
      </p:sp>
      <p:sp>
        <p:nvSpPr>
          <p:cNvPr id="181" name="Google Shape;181;p10"/>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182" name="Google Shape;182;p10"/>
          <p:cNvSpPr txBox="1"/>
          <p:nvPr>
            <p:ph idx="4" type="body"/>
          </p:nvPr>
        </p:nvSpPr>
        <p:spPr>
          <a:xfrm>
            <a:off x="4645025" y="2174875"/>
            <a:ext cx="4041775" cy="3951288"/>
          </a:xfrm>
          <a:prstGeom prst="rect">
            <a:avLst/>
          </a:prstGeom>
          <a:solidFill>
            <a:srgbClr val="00B0F0"/>
          </a:solidFill>
          <a:ln>
            <a:noFill/>
          </a:ln>
        </p:spPr>
        <p:txBody>
          <a:bodyPr anchorCtr="0" anchor="t" bIns="45700" lIns="91425" spcFirstLastPara="1" rIns="91425" wrap="square" tIns="45700">
            <a:noAutofit/>
          </a:bodyPr>
          <a:lstStyle/>
          <a:p>
            <a:pPr indent="-190500" lvl="0" marL="342900" rtl="0" algn="l">
              <a:lnSpc>
                <a:spcPct val="80000"/>
              </a:lnSpc>
              <a:spcBef>
                <a:spcPts val="0"/>
              </a:spcBef>
              <a:spcAft>
                <a:spcPts val="0"/>
              </a:spcAft>
              <a:buClr>
                <a:schemeClr val="dk1"/>
              </a:buClr>
              <a:buSzPts val="2400"/>
              <a:buFont typeface="Noto Sans Symbols"/>
              <a:buNone/>
            </a:pPr>
            <a:r>
              <a:t/>
            </a:r>
            <a:endParaRPr>
              <a:solidFill>
                <a:srgbClr val="002060"/>
              </a:solidFill>
            </a:endParaRPr>
          </a:p>
          <a:p>
            <a:pPr indent="0" lvl="0" marL="0" rtl="0" algn="l">
              <a:lnSpc>
                <a:spcPct val="80000"/>
              </a:lnSpc>
              <a:spcBef>
                <a:spcPts val="0"/>
              </a:spcBef>
              <a:spcAft>
                <a:spcPts val="0"/>
              </a:spcAft>
              <a:buClr>
                <a:srgbClr val="002060"/>
              </a:buClr>
              <a:buSzPts val="2400"/>
              <a:buNone/>
            </a:pPr>
            <a:r>
              <a:rPr lang="en-US">
                <a:solidFill>
                  <a:srgbClr val="002060"/>
                </a:solidFill>
              </a:rPr>
              <a:t>         </a:t>
            </a:r>
            <a:endParaRPr b="1">
              <a:solidFill>
                <a:srgbClr val="FF0000"/>
              </a:solidFill>
            </a:endParaRPr>
          </a:p>
        </p:txBody>
      </p:sp>
      <p:sp>
        <p:nvSpPr>
          <p:cNvPr id="183" name="Google Shape;183;p10"/>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184" name="Google Shape;184;p10"/>
          <p:cNvSpPr/>
          <p:nvPr/>
        </p:nvSpPr>
        <p:spPr>
          <a:xfrm>
            <a:off x="6521637" y="230604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185" name="Google Shape;185;p10"/>
          <p:cNvSpPr/>
          <p:nvPr/>
        </p:nvSpPr>
        <p:spPr>
          <a:xfrm>
            <a:off x="7620000" y="262067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sp>
        <p:nvSpPr>
          <p:cNvPr id="186" name="Google Shape;186;p10"/>
          <p:cNvSpPr/>
          <p:nvPr/>
        </p:nvSpPr>
        <p:spPr>
          <a:xfrm>
            <a:off x="5226237" y="306804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0</a:t>
            </a:r>
            <a:endParaRPr/>
          </a:p>
        </p:txBody>
      </p:sp>
      <p:sp>
        <p:nvSpPr>
          <p:cNvPr id="187" name="Google Shape;187;p10"/>
          <p:cNvSpPr/>
          <p:nvPr/>
        </p:nvSpPr>
        <p:spPr>
          <a:xfrm>
            <a:off x="5988237" y="398244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188" name="Google Shape;188;p10"/>
          <p:cNvSpPr/>
          <p:nvPr/>
        </p:nvSpPr>
        <p:spPr>
          <a:xfrm>
            <a:off x="7359837" y="390624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6</a:t>
            </a:r>
            <a:endParaRPr/>
          </a:p>
        </p:txBody>
      </p:sp>
      <p:cxnSp>
        <p:nvCxnSpPr>
          <p:cNvPr id="189" name="Google Shape;189;p10"/>
          <p:cNvCxnSpPr>
            <a:stCxn id="186" idx="7"/>
            <a:endCxn id="184" idx="2"/>
          </p:cNvCxnSpPr>
          <p:nvPr/>
        </p:nvCxnSpPr>
        <p:spPr>
          <a:xfrm flipH="1" rot="10800000">
            <a:off x="5486400" y="2458386"/>
            <a:ext cx="1035300" cy="654300"/>
          </a:xfrm>
          <a:prstGeom prst="straightConnector1">
            <a:avLst/>
          </a:prstGeom>
          <a:noFill/>
          <a:ln cap="flat" cmpd="sng" w="38100">
            <a:solidFill>
              <a:srgbClr val="7030A0"/>
            </a:solidFill>
            <a:prstDash val="solid"/>
            <a:round/>
            <a:headEnd len="sm" w="sm" type="none"/>
            <a:tailEnd len="sm" w="sm" type="none"/>
          </a:ln>
        </p:spPr>
      </p:cxnSp>
      <p:cxnSp>
        <p:nvCxnSpPr>
          <p:cNvPr id="190" name="Google Shape;190;p10"/>
          <p:cNvCxnSpPr>
            <a:endCxn id="187" idx="3"/>
          </p:cNvCxnSpPr>
          <p:nvPr/>
        </p:nvCxnSpPr>
        <p:spPr>
          <a:xfrm flipH="1" rot="10800000">
            <a:off x="5226174" y="4242612"/>
            <a:ext cx="806700" cy="959100"/>
          </a:xfrm>
          <a:prstGeom prst="straightConnector1">
            <a:avLst/>
          </a:prstGeom>
          <a:noFill/>
          <a:ln cap="flat" cmpd="sng" w="38100">
            <a:solidFill>
              <a:srgbClr val="7030A0"/>
            </a:solidFill>
            <a:prstDash val="solid"/>
            <a:round/>
            <a:headEnd len="sm" w="sm" type="none"/>
            <a:tailEnd len="sm" w="sm" type="none"/>
          </a:ln>
        </p:spPr>
      </p:cxnSp>
      <p:cxnSp>
        <p:nvCxnSpPr>
          <p:cNvPr id="191" name="Google Shape;191;p10"/>
          <p:cNvCxnSpPr>
            <a:stCxn id="187" idx="1"/>
            <a:endCxn id="186" idx="4"/>
          </p:cNvCxnSpPr>
          <p:nvPr/>
        </p:nvCxnSpPr>
        <p:spPr>
          <a:xfrm rot="10800000">
            <a:off x="5378574" y="3372786"/>
            <a:ext cx="654300" cy="654300"/>
          </a:xfrm>
          <a:prstGeom prst="straightConnector1">
            <a:avLst/>
          </a:prstGeom>
          <a:noFill/>
          <a:ln cap="flat" cmpd="sng" w="38100">
            <a:solidFill>
              <a:srgbClr val="7030A0"/>
            </a:solidFill>
            <a:prstDash val="solid"/>
            <a:round/>
            <a:headEnd len="sm" w="sm" type="none"/>
            <a:tailEnd len="sm" w="sm" type="none"/>
          </a:ln>
        </p:spPr>
      </p:cxnSp>
      <p:cxnSp>
        <p:nvCxnSpPr>
          <p:cNvPr id="192" name="Google Shape;192;p10"/>
          <p:cNvCxnSpPr>
            <a:stCxn id="184" idx="5"/>
            <a:endCxn id="188" idx="0"/>
          </p:cNvCxnSpPr>
          <p:nvPr/>
        </p:nvCxnSpPr>
        <p:spPr>
          <a:xfrm>
            <a:off x="6781800" y="2566212"/>
            <a:ext cx="730500" cy="1340100"/>
          </a:xfrm>
          <a:prstGeom prst="straightConnector1">
            <a:avLst/>
          </a:prstGeom>
          <a:noFill/>
          <a:ln cap="flat" cmpd="sng" w="38100">
            <a:solidFill>
              <a:srgbClr val="7030A0"/>
            </a:solidFill>
            <a:prstDash val="solid"/>
            <a:round/>
            <a:headEnd len="sm" w="sm" type="none"/>
            <a:tailEnd len="sm" w="sm" type="none"/>
          </a:ln>
        </p:spPr>
      </p:cxnSp>
      <p:cxnSp>
        <p:nvCxnSpPr>
          <p:cNvPr id="193" name="Google Shape;193;p10"/>
          <p:cNvCxnSpPr>
            <a:endCxn id="187" idx="0"/>
          </p:cNvCxnSpPr>
          <p:nvPr/>
        </p:nvCxnSpPr>
        <p:spPr>
          <a:xfrm flipH="1">
            <a:off x="6140637" y="2610849"/>
            <a:ext cx="533400" cy="1371600"/>
          </a:xfrm>
          <a:prstGeom prst="straightConnector1">
            <a:avLst/>
          </a:prstGeom>
          <a:noFill/>
          <a:ln cap="flat" cmpd="sng" w="38100">
            <a:solidFill>
              <a:srgbClr val="7030A0"/>
            </a:solidFill>
            <a:prstDash val="solid"/>
            <a:round/>
            <a:headEnd len="sm" w="sm" type="none"/>
            <a:tailEnd len="sm" w="sm" type="none"/>
          </a:ln>
        </p:spPr>
      </p:cxnSp>
      <p:sp>
        <p:nvSpPr>
          <p:cNvPr id="194" name="Google Shape;194;p10"/>
          <p:cNvSpPr/>
          <p:nvPr/>
        </p:nvSpPr>
        <p:spPr>
          <a:xfrm>
            <a:off x="6521637" y="527784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cxnSp>
        <p:nvCxnSpPr>
          <p:cNvPr id="195" name="Google Shape;195;p10"/>
          <p:cNvCxnSpPr>
            <a:endCxn id="194" idx="2"/>
          </p:cNvCxnSpPr>
          <p:nvPr/>
        </p:nvCxnSpPr>
        <p:spPr>
          <a:xfrm>
            <a:off x="5302437" y="5277849"/>
            <a:ext cx="1219200" cy="152400"/>
          </a:xfrm>
          <a:prstGeom prst="straightConnector1">
            <a:avLst/>
          </a:prstGeom>
          <a:noFill/>
          <a:ln cap="flat" cmpd="sng" w="38100">
            <a:solidFill>
              <a:srgbClr val="7030A0"/>
            </a:solidFill>
            <a:prstDash val="solid"/>
            <a:round/>
            <a:headEnd len="sm" w="sm" type="none"/>
            <a:tailEnd len="sm" w="sm" type="none"/>
          </a:ln>
        </p:spPr>
      </p:cxnSp>
      <p:cxnSp>
        <p:nvCxnSpPr>
          <p:cNvPr id="196" name="Google Shape;196;p10"/>
          <p:cNvCxnSpPr>
            <a:stCxn id="194" idx="7"/>
            <a:endCxn id="188" idx="4"/>
          </p:cNvCxnSpPr>
          <p:nvPr/>
        </p:nvCxnSpPr>
        <p:spPr>
          <a:xfrm flipH="1" rot="10800000">
            <a:off x="6781800" y="4210986"/>
            <a:ext cx="730500" cy="1111500"/>
          </a:xfrm>
          <a:prstGeom prst="straightConnector1">
            <a:avLst/>
          </a:prstGeom>
          <a:noFill/>
          <a:ln cap="flat" cmpd="sng" w="38100">
            <a:solidFill>
              <a:srgbClr val="7030A0"/>
            </a:solidFill>
            <a:prstDash val="solid"/>
            <a:round/>
            <a:headEnd len="sm" w="sm" type="none"/>
            <a:tailEnd len="sm" w="sm" type="none"/>
          </a:ln>
        </p:spPr>
      </p:cxnSp>
      <p:cxnSp>
        <p:nvCxnSpPr>
          <p:cNvPr id="197" name="Google Shape;197;p10"/>
          <p:cNvCxnSpPr>
            <a:stCxn id="188" idx="2"/>
            <a:endCxn id="187" idx="6"/>
          </p:cNvCxnSpPr>
          <p:nvPr/>
        </p:nvCxnSpPr>
        <p:spPr>
          <a:xfrm flipH="1">
            <a:off x="6293037" y="4058649"/>
            <a:ext cx="1066800" cy="76200"/>
          </a:xfrm>
          <a:prstGeom prst="straightConnector1">
            <a:avLst/>
          </a:prstGeom>
          <a:noFill/>
          <a:ln cap="flat" cmpd="sng" w="38100">
            <a:solidFill>
              <a:srgbClr val="7030A0"/>
            </a:solidFill>
            <a:prstDash val="solid"/>
            <a:round/>
            <a:headEnd len="sm" w="sm" type="none"/>
            <a:tailEnd len="sm" w="sm" type="none"/>
          </a:ln>
        </p:spPr>
      </p:cxnSp>
      <p:cxnSp>
        <p:nvCxnSpPr>
          <p:cNvPr id="198" name="Google Shape;198;p10"/>
          <p:cNvCxnSpPr>
            <a:endCxn id="186" idx="3"/>
          </p:cNvCxnSpPr>
          <p:nvPr/>
        </p:nvCxnSpPr>
        <p:spPr>
          <a:xfrm flipH="1" rot="10800000">
            <a:off x="5042274" y="3328212"/>
            <a:ext cx="228600" cy="1842000"/>
          </a:xfrm>
          <a:prstGeom prst="straightConnector1">
            <a:avLst/>
          </a:prstGeom>
          <a:noFill/>
          <a:ln cap="flat" cmpd="sng" w="38100">
            <a:solidFill>
              <a:srgbClr val="7030A0"/>
            </a:solidFill>
            <a:prstDash val="solid"/>
            <a:round/>
            <a:headEnd len="sm" w="sm" type="none"/>
            <a:tailEnd len="sm" w="sm" type="none"/>
          </a:ln>
        </p:spPr>
      </p:cxnSp>
      <p:cxnSp>
        <p:nvCxnSpPr>
          <p:cNvPr id="199" name="Google Shape;199;p10"/>
          <p:cNvCxnSpPr/>
          <p:nvPr/>
        </p:nvCxnSpPr>
        <p:spPr>
          <a:xfrm rot="-5400000">
            <a:off x="5813519" y="3579131"/>
            <a:ext cx="1035236" cy="2146674"/>
          </a:xfrm>
          <a:prstGeom prst="straightConnector1">
            <a:avLst/>
          </a:prstGeom>
          <a:noFill/>
          <a:ln cap="flat" cmpd="sng" w="38100">
            <a:solidFill>
              <a:srgbClr val="7030A0"/>
            </a:solidFill>
            <a:prstDash val="solid"/>
            <a:round/>
            <a:headEnd len="sm" w="sm" type="none"/>
            <a:tailEnd len="sm" w="sm" type="none"/>
          </a:ln>
        </p:spPr>
      </p:cxnSp>
      <p:cxnSp>
        <p:nvCxnSpPr>
          <p:cNvPr id="200" name="Google Shape;200;p10"/>
          <p:cNvCxnSpPr>
            <a:stCxn id="188" idx="5"/>
            <a:endCxn id="201" idx="1"/>
          </p:cNvCxnSpPr>
          <p:nvPr/>
        </p:nvCxnSpPr>
        <p:spPr>
          <a:xfrm>
            <a:off x="7620000" y="4166412"/>
            <a:ext cx="522000" cy="895800"/>
          </a:xfrm>
          <a:prstGeom prst="straightConnector1">
            <a:avLst/>
          </a:prstGeom>
          <a:noFill/>
          <a:ln cap="flat" cmpd="sng" w="38100">
            <a:solidFill>
              <a:srgbClr val="7030A0"/>
            </a:solidFill>
            <a:prstDash val="solid"/>
            <a:round/>
            <a:headEnd len="sm" w="sm" type="none"/>
            <a:tailEnd len="sm" w="sm" type="none"/>
          </a:ln>
        </p:spPr>
      </p:cxnSp>
      <p:sp>
        <p:nvSpPr>
          <p:cNvPr id="201" name="Google Shape;201;p10"/>
          <p:cNvSpPr/>
          <p:nvPr/>
        </p:nvSpPr>
        <p:spPr>
          <a:xfrm>
            <a:off x="8097452" y="501768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202" name="Google Shape;202;p10"/>
          <p:cNvSpPr/>
          <p:nvPr/>
        </p:nvSpPr>
        <p:spPr>
          <a:xfrm>
            <a:off x="4966074" y="509388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7</a:t>
            </a:r>
            <a:endParaRPr/>
          </a:p>
        </p:txBody>
      </p:sp>
      <p:sp>
        <p:nvSpPr>
          <p:cNvPr id="203" name="Google Shape;203;p10"/>
          <p:cNvSpPr/>
          <p:nvPr/>
        </p:nvSpPr>
        <p:spPr>
          <a:xfrm>
            <a:off x="2217286" y="345069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u</a:t>
            </a:r>
            <a:endParaRPr/>
          </a:p>
        </p:txBody>
      </p:sp>
      <p:sp>
        <p:nvSpPr>
          <p:cNvPr id="204" name="Google Shape;204;p10"/>
          <p:cNvSpPr/>
          <p:nvPr/>
        </p:nvSpPr>
        <p:spPr>
          <a:xfrm>
            <a:off x="3741286" y="421269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v</a:t>
            </a:r>
            <a:endParaRPr/>
          </a:p>
        </p:txBody>
      </p:sp>
      <p:sp>
        <p:nvSpPr>
          <p:cNvPr id="205" name="Google Shape;205;p10"/>
          <p:cNvSpPr/>
          <p:nvPr/>
        </p:nvSpPr>
        <p:spPr>
          <a:xfrm>
            <a:off x="921886" y="421269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t</a:t>
            </a:r>
            <a:endParaRPr/>
          </a:p>
        </p:txBody>
      </p:sp>
      <p:sp>
        <p:nvSpPr>
          <p:cNvPr id="206" name="Google Shape;206;p10"/>
          <p:cNvSpPr/>
          <p:nvPr/>
        </p:nvSpPr>
        <p:spPr>
          <a:xfrm>
            <a:off x="1379086" y="558429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s</a:t>
            </a:r>
            <a:endParaRPr/>
          </a:p>
        </p:txBody>
      </p:sp>
      <p:sp>
        <p:nvSpPr>
          <p:cNvPr id="207" name="Google Shape;207;p10"/>
          <p:cNvSpPr/>
          <p:nvPr/>
        </p:nvSpPr>
        <p:spPr>
          <a:xfrm>
            <a:off x="2750686" y="566049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x</a:t>
            </a:r>
            <a:endParaRPr/>
          </a:p>
        </p:txBody>
      </p:sp>
      <p:cxnSp>
        <p:nvCxnSpPr>
          <p:cNvPr id="208" name="Google Shape;208;p10"/>
          <p:cNvCxnSpPr>
            <a:stCxn id="205" idx="7"/>
            <a:endCxn id="203" idx="2"/>
          </p:cNvCxnSpPr>
          <p:nvPr/>
        </p:nvCxnSpPr>
        <p:spPr>
          <a:xfrm flipH="1" rot="10800000">
            <a:off x="1182049" y="3603035"/>
            <a:ext cx="1035300" cy="654300"/>
          </a:xfrm>
          <a:prstGeom prst="straightConnector1">
            <a:avLst/>
          </a:prstGeom>
          <a:noFill/>
          <a:ln cap="flat" cmpd="sng" w="38100">
            <a:solidFill>
              <a:srgbClr val="7030A0"/>
            </a:solidFill>
            <a:prstDash val="solid"/>
            <a:round/>
            <a:headEnd len="sm" w="sm" type="none"/>
            <a:tailEnd len="med" w="med" type="stealth"/>
          </a:ln>
        </p:spPr>
      </p:cxnSp>
      <p:cxnSp>
        <p:nvCxnSpPr>
          <p:cNvPr id="209" name="Google Shape;209;p10"/>
          <p:cNvCxnSpPr>
            <a:endCxn id="204" idx="3"/>
          </p:cNvCxnSpPr>
          <p:nvPr/>
        </p:nvCxnSpPr>
        <p:spPr>
          <a:xfrm flipH="1" rot="10800000">
            <a:off x="1607623" y="4472861"/>
            <a:ext cx="2178300" cy="1156200"/>
          </a:xfrm>
          <a:prstGeom prst="straightConnector1">
            <a:avLst/>
          </a:prstGeom>
          <a:noFill/>
          <a:ln cap="flat" cmpd="sng" w="38100">
            <a:solidFill>
              <a:srgbClr val="7030A0"/>
            </a:solidFill>
            <a:prstDash val="solid"/>
            <a:round/>
            <a:headEnd len="sm" w="sm" type="none"/>
            <a:tailEnd len="med" w="med" type="stealth"/>
          </a:ln>
        </p:spPr>
      </p:cxnSp>
      <p:cxnSp>
        <p:nvCxnSpPr>
          <p:cNvPr id="210" name="Google Shape;210;p10"/>
          <p:cNvCxnSpPr>
            <a:stCxn id="207" idx="7"/>
          </p:cNvCxnSpPr>
          <p:nvPr/>
        </p:nvCxnSpPr>
        <p:spPr>
          <a:xfrm flipH="1" rot="10800000">
            <a:off x="3010849" y="4517435"/>
            <a:ext cx="927600" cy="1187700"/>
          </a:xfrm>
          <a:prstGeom prst="straightConnector1">
            <a:avLst/>
          </a:prstGeom>
          <a:noFill/>
          <a:ln cap="flat" cmpd="sng" w="38100">
            <a:solidFill>
              <a:srgbClr val="7030A0"/>
            </a:solidFill>
            <a:prstDash val="solid"/>
            <a:round/>
            <a:headEnd len="sm" w="sm" type="none"/>
            <a:tailEnd len="med" w="med" type="stealth"/>
          </a:ln>
        </p:spPr>
      </p:cxnSp>
      <p:cxnSp>
        <p:nvCxnSpPr>
          <p:cNvPr id="211" name="Google Shape;211;p10"/>
          <p:cNvCxnSpPr>
            <a:stCxn id="206" idx="1"/>
            <a:endCxn id="205" idx="4"/>
          </p:cNvCxnSpPr>
          <p:nvPr/>
        </p:nvCxnSpPr>
        <p:spPr>
          <a:xfrm rot="10800000">
            <a:off x="1074223" y="4517435"/>
            <a:ext cx="349500" cy="1111500"/>
          </a:xfrm>
          <a:prstGeom prst="straightConnector1">
            <a:avLst/>
          </a:prstGeom>
          <a:noFill/>
          <a:ln cap="flat" cmpd="sng" w="38100">
            <a:solidFill>
              <a:srgbClr val="7030A0"/>
            </a:solidFill>
            <a:prstDash val="solid"/>
            <a:round/>
            <a:headEnd len="sm" w="sm" type="none"/>
            <a:tailEnd len="med" w="med" type="stealth"/>
          </a:ln>
        </p:spPr>
      </p:cxnSp>
      <p:cxnSp>
        <p:nvCxnSpPr>
          <p:cNvPr id="212" name="Google Shape;212;p10"/>
          <p:cNvCxnSpPr>
            <a:stCxn id="203" idx="6"/>
            <a:endCxn id="204" idx="1"/>
          </p:cNvCxnSpPr>
          <p:nvPr/>
        </p:nvCxnSpPr>
        <p:spPr>
          <a:xfrm>
            <a:off x="2522086" y="3603098"/>
            <a:ext cx="1263900" cy="654300"/>
          </a:xfrm>
          <a:prstGeom prst="straightConnector1">
            <a:avLst/>
          </a:prstGeom>
          <a:noFill/>
          <a:ln cap="flat" cmpd="sng" w="38100">
            <a:solidFill>
              <a:srgbClr val="7030A0"/>
            </a:solidFill>
            <a:prstDash val="solid"/>
            <a:round/>
            <a:headEnd len="sm" w="sm" type="none"/>
            <a:tailEnd len="med" w="med" type="stealth"/>
          </a:ln>
        </p:spPr>
      </p:cxnSp>
      <p:cxnSp>
        <p:nvCxnSpPr>
          <p:cNvPr id="213" name="Google Shape;213;p10"/>
          <p:cNvCxnSpPr>
            <a:endCxn id="206" idx="0"/>
          </p:cNvCxnSpPr>
          <p:nvPr/>
        </p:nvCxnSpPr>
        <p:spPr>
          <a:xfrm flipH="1">
            <a:off x="1531486" y="3755498"/>
            <a:ext cx="838200" cy="1828800"/>
          </a:xfrm>
          <a:prstGeom prst="straightConnector1">
            <a:avLst/>
          </a:prstGeom>
          <a:noFill/>
          <a:ln cap="flat" cmpd="sng" w="38100">
            <a:solidFill>
              <a:srgbClr val="7030A0"/>
            </a:solidFill>
            <a:prstDash val="solid"/>
            <a:round/>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par>
                                <p:cTn fill="hold" nodeType="with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par>
                                <p:cTn fill="hold" nodeType="with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par>
                                <p:cTn fill="hold" nodeType="with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par>
                                <p:cTn fill="hold" nodeType="with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1"/>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
        <p:nvSpPr>
          <p:cNvPr id="220" name="Google Shape;220;p11"/>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lý</a:t>
            </a:r>
            <a:endParaRPr/>
          </a:p>
        </p:txBody>
      </p:sp>
      <p:sp>
        <p:nvSpPr>
          <p:cNvPr id="221" name="Google Shape;221;p11"/>
          <p:cNvSpPr txBox="1"/>
          <p:nvPr>
            <p:ph idx="2" type="body"/>
          </p:nvPr>
        </p:nvSpPr>
        <p:spPr>
          <a:xfrm>
            <a:off x="457200" y="2174875"/>
            <a:ext cx="4040188" cy="3921125"/>
          </a:xfrm>
          <a:prstGeom prst="rect">
            <a:avLst/>
          </a:prstGeom>
          <a:blipFill rotWithShape="1">
            <a:blip r:embed="rId3">
              <a:alphaModFix/>
            </a:blip>
            <a:stretch>
              <a:fillRect b="0" l="-2261" r="-450" t="-3887"/>
            </a:stretch>
          </a:blipFill>
          <a:ln>
            <a:noFill/>
          </a:ln>
        </p:spPr>
        <p:txBody>
          <a:bodyPr anchorCtr="0" anchor="t" bIns="45700" lIns="91425" spcFirstLastPara="1" rIns="91425" wrap="square" tIns="45700">
            <a:noAutofit/>
          </a:bodyPr>
          <a:lstStyle/>
          <a:p>
            <a:pPr indent="0" lvl="0" marL="342900" rtl="0" algn="l">
              <a:spcBef>
                <a:spcPts val="0"/>
              </a:spcBef>
              <a:spcAft>
                <a:spcPts val="0"/>
              </a:spcAft>
              <a:buNone/>
            </a:pPr>
            <a:r>
              <a:rPr lang="en-US"/>
              <a:t> </a:t>
            </a:r>
            <a:endParaRPr/>
          </a:p>
        </p:txBody>
      </p:sp>
      <p:sp>
        <p:nvSpPr>
          <p:cNvPr id="222" name="Google Shape;222;p11"/>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Bài tập</a:t>
            </a:r>
            <a:endParaRPr/>
          </a:p>
        </p:txBody>
      </p:sp>
      <p:sp>
        <p:nvSpPr>
          <p:cNvPr id="223" name="Google Shape;223;p11"/>
          <p:cNvSpPr txBox="1"/>
          <p:nvPr>
            <p:ph idx="4" type="body"/>
          </p:nvPr>
        </p:nvSpPr>
        <p:spPr>
          <a:xfrm>
            <a:off x="4645025" y="2174875"/>
            <a:ext cx="4041775" cy="3951288"/>
          </a:xfrm>
          <a:prstGeom prst="rect">
            <a:avLst/>
          </a:prstGeom>
          <a:solidFill>
            <a:srgbClr val="00B0F0"/>
          </a:solidFill>
          <a:ln>
            <a:noFill/>
          </a:ln>
        </p:spPr>
        <p:txBody>
          <a:bodyPr anchorCtr="0" anchor="t" bIns="45700" lIns="91425" spcFirstLastPara="1" rIns="91425" wrap="square" tIns="45700">
            <a:noAutofit/>
          </a:bodyPr>
          <a:lstStyle/>
          <a:p>
            <a:pPr indent="-190500" lvl="0" marL="342900" rtl="0" algn="l">
              <a:lnSpc>
                <a:spcPct val="80000"/>
              </a:lnSpc>
              <a:spcBef>
                <a:spcPts val="0"/>
              </a:spcBef>
              <a:spcAft>
                <a:spcPts val="0"/>
              </a:spcAft>
              <a:buClr>
                <a:schemeClr val="dk1"/>
              </a:buClr>
              <a:buSzPts val="2400"/>
              <a:buFont typeface="Noto Sans Symbols"/>
              <a:buNone/>
            </a:pPr>
            <a:r>
              <a:t/>
            </a:r>
            <a:endParaRPr>
              <a:solidFill>
                <a:srgbClr val="002060"/>
              </a:solidFill>
            </a:endParaRPr>
          </a:p>
          <a:p>
            <a:pPr indent="-342900" lvl="0" marL="342900" rtl="0" algn="l">
              <a:lnSpc>
                <a:spcPct val="80000"/>
              </a:lnSpc>
              <a:spcBef>
                <a:spcPts val="0"/>
              </a:spcBef>
              <a:spcAft>
                <a:spcPts val="0"/>
              </a:spcAft>
              <a:buClr>
                <a:srgbClr val="002060"/>
              </a:buClr>
              <a:buSzPts val="2400"/>
              <a:buFont typeface="Noto Sans Symbols"/>
              <a:buChar char="▪"/>
            </a:pPr>
            <a:r>
              <a:rPr lang="en-US">
                <a:solidFill>
                  <a:srgbClr val="002060"/>
                </a:solidFill>
              </a:rPr>
              <a:t>Số đỉnh </a:t>
            </a:r>
            <a:r>
              <a:rPr lang="en-US">
                <a:solidFill>
                  <a:srgbClr val="002060"/>
                </a:solidFill>
              </a:rPr>
              <a:t>bậc </a:t>
            </a:r>
            <a:r>
              <a:rPr lang="en-US">
                <a:solidFill>
                  <a:srgbClr val="002060"/>
                </a:solidFill>
              </a:rPr>
              <a:t>lẻ của G là số chẵn</a:t>
            </a:r>
            <a:r>
              <a:rPr lang="en-US">
                <a:solidFill>
                  <a:srgbClr val="002060"/>
                </a:solidFill>
              </a:rPr>
              <a:t>.</a:t>
            </a:r>
            <a:endParaRPr/>
          </a:p>
          <a:p>
            <a:pPr indent="-190500" lvl="0" marL="342900" rtl="0" algn="l">
              <a:lnSpc>
                <a:spcPct val="80000"/>
              </a:lnSpc>
              <a:spcBef>
                <a:spcPts val="0"/>
              </a:spcBef>
              <a:spcAft>
                <a:spcPts val="0"/>
              </a:spcAft>
              <a:buClr>
                <a:schemeClr val="dk1"/>
              </a:buClr>
              <a:buSzPts val="2400"/>
              <a:buFont typeface="Noto Sans Symbols"/>
              <a:buNone/>
            </a:pPr>
            <a:r>
              <a:t/>
            </a:r>
            <a:endParaRPr>
              <a:solidFill>
                <a:srgbClr val="002060"/>
              </a:solidFill>
            </a:endParaRPr>
          </a:p>
          <a:p>
            <a:pPr indent="-342900" lvl="0" marL="342900" rtl="0" algn="l">
              <a:lnSpc>
                <a:spcPct val="80000"/>
              </a:lnSpc>
              <a:spcBef>
                <a:spcPts val="0"/>
              </a:spcBef>
              <a:spcAft>
                <a:spcPts val="0"/>
              </a:spcAft>
              <a:buClr>
                <a:schemeClr val="dk1"/>
              </a:buClr>
              <a:buSzPts val="2400"/>
              <a:buFont typeface="Noto Sans Symbols"/>
              <a:buChar char="▪"/>
            </a:pPr>
            <a:r>
              <a:rPr lang="en-US"/>
              <a:t>Tính số đỉnh của G, biết G có 10 cạnh, 3 đỉnh bậc 1, 2 đỉnh bậc 2, 1 đỉnh bậc 4 và các đỉnh còn lại bậc 3.</a:t>
            </a:r>
            <a:endParaRPr/>
          </a:p>
          <a:p>
            <a:pPr indent="-190500" lvl="0" marL="342900" rtl="0" algn="l">
              <a:lnSpc>
                <a:spcPct val="80000"/>
              </a:lnSpc>
              <a:spcBef>
                <a:spcPts val="0"/>
              </a:spcBef>
              <a:spcAft>
                <a:spcPts val="0"/>
              </a:spcAft>
              <a:buClr>
                <a:schemeClr val="dk1"/>
              </a:buClr>
              <a:buSzPts val="2400"/>
              <a:buFont typeface="Noto Sans Symbols"/>
              <a:buNone/>
            </a:pPr>
            <a:r>
              <a:t/>
            </a:r>
            <a:endParaRPr>
              <a:solidFill>
                <a:srgbClr val="002060"/>
              </a:solidFill>
            </a:endParaRPr>
          </a:p>
          <a:p>
            <a:pPr indent="-190500" lvl="0" marL="342900" rtl="0" algn="l">
              <a:lnSpc>
                <a:spcPct val="80000"/>
              </a:lnSpc>
              <a:spcBef>
                <a:spcPts val="0"/>
              </a:spcBef>
              <a:spcAft>
                <a:spcPts val="0"/>
              </a:spcAft>
              <a:buClr>
                <a:schemeClr val="dk1"/>
              </a:buClr>
              <a:buSzPts val="2400"/>
              <a:buFont typeface="Noto Sans Symbols"/>
              <a:buNone/>
            </a:pPr>
            <a:r>
              <a:t/>
            </a:r>
            <a:endParaRPr>
              <a:solidFill>
                <a:srgbClr val="002060"/>
              </a:solidFill>
            </a:endParaRPr>
          </a:p>
          <a:p>
            <a:pPr indent="0" lvl="0" marL="0" rtl="0" algn="l">
              <a:lnSpc>
                <a:spcPct val="80000"/>
              </a:lnSpc>
              <a:spcBef>
                <a:spcPts val="0"/>
              </a:spcBef>
              <a:spcAft>
                <a:spcPts val="0"/>
              </a:spcAft>
              <a:buClr>
                <a:srgbClr val="002060"/>
              </a:buClr>
              <a:buSzPts val="2400"/>
              <a:buNone/>
            </a:pPr>
            <a:r>
              <a:rPr lang="en-US">
                <a:solidFill>
                  <a:srgbClr val="002060"/>
                </a:solidFill>
              </a:rPr>
              <a:t>         </a:t>
            </a:r>
            <a:endParaRPr b="1">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29" name="Google Shape;229;p1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30" name="Google Shape;230;p12"/>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31" name="Google Shape;231;p1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32" name="Google Shape;232;p12"/>
          <p:cNvGraphicFramePr/>
          <p:nvPr/>
        </p:nvGraphicFramePr>
        <p:xfrm>
          <a:off x="304800" y="1600200"/>
          <a:ext cx="3000000" cy="3000000"/>
        </p:xfrm>
        <a:graphic>
          <a:graphicData uri="http://schemas.openxmlformats.org/drawingml/2006/table">
            <a:tbl>
              <a:tblPr bandRow="1" firstRow="1">
                <a:solidFill>
                  <a:srgbClr val="99CCFF"/>
                </a:solidFill>
                <a:tableStyleId>{1C80C3B7-A40A-47EB-A490-934C74AF0261}</a:tableStyleId>
              </a:tblPr>
              <a:tblGrid>
                <a:gridCol w="4191000"/>
              </a:tblGrid>
              <a:tr h="649375">
                <a:tc>
                  <a:txBody>
                    <a:bodyPr/>
                    <a:lstStyle/>
                    <a:p>
                      <a:pPr indent="0" lvl="0" marL="0" marR="0" rtl="0" algn="l">
                        <a:spcBef>
                          <a:spcPts val="0"/>
                        </a:spcBef>
                        <a:spcAft>
                          <a:spcPts val="0"/>
                        </a:spcAft>
                        <a:buNone/>
                      </a:pPr>
                      <a:r>
                        <a:rPr lang="en-US" sz="2800" u="none" cap="none" strike="noStrike">
                          <a:solidFill>
                            <a:srgbClr val="2820D2"/>
                          </a:solidFill>
                        </a:rPr>
                        <a:t>Ứng dụng</a:t>
                      </a:r>
                      <a:endParaRPr sz="2800">
                        <a:solidFill>
                          <a:srgbClr val="2820D2"/>
                        </a:solidFill>
                      </a:endParaRPr>
                    </a:p>
                  </a:txBody>
                  <a:tcPr marT="45725" marB="45725" marR="91450" marL="91450">
                    <a:solidFill>
                      <a:srgbClr val="00B050"/>
                    </a:solidFill>
                  </a:tcPr>
                </a:tc>
              </a:tr>
              <a:tr h="4075025">
                <a:tc>
                  <a:txBody>
                    <a:bodyPr/>
                    <a:lstStyle/>
                    <a:p>
                      <a:pPr indent="-285750" lvl="0" marL="285750" marR="0" rtl="0" algn="l">
                        <a:lnSpc>
                          <a:spcPct val="80000"/>
                        </a:lnSpc>
                        <a:spcBef>
                          <a:spcPts val="0"/>
                        </a:spcBef>
                        <a:spcAft>
                          <a:spcPts val="0"/>
                        </a:spcAft>
                        <a:buClr>
                          <a:srgbClr val="002060"/>
                        </a:buClr>
                        <a:buSzPts val="2400"/>
                        <a:buFont typeface="Noto Sans Symbols"/>
                        <a:buChar char="✔"/>
                      </a:pPr>
                      <a:r>
                        <a:rPr lang="en-US" sz="2400" u="none">
                          <a:solidFill>
                            <a:srgbClr val="002060"/>
                          </a:solidFill>
                          <a:latin typeface="Times New Roman"/>
                          <a:ea typeface="Times New Roman"/>
                          <a:cs typeface="Times New Roman"/>
                          <a:sym typeface="Times New Roman"/>
                        </a:rPr>
                        <a:t>Đồ thị tình yêu </a:t>
                      </a:r>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171450" lvl="0" marL="28575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285750" lvl="0" marL="285750" marR="0" rtl="0" algn="l">
                        <a:lnSpc>
                          <a:spcPct val="80000"/>
                        </a:lnSpc>
                        <a:spcBef>
                          <a:spcPts val="0"/>
                        </a:spcBef>
                        <a:spcAft>
                          <a:spcPts val="0"/>
                        </a:spcAft>
                        <a:buClr>
                          <a:srgbClr val="002060"/>
                        </a:buClr>
                        <a:buSzPts val="2400"/>
                        <a:buFont typeface="Noto Sans Symbols"/>
                        <a:buChar char="✔"/>
                      </a:pPr>
                      <a:r>
                        <a:rPr lang="en-US" sz="2400" u="none">
                          <a:solidFill>
                            <a:srgbClr val="002060"/>
                          </a:solidFill>
                          <a:latin typeface="Times New Roman"/>
                          <a:ea typeface="Times New Roman"/>
                          <a:cs typeface="Times New Roman"/>
                          <a:sym typeface="Times New Roman"/>
                        </a:rPr>
                        <a:t>Hai người có ít nhất cùng 1 sở thích thì có thể ghép đôi</a:t>
                      </a:r>
                      <a:endParaRPr sz="2400" u="none">
                        <a:solidFill>
                          <a:srgbClr val="002060"/>
                        </a:solidFill>
                        <a:latin typeface="Times New Roman"/>
                        <a:ea typeface="Times New Roman"/>
                        <a:cs typeface="Times New Roman"/>
                        <a:sym typeface="Times New Roman"/>
                      </a:endParaRPr>
                    </a:p>
                    <a:p>
                      <a:pPr indent="-133350" lvl="0" marL="285750" marR="0" rtl="0" algn="l">
                        <a:lnSpc>
                          <a:spcPct val="80000"/>
                        </a:lnSpc>
                        <a:spcBef>
                          <a:spcPts val="0"/>
                        </a:spcBef>
                        <a:spcAft>
                          <a:spcPts val="0"/>
                        </a:spcAft>
                        <a:buClr>
                          <a:schemeClr val="dk1"/>
                        </a:buClr>
                        <a:buSzPts val="2400"/>
                        <a:buFont typeface="Noto Sans Symbols"/>
                        <a:buNone/>
                      </a:pPr>
                      <a:r>
                        <a:t/>
                      </a:r>
                      <a:endParaRPr sz="2400" u="none">
                        <a:solidFill>
                          <a:srgbClr val="002060"/>
                        </a:solidFill>
                        <a:latin typeface="Times New Roman"/>
                        <a:ea typeface="Times New Roman"/>
                        <a:cs typeface="Times New Roman"/>
                        <a:sym typeface="Times New Roman"/>
                      </a:endParaRPr>
                    </a:p>
                    <a:p>
                      <a:pPr indent="-285750" lvl="0" marL="285750" marR="0" rtl="0" algn="l">
                        <a:lnSpc>
                          <a:spcPct val="80000"/>
                        </a:lnSpc>
                        <a:spcBef>
                          <a:spcPts val="0"/>
                        </a:spcBef>
                        <a:spcAft>
                          <a:spcPts val="0"/>
                        </a:spcAft>
                        <a:buClr>
                          <a:srgbClr val="FF0000"/>
                        </a:buClr>
                        <a:buSzPts val="2520"/>
                        <a:buFont typeface="Times New Roman"/>
                        <a:buChar char="?"/>
                      </a:pPr>
                      <a:r>
                        <a:rPr lang="en-US" sz="2400" u="none">
                          <a:solidFill>
                            <a:srgbClr val="002060"/>
                          </a:solidFill>
                          <a:latin typeface="Times New Roman"/>
                          <a:ea typeface="Times New Roman"/>
                          <a:cs typeface="Times New Roman"/>
                          <a:sym typeface="Times New Roman"/>
                        </a:rPr>
                        <a:t>Tìm cách ghép đôi sao cho số người cô đơn là ít nhất</a:t>
                      </a:r>
                      <a:endParaRPr sz="2400" u="none">
                        <a:solidFill>
                          <a:srgbClr val="002060"/>
                        </a:solidFill>
                        <a:latin typeface="Times New Roman"/>
                        <a:ea typeface="Times New Roman"/>
                        <a:cs typeface="Times New Roman"/>
                        <a:sym typeface="Times New Roman"/>
                      </a:endParaRPr>
                    </a:p>
                  </a:txBody>
                  <a:tcPr marT="45725" marB="45725" marR="91450" marL="91450">
                    <a:solidFill>
                      <a:srgbClr val="00B050">
                        <a:alpha val="20000"/>
                      </a:srgbClr>
                    </a:solidFill>
                  </a:tcPr>
                </a:tc>
              </a:tr>
            </a:tbl>
          </a:graphicData>
        </a:graphic>
      </p:graphicFrame>
      <p:graphicFrame>
        <p:nvGraphicFramePr>
          <p:cNvPr id="233" name="Google Shape;233;p12"/>
          <p:cNvGraphicFramePr/>
          <p:nvPr/>
        </p:nvGraphicFramePr>
        <p:xfrm>
          <a:off x="4724400" y="1600200"/>
          <a:ext cx="3000000" cy="3000000"/>
        </p:xfrm>
        <a:graphic>
          <a:graphicData uri="http://schemas.openxmlformats.org/drawingml/2006/table">
            <a:tbl>
              <a:tblPr bandRow="1" firstRow="1">
                <a:solidFill>
                  <a:srgbClr val="99CCFF"/>
                </a:solidFill>
                <a:tableStyleId>{1C80C3B7-A40A-47EB-A490-934C74AF0261}</a:tableStyleId>
              </a:tblPr>
              <a:tblGrid>
                <a:gridCol w="3962400"/>
              </a:tblGrid>
              <a:tr h="685800">
                <a:tc>
                  <a:txBody>
                    <a:bodyPr/>
                    <a:lstStyle/>
                    <a:p>
                      <a:pPr indent="0" lvl="0" marL="0" marR="0" rtl="0" algn="l">
                        <a:spcBef>
                          <a:spcPts val="0"/>
                        </a:spcBef>
                        <a:spcAft>
                          <a:spcPts val="0"/>
                        </a:spcAft>
                        <a:buNone/>
                      </a:pPr>
                      <a:r>
                        <a:rPr lang="en-US" sz="2800">
                          <a:solidFill>
                            <a:srgbClr val="2820D2"/>
                          </a:solidFill>
                        </a:rPr>
                        <a:t>Ứng</a:t>
                      </a:r>
                      <a:r>
                        <a:rPr lang="en-US" sz="2800">
                          <a:solidFill>
                            <a:srgbClr val="2820D2"/>
                          </a:solidFill>
                        </a:rPr>
                        <a:t> dụng</a:t>
                      </a:r>
                      <a:endParaRPr sz="2800">
                        <a:solidFill>
                          <a:srgbClr val="2820D2"/>
                        </a:solidFill>
                      </a:endParaRPr>
                    </a:p>
                  </a:txBody>
                  <a:tcPr marT="45725" marB="45725" marR="91450" marL="91450">
                    <a:solidFill>
                      <a:srgbClr val="00B050"/>
                    </a:solidFill>
                  </a:tcPr>
                </a:tc>
              </a:tr>
              <a:tr h="4021300">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234" name="Google Shape;234;p12"/>
          <p:cNvPicPr preferRelativeResize="0"/>
          <p:nvPr/>
        </p:nvPicPr>
        <p:blipFill rotWithShape="1">
          <a:blip r:embed="rId3">
            <a:alphaModFix/>
          </a:blip>
          <a:srcRect b="0" l="0" r="0" t="0"/>
          <a:stretch/>
        </p:blipFill>
        <p:spPr>
          <a:xfrm>
            <a:off x="5038725" y="4419600"/>
            <a:ext cx="3333750" cy="1504950"/>
          </a:xfrm>
          <a:prstGeom prst="rect">
            <a:avLst/>
          </a:prstGeom>
          <a:noFill/>
          <a:ln>
            <a:noFill/>
          </a:ln>
        </p:spPr>
      </p:pic>
      <p:pic>
        <p:nvPicPr>
          <p:cNvPr id="235" name="Google Shape;235;p12"/>
          <p:cNvPicPr preferRelativeResize="0"/>
          <p:nvPr/>
        </p:nvPicPr>
        <p:blipFill rotWithShape="1">
          <a:blip r:embed="rId4">
            <a:alphaModFix/>
          </a:blip>
          <a:srcRect b="0" l="0" r="0" t="0"/>
          <a:stretch/>
        </p:blipFill>
        <p:spPr>
          <a:xfrm>
            <a:off x="762000" y="2676525"/>
            <a:ext cx="3409950" cy="1514475"/>
          </a:xfrm>
          <a:prstGeom prst="rect">
            <a:avLst/>
          </a:prstGeom>
          <a:noFill/>
          <a:ln>
            <a:noFill/>
          </a:ln>
        </p:spPr>
      </p:pic>
      <p:sp>
        <p:nvSpPr>
          <p:cNvPr id="236" name="Google Shape;236;p12"/>
          <p:cNvSpPr txBox="1"/>
          <p:nvPr>
            <p:ph type="title"/>
          </p:nvPr>
        </p:nvSpPr>
        <p:spPr>
          <a:xfrm>
            <a:off x="457200" y="381000"/>
            <a:ext cx="8229600" cy="1036638"/>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42" name="Google Shape;242;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43" name="Google Shape;243;p13"/>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44" name="Google Shape;244;p1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45" name="Google Shape;245;p13"/>
          <p:cNvGraphicFramePr/>
          <p:nvPr/>
        </p:nvGraphicFramePr>
        <p:xfrm>
          <a:off x="457200" y="16002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59850">
                <a:tc>
                  <a:txBody>
                    <a:bodyPr/>
                    <a:lstStyle/>
                    <a:p>
                      <a:pPr indent="0" lvl="0" marL="0" marR="0" rtl="0" algn="l">
                        <a:spcBef>
                          <a:spcPts val="0"/>
                        </a:spcBef>
                        <a:spcAft>
                          <a:spcPts val="0"/>
                        </a:spcAft>
                        <a:buNone/>
                      </a:pPr>
                      <a:r>
                        <a:rPr lang="en-US" sz="2800">
                          <a:solidFill>
                            <a:srgbClr val="2820D2"/>
                          </a:solidFill>
                        </a:rPr>
                        <a:t>Ứng </a:t>
                      </a:r>
                      <a:r>
                        <a:rPr lang="en-US" sz="2800">
                          <a:solidFill>
                            <a:srgbClr val="2820D2"/>
                          </a:solidFill>
                        </a:rPr>
                        <a:t>dụng</a:t>
                      </a:r>
                      <a:endParaRPr sz="2800">
                        <a:solidFill>
                          <a:srgbClr val="2820D2"/>
                        </a:solidFill>
                      </a:endParaRPr>
                    </a:p>
                  </a:txBody>
                  <a:tcPr marT="45725" marB="45725" marR="91450" marL="91450">
                    <a:solidFill>
                      <a:srgbClr val="00B050"/>
                    </a:solidFill>
                  </a:tcPr>
                </a:tc>
              </a:tr>
              <a:tr h="4140750">
                <a:tc>
                  <a:txBody>
                    <a:bodyPr/>
                    <a:lstStyle/>
                    <a:p>
                      <a:pPr indent="-285750" lvl="0" marL="285750" marR="0" rtl="0" algn="l">
                        <a:lnSpc>
                          <a:spcPct val="80000"/>
                        </a:lnSpc>
                        <a:spcBef>
                          <a:spcPts val="0"/>
                        </a:spcBef>
                        <a:spcAft>
                          <a:spcPts val="0"/>
                        </a:spcAft>
                        <a:buClr>
                          <a:srgbClr val="002060"/>
                        </a:buClr>
                        <a:buSzPts val="2400"/>
                        <a:buFont typeface="Noto Sans Symbols"/>
                        <a:buChar char="●"/>
                      </a:pPr>
                      <a:r>
                        <a:rPr lang="en-US" sz="2400" u="none">
                          <a:solidFill>
                            <a:srgbClr val="002060"/>
                          </a:solidFill>
                          <a:latin typeface="Times New Roman"/>
                          <a:ea typeface="Times New Roman"/>
                          <a:cs typeface="Times New Roman"/>
                          <a:sym typeface="Times New Roman"/>
                        </a:rPr>
                        <a:t>Có n điểm tham gia hội thảo, mỗi điểm phát tính hiệu cho các điểm còn lại</a:t>
                      </a:r>
                      <a:endParaRPr sz="2400" u="none">
                        <a:solidFill>
                          <a:srgbClr val="002060"/>
                        </a:solidFill>
                        <a:latin typeface="Times New Roman"/>
                        <a:ea typeface="Times New Roman"/>
                        <a:cs typeface="Times New Roman"/>
                        <a:sym typeface="Times New Roman"/>
                      </a:endParaRPr>
                    </a:p>
                    <a:p>
                      <a:pPr indent="-285750" lvl="1" marL="742950" marR="0" rtl="0" algn="l">
                        <a:lnSpc>
                          <a:spcPct val="80000"/>
                        </a:lnSpc>
                        <a:spcBef>
                          <a:spcPts val="0"/>
                        </a:spcBef>
                        <a:spcAft>
                          <a:spcPts val="0"/>
                        </a:spcAft>
                        <a:buClr>
                          <a:srgbClr val="002060"/>
                        </a:buClr>
                        <a:buSzPts val="2000"/>
                        <a:buFont typeface="Noto Sans Symbols"/>
                        <a:buChar char="○"/>
                      </a:pPr>
                      <a:r>
                        <a:rPr lang="en-US" sz="2000" u="none" cap="none" strike="noStrike">
                          <a:solidFill>
                            <a:srgbClr val="002060"/>
                          </a:solidFill>
                          <a:latin typeface="Times New Roman"/>
                          <a:ea typeface="Times New Roman"/>
                          <a:cs typeface="Times New Roman"/>
                          <a:sym typeface="Times New Roman"/>
                        </a:rPr>
                        <a:t>Tổng các điểm phát ra từ v phải nhỏ hơn băng thông của v.</a:t>
                      </a:r>
                      <a:endParaRPr/>
                    </a:p>
                    <a:p>
                      <a:pPr indent="-285750" lvl="1" marL="742950" marR="0" rtl="0" algn="l">
                        <a:lnSpc>
                          <a:spcPct val="80000"/>
                        </a:lnSpc>
                        <a:spcBef>
                          <a:spcPts val="0"/>
                        </a:spcBef>
                        <a:spcAft>
                          <a:spcPts val="0"/>
                        </a:spcAft>
                        <a:buClr>
                          <a:srgbClr val="002060"/>
                        </a:buClr>
                        <a:buSzPts val="2000"/>
                        <a:buFont typeface="Noto Sans Symbols"/>
                        <a:buChar char="○"/>
                      </a:pPr>
                      <a:r>
                        <a:rPr lang="en-US" sz="2000" u="none" cap="none" strike="noStrike">
                          <a:solidFill>
                            <a:srgbClr val="002060"/>
                          </a:solidFill>
                          <a:latin typeface="Times New Roman"/>
                          <a:ea typeface="Times New Roman"/>
                          <a:cs typeface="Times New Roman"/>
                          <a:sym typeface="Times New Roman"/>
                        </a:rPr>
                        <a:t>Thời gian </a:t>
                      </a:r>
                      <a:r>
                        <a:rPr lang="en-US" sz="2000">
                          <a:solidFill>
                            <a:srgbClr val="002060"/>
                          </a:solidFill>
                          <a:latin typeface="Times New Roman"/>
                          <a:ea typeface="Times New Roman"/>
                          <a:cs typeface="Times New Roman"/>
                          <a:sym typeface="Times New Roman"/>
                        </a:rPr>
                        <a:t>trễ</a:t>
                      </a:r>
                      <a:r>
                        <a:rPr lang="en-US" sz="2000" u="none" cap="none" strike="noStrike">
                          <a:solidFill>
                            <a:srgbClr val="002060"/>
                          </a:solidFill>
                          <a:latin typeface="Times New Roman"/>
                          <a:ea typeface="Times New Roman"/>
                          <a:cs typeface="Times New Roman"/>
                          <a:sym typeface="Times New Roman"/>
                        </a:rPr>
                        <a:t> từ điểm v đến điểm u phải nhỏ hơn một thông số cho trước.</a:t>
                      </a:r>
                      <a:endParaRPr/>
                    </a:p>
                    <a:p>
                      <a:pPr indent="-285750" lvl="1" marL="742950" marR="0" rtl="0" algn="l">
                        <a:lnSpc>
                          <a:spcPct val="80000"/>
                        </a:lnSpc>
                        <a:spcBef>
                          <a:spcPts val="0"/>
                        </a:spcBef>
                        <a:spcAft>
                          <a:spcPts val="0"/>
                        </a:spcAft>
                        <a:buClr>
                          <a:srgbClr val="002060"/>
                        </a:buClr>
                        <a:buSzPts val="2000"/>
                        <a:buFont typeface="Noto Sans Symbols"/>
                        <a:buChar char="○"/>
                      </a:pPr>
                      <a:r>
                        <a:rPr lang="en-US" sz="2000" u="none" cap="none" strike="noStrike">
                          <a:solidFill>
                            <a:srgbClr val="002060"/>
                          </a:solidFill>
                          <a:latin typeface="Times New Roman"/>
                          <a:ea typeface="Times New Roman"/>
                          <a:cs typeface="Times New Roman"/>
                          <a:sym typeface="Times New Roman"/>
                        </a:rPr>
                        <a:t>Đảm bảo băng thông được sử dụng tốt nhất</a:t>
                      </a:r>
                      <a:endParaRPr sz="2000" u="none" cap="none" strike="noStrike">
                        <a:solidFill>
                          <a:srgbClr val="002060"/>
                        </a:solidFill>
                        <a:latin typeface="Times New Roman"/>
                        <a:ea typeface="Times New Roman"/>
                        <a:cs typeface="Times New Roman"/>
                        <a:sym typeface="Times New Roman"/>
                      </a:endParaRPr>
                    </a:p>
                    <a:p>
                      <a:pPr indent="-171450" lvl="1" marL="742950" marR="0" rtl="0" algn="l">
                        <a:lnSpc>
                          <a:spcPct val="80000"/>
                        </a:lnSpc>
                        <a:spcBef>
                          <a:spcPts val="0"/>
                        </a:spcBef>
                        <a:spcAft>
                          <a:spcPts val="0"/>
                        </a:spcAft>
                        <a:buClr>
                          <a:schemeClr val="dk1"/>
                        </a:buClr>
                        <a:buSzPts val="1800"/>
                        <a:buFont typeface="Noto Sans Symbols"/>
                        <a:buNone/>
                      </a:pPr>
                      <a:r>
                        <a:t/>
                      </a:r>
                      <a:endParaRPr sz="1800" u="none" cap="none" strike="noStrik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txBody>
                  <a:tcPr marT="45725" marB="45725" marR="91450" marL="91450">
                    <a:solidFill>
                      <a:srgbClr val="00B0F0">
                        <a:alpha val="20000"/>
                      </a:srgbClr>
                    </a:solidFill>
                  </a:tcPr>
                </a:tc>
              </a:tr>
            </a:tbl>
          </a:graphicData>
        </a:graphic>
      </p:graphicFrame>
      <p:graphicFrame>
        <p:nvGraphicFramePr>
          <p:cNvPr id="246" name="Google Shape;246;p13"/>
          <p:cNvGraphicFramePr/>
          <p:nvPr/>
        </p:nvGraphicFramePr>
        <p:xfrm>
          <a:off x="4648200" y="16002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spcBef>
                          <a:spcPts val="0"/>
                        </a:spcBef>
                        <a:spcAft>
                          <a:spcPts val="0"/>
                        </a:spcAft>
                        <a:buNone/>
                      </a:pPr>
                      <a:r>
                        <a:rPr lang="en-US" sz="2800">
                          <a:solidFill>
                            <a:srgbClr val="2820D2"/>
                          </a:solidFill>
                        </a:rPr>
                        <a:t>Ứng</a:t>
                      </a:r>
                      <a:r>
                        <a:rPr lang="en-US" sz="2800">
                          <a:solidFill>
                            <a:srgbClr val="2820D2"/>
                          </a:solidFill>
                        </a:rPr>
                        <a:t> dụng</a:t>
                      </a:r>
                      <a:endParaRPr sz="2800">
                        <a:solidFill>
                          <a:srgbClr val="2820D2"/>
                        </a:solidFill>
                      </a:endParaRPr>
                    </a:p>
                  </a:txBody>
                  <a:tcPr marT="45725" marB="45725" marR="91450" marL="91450">
                    <a:solidFill>
                      <a:srgbClr val="00B050"/>
                    </a:solidFill>
                  </a:tcPr>
                </a:tc>
              </a:tr>
              <a:tr h="4021300">
                <a:tc>
                  <a:txBody>
                    <a:bodyPr/>
                    <a:lstStyle/>
                    <a:p>
                      <a:pPr indent="-285750" lvl="0" marL="285750" marR="0" rtl="0" algn="l">
                        <a:spcBef>
                          <a:spcPts val="0"/>
                        </a:spcBef>
                        <a:spcAft>
                          <a:spcPts val="0"/>
                        </a:spcAft>
                        <a:buClr>
                          <a:schemeClr val="dk1"/>
                        </a:buClr>
                        <a:buSzPts val="2400"/>
                        <a:buFont typeface="Noto Sans Symbols"/>
                        <a:buChar char="✔"/>
                      </a:pPr>
                      <a:r>
                        <a:rPr lang="en-US" sz="2400"/>
                        <a:t> </a:t>
                      </a:r>
                      <a:endParaRPr/>
                    </a:p>
                    <a:p>
                      <a:pPr indent="-133350" lvl="0" marL="285750" marR="0" rtl="0" algn="l">
                        <a:spcBef>
                          <a:spcPts val="0"/>
                        </a:spcBef>
                        <a:spcAft>
                          <a:spcPts val="0"/>
                        </a:spcAft>
                        <a:buClr>
                          <a:schemeClr val="dk1"/>
                        </a:buClr>
                        <a:buSzPts val="2400"/>
                        <a:buFont typeface="Noto Sans Symbols"/>
                        <a:buNone/>
                      </a:pPr>
                      <a:r>
                        <a:t/>
                      </a:r>
                      <a:endParaRPr sz="2400"/>
                    </a:p>
                    <a:p>
                      <a:pPr indent="-133350" lvl="0" marL="285750" marR="0" rtl="0" algn="l">
                        <a:spcBef>
                          <a:spcPts val="0"/>
                        </a:spcBef>
                        <a:spcAft>
                          <a:spcPts val="0"/>
                        </a:spcAft>
                        <a:buClr>
                          <a:schemeClr val="dk1"/>
                        </a:buClr>
                        <a:buSzPts val="2400"/>
                        <a:buFont typeface="Noto Sans Symbols"/>
                        <a:buNone/>
                      </a:pPr>
                      <a:r>
                        <a:t/>
                      </a:r>
                      <a:endParaRPr sz="2400"/>
                    </a:p>
                    <a:p>
                      <a:pPr indent="-133350" lvl="0" marL="285750" marR="0" rtl="0" algn="l">
                        <a:spcBef>
                          <a:spcPts val="0"/>
                        </a:spcBef>
                        <a:spcAft>
                          <a:spcPts val="0"/>
                        </a:spcAft>
                        <a:buClr>
                          <a:schemeClr val="dk1"/>
                        </a:buClr>
                        <a:buSzPts val="2400"/>
                        <a:buFont typeface="Noto Sans Symbols"/>
                        <a:buNone/>
                      </a:pPr>
                      <a:r>
                        <a:t/>
                      </a:r>
                      <a:endParaRPr sz="2400"/>
                    </a:p>
                    <a:p>
                      <a:pPr indent="-133350" lvl="0" marL="285750" marR="0" rtl="0" algn="l">
                        <a:spcBef>
                          <a:spcPts val="0"/>
                        </a:spcBef>
                        <a:spcAft>
                          <a:spcPts val="0"/>
                        </a:spcAft>
                        <a:buClr>
                          <a:schemeClr val="dk1"/>
                        </a:buClr>
                        <a:buSzPts val="2400"/>
                        <a:buFont typeface="Noto Sans Symbols"/>
                        <a:buNone/>
                      </a:pPr>
                      <a:r>
                        <a:t/>
                      </a:r>
                      <a:endParaRPr sz="2400"/>
                    </a:p>
                    <a:p>
                      <a:pPr indent="-285750" lvl="0" marL="285750" marR="0" rtl="0" algn="l">
                        <a:spcBef>
                          <a:spcPts val="0"/>
                        </a:spcBef>
                        <a:spcAft>
                          <a:spcPts val="0"/>
                        </a:spcAft>
                        <a:buClr>
                          <a:schemeClr val="dk1"/>
                        </a:buClr>
                        <a:buSzPts val="2400"/>
                        <a:buFont typeface="Noto Sans Symbols"/>
                        <a:buChar char="✔"/>
                      </a:pPr>
                      <a:r>
                        <a:rPr lang="en-US" sz="2400"/>
                        <a:t> </a:t>
                      </a:r>
                      <a:endParaRPr/>
                    </a:p>
                    <a:p>
                      <a:pPr indent="-133350" lvl="0" marL="285750" marR="0" rtl="0" algn="l">
                        <a:spcBef>
                          <a:spcPts val="0"/>
                        </a:spcBef>
                        <a:spcAft>
                          <a:spcPts val="0"/>
                        </a:spcAft>
                        <a:buClr>
                          <a:schemeClr val="dk1"/>
                        </a:buClr>
                        <a:buSzPts val="2400"/>
                        <a:buFont typeface="Noto Sans Symbols"/>
                        <a:buNone/>
                      </a:pPr>
                      <a:r>
                        <a:t/>
                      </a:r>
                      <a:endParaRPr sz="2400"/>
                    </a:p>
                    <a:p>
                      <a:pPr indent="-133350" lvl="0" marL="285750" marR="0" rtl="0" algn="l">
                        <a:spcBef>
                          <a:spcPts val="0"/>
                        </a:spcBef>
                        <a:spcAft>
                          <a:spcPts val="0"/>
                        </a:spcAft>
                        <a:buClr>
                          <a:schemeClr val="dk1"/>
                        </a:buClr>
                        <a:buSzPts val="2400"/>
                        <a:buFont typeface="Noto Sans Symbols"/>
                        <a:buNone/>
                      </a:pPr>
                      <a:r>
                        <a:t/>
                      </a:r>
                      <a:endParaRPr sz="2400"/>
                    </a:p>
                    <a:p>
                      <a:pPr indent="0" lvl="0" marL="0" marR="0" rtl="0" algn="l">
                        <a:spcBef>
                          <a:spcPts val="0"/>
                        </a:spcBef>
                        <a:spcAft>
                          <a:spcPts val="0"/>
                        </a:spcAft>
                        <a:buClr>
                          <a:schemeClr val="dk1"/>
                        </a:buClr>
                        <a:buSzPts val="2400"/>
                        <a:buFont typeface="Noto Sans Symbols"/>
                        <a:buNone/>
                      </a:pPr>
                      <a:r>
                        <a:t/>
                      </a:r>
                      <a:endParaRPr sz="2400"/>
                    </a:p>
                  </a:txBody>
                  <a:tcPr marT="45725" marB="45725" marR="91450" marL="91450">
                    <a:solidFill>
                      <a:srgbClr val="00B0F0">
                        <a:alpha val="20000"/>
                      </a:srgbClr>
                    </a:solidFill>
                  </a:tcPr>
                </a:tc>
              </a:tr>
            </a:tbl>
          </a:graphicData>
        </a:graphic>
      </p:graphicFrame>
      <p:pic>
        <p:nvPicPr>
          <p:cNvPr id="247" name="Google Shape;247;p13"/>
          <p:cNvPicPr preferRelativeResize="0"/>
          <p:nvPr/>
        </p:nvPicPr>
        <p:blipFill rotWithShape="1">
          <a:blip r:embed="rId3">
            <a:alphaModFix/>
          </a:blip>
          <a:srcRect b="0" l="0" r="0" t="0"/>
          <a:stretch/>
        </p:blipFill>
        <p:spPr>
          <a:xfrm>
            <a:off x="5257800" y="2388009"/>
            <a:ext cx="2971800" cy="1650591"/>
          </a:xfrm>
          <a:prstGeom prst="rect">
            <a:avLst/>
          </a:prstGeom>
          <a:noFill/>
          <a:ln>
            <a:noFill/>
          </a:ln>
        </p:spPr>
      </p:pic>
      <p:pic>
        <p:nvPicPr>
          <p:cNvPr id="248" name="Google Shape;248;p13"/>
          <p:cNvPicPr preferRelativeResize="0"/>
          <p:nvPr/>
        </p:nvPicPr>
        <p:blipFill rotWithShape="1">
          <a:blip r:embed="rId4">
            <a:alphaModFix/>
          </a:blip>
          <a:srcRect b="0" l="0" r="0" t="0"/>
          <a:stretch/>
        </p:blipFill>
        <p:spPr>
          <a:xfrm>
            <a:off x="5257800" y="4572000"/>
            <a:ext cx="3048000" cy="1633537"/>
          </a:xfrm>
          <a:prstGeom prst="rect">
            <a:avLst/>
          </a:prstGeom>
          <a:noFill/>
          <a:ln>
            <a:noFill/>
          </a:ln>
        </p:spPr>
      </p:pic>
      <p:sp>
        <p:nvSpPr>
          <p:cNvPr id="249" name="Google Shape;249;p13"/>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55" name="Google Shape;255;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56" name="Google Shape;256;p14"/>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57" name="Google Shape;257;p1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58" name="Google Shape;258;p14"/>
          <p:cNvGraphicFramePr/>
          <p:nvPr/>
        </p:nvGraphicFramePr>
        <p:xfrm>
          <a:off x="457200" y="16002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59850">
                <a:tc>
                  <a:txBody>
                    <a:bodyPr/>
                    <a:lstStyle/>
                    <a:p>
                      <a:pPr indent="0" lvl="0" marL="0" marR="0" rtl="0" algn="l">
                        <a:spcBef>
                          <a:spcPts val="0"/>
                        </a:spcBef>
                        <a:spcAft>
                          <a:spcPts val="0"/>
                        </a:spcAft>
                        <a:buNone/>
                      </a:pPr>
                      <a:r>
                        <a:rPr lang="en-US" sz="2800">
                          <a:solidFill>
                            <a:srgbClr val="2820D2"/>
                          </a:solidFill>
                        </a:rPr>
                        <a:t>Ứng</a:t>
                      </a:r>
                      <a:r>
                        <a:rPr lang="en-US" sz="2800">
                          <a:solidFill>
                            <a:srgbClr val="2820D2"/>
                          </a:solidFill>
                        </a:rPr>
                        <a:t> dụng</a:t>
                      </a:r>
                      <a:endParaRPr sz="2800">
                        <a:solidFill>
                          <a:srgbClr val="2820D2"/>
                        </a:solidFill>
                      </a:endParaRPr>
                    </a:p>
                  </a:txBody>
                  <a:tcPr marT="45725" marB="45725" marR="91450" marL="91450">
                    <a:solidFill>
                      <a:srgbClr val="00B050"/>
                    </a:solidFill>
                  </a:tcPr>
                </a:tc>
              </a:tr>
              <a:tr h="4140750">
                <a:tc>
                  <a:txBody>
                    <a:bodyPr/>
                    <a:lstStyle/>
                    <a:p>
                      <a:pPr indent="-171450" lvl="1" marL="742950" marR="0" rtl="0" algn="l">
                        <a:lnSpc>
                          <a:spcPct val="80000"/>
                        </a:lnSpc>
                        <a:spcBef>
                          <a:spcPts val="0"/>
                        </a:spcBef>
                        <a:spcAft>
                          <a:spcPts val="0"/>
                        </a:spcAft>
                        <a:buClr>
                          <a:schemeClr val="dk1"/>
                        </a:buClr>
                        <a:buSzPts val="1800"/>
                        <a:buFont typeface="Noto Sans Symbols"/>
                        <a:buNone/>
                      </a:pPr>
                      <a:r>
                        <a:t/>
                      </a:r>
                      <a:endParaRPr sz="1800" u="none" cap="none" strike="noStrik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txBody>
                  <a:tcPr marT="45725" marB="45725" marR="91450" marL="91450"/>
                </a:tc>
              </a:tr>
            </a:tbl>
          </a:graphicData>
        </a:graphic>
      </p:graphicFrame>
      <p:graphicFrame>
        <p:nvGraphicFramePr>
          <p:cNvPr id="259" name="Google Shape;259;p14"/>
          <p:cNvGraphicFramePr/>
          <p:nvPr/>
        </p:nvGraphicFramePr>
        <p:xfrm>
          <a:off x="4648200" y="16002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spcBef>
                          <a:spcPts val="0"/>
                        </a:spcBef>
                        <a:spcAft>
                          <a:spcPts val="0"/>
                        </a:spcAft>
                        <a:buNone/>
                      </a:pPr>
                      <a:r>
                        <a:rPr lang="en-US" sz="2800">
                          <a:solidFill>
                            <a:srgbClr val="2820D2"/>
                          </a:solidFill>
                        </a:rPr>
                        <a:t>Ứng</a:t>
                      </a:r>
                      <a:r>
                        <a:rPr lang="en-US" sz="2800">
                          <a:solidFill>
                            <a:srgbClr val="2820D2"/>
                          </a:solidFill>
                        </a:rPr>
                        <a:t> dụng</a:t>
                      </a:r>
                      <a:endParaRPr sz="2800">
                        <a:solidFill>
                          <a:srgbClr val="2820D2"/>
                        </a:solidFill>
                      </a:endParaRPr>
                    </a:p>
                  </a:txBody>
                  <a:tcPr marT="45725" marB="45725" marR="91450" marL="91450">
                    <a:solidFill>
                      <a:srgbClr val="00B050"/>
                    </a:solidFill>
                  </a:tcPr>
                </a:tc>
              </a:tr>
              <a:tr h="4021300">
                <a:tc>
                  <a:txBody>
                    <a:bodyPr/>
                    <a:lstStyle/>
                    <a:p>
                      <a:pPr indent="-406400" lvl="0" marL="457200" marR="0" rtl="0" algn="l">
                        <a:spcBef>
                          <a:spcPts val="0"/>
                        </a:spcBef>
                        <a:spcAft>
                          <a:spcPts val="0"/>
                        </a:spcAft>
                        <a:buClr>
                          <a:srgbClr val="3366FF"/>
                        </a:buClr>
                        <a:buSzPts val="2800"/>
                        <a:buChar char="●"/>
                      </a:pPr>
                      <a:r>
                        <a:rPr lang="en-US" sz="2800">
                          <a:solidFill>
                            <a:srgbClr val="3366FF"/>
                          </a:solidFill>
                        </a:rPr>
                        <a:t>G = (V, E)</a:t>
                      </a:r>
                      <a:endParaRPr/>
                    </a:p>
                    <a:p>
                      <a:pPr indent="-317500" lvl="0" marL="457200" marR="0" rtl="0" algn="l">
                        <a:spcBef>
                          <a:spcPts val="0"/>
                        </a:spcBef>
                        <a:spcAft>
                          <a:spcPts val="0"/>
                        </a:spcAft>
                        <a:buClr>
                          <a:srgbClr val="3366FF"/>
                        </a:buClr>
                        <a:buSzPts val="1400"/>
                        <a:buChar char="●"/>
                      </a:pPr>
                      <a:r>
                        <a:rPr lang="en-US" sz="2800">
                          <a:solidFill>
                            <a:srgbClr val="3366FF"/>
                          </a:solidFill>
                        </a:rPr>
                        <a:t>V:</a:t>
                      </a:r>
                      <a:r>
                        <a:rPr lang="en-US" sz="2800">
                          <a:solidFill>
                            <a:srgbClr val="3366FF"/>
                          </a:solidFill>
                        </a:rPr>
                        <a:t> </a:t>
                      </a:r>
                      <a:r>
                        <a:rPr lang="en-US" sz="2400">
                          <a:solidFill>
                            <a:srgbClr val="3366FF"/>
                          </a:solidFill>
                          <a:latin typeface="Times New Roman"/>
                          <a:ea typeface="Times New Roman"/>
                          <a:cs typeface="Times New Roman"/>
                          <a:sym typeface="Times New Roman"/>
                        </a:rPr>
                        <a:t>tập các điểm tham gia hội thảo</a:t>
                      </a:r>
                      <a:endParaRPr sz="2400">
                        <a:solidFill>
                          <a:srgbClr val="3366FF"/>
                        </a:solidFill>
                        <a:latin typeface="Times New Roman"/>
                        <a:ea typeface="Times New Roman"/>
                        <a:cs typeface="Times New Roman"/>
                        <a:sym typeface="Times New Roman"/>
                      </a:endParaRPr>
                    </a:p>
                    <a:p>
                      <a:pPr indent="-317500" lvl="0" marL="457200" marR="0" rtl="0" algn="l">
                        <a:spcBef>
                          <a:spcPts val="0"/>
                        </a:spcBef>
                        <a:spcAft>
                          <a:spcPts val="0"/>
                        </a:spcAft>
                        <a:buClr>
                          <a:srgbClr val="3366FF"/>
                        </a:buClr>
                        <a:buSzPts val="1400"/>
                        <a:buChar char="●"/>
                      </a:pPr>
                      <a:r>
                        <a:rPr lang="en-US" sz="2800">
                          <a:solidFill>
                            <a:srgbClr val="3366FF"/>
                          </a:solidFill>
                        </a:rPr>
                        <a:t>E: </a:t>
                      </a:r>
                      <a:r>
                        <a:rPr lang="en-US" sz="2400">
                          <a:solidFill>
                            <a:srgbClr val="3366FF"/>
                          </a:solidFill>
                        </a:rPr>
                        <a:t>tập tất cả các kết nối có thể có (đồ thị đầy đủ)</a:t>
                      </a:r>
                      <a:endParaRPr/>
                    </a:p>
                    <a:p>
                      <a:pPr indent="-381000" lvl="0" marL="457200" marR="0" rtl="0" algn="l">
                        <a:spcBef>
                          <a:spcPts val="0"/>
                        </a:spcBef>
                        <a:spcAft>
                          <a:spcPts val="0"/>
                        </a:spcAft>
                        <a:buClr>
                          <a:srgbClr val="3366FF"/>
                        </a:buClr>
                        <a:buSzPts val="2400"/>
                        <a:buChar char="●"/>
                      </a:pPr>
                      <a:r>
                        <a:t/>
                      </a:r>
                      <a:endParaRPr sz="2400">
                        <a:solidFill>
                          <a:srgbClr val="3366FF"/>
                        </a:solidFill>
                      </a:endParaRPr>
                    </a:p>
                    <a:p>
                      <a:pPr indent="-381000" lvl="0" marL="457200" marR="0" rtl="0" algn="l">
                        <a:spcBef>
                          <a:spcPts val="0"/>
                        </a:spcBef>
                        <a:spcAft>
                          <a:spcPts val="0"/>
                        </a:spcAft>
                        <a:buClr>
                          <a:srgbClr val="3366FF"/>
                        </a:buClr>
                        <a:buSzPts val="2400"/>
                        <a:buFont typeface="Times New Roman"/>
                        <a:buChar char="●"/>
                      </a:pPr>
                      <a:r>
                        <a:rPr b="1" lang="en-US" sz="2400">
                          <a:solidFill>
                            <a:srgbClr val="3366FF"/>
                          </a:solidFill>
                          <a:latin typeface="Times New Roman"/>
                          <a:ea typeface="Times New Roman"/>
                          <a:cs typeface="Times New Roman"/>
                          <a:sym typeface="Times New Roman"/>
                        </a:rPr>
                        <a:t>Tìm một cây phủ: cây thể hiện việc phát tính hiệu từ một điểm </a:t>
                      </a:r>
                      <a:endParaRPr/>
                    </a:p>
                  </a:txBody>
                  <a:tcPr marT="45725" marB="45725" marR="91450" marL="91450"/>
                </a:tc>
              </a:tr>
            </a:tbl>
          </a:graphicData>
        </a:graphic>
      </p:graphicFrame>
      <p:pic>
        <p:nvPicPr>
          <p:cNvPr id="260" name="Google Shape;260;p14"/>
          <p:cNvPicPr preferRelativeResize="0"/>
          <p:nvPr/>
        </p:nvPicPr>
        <p:blipFill rotWithShape="1">
          <a:blip r:embed="rId3">
            <a:alphaModFix/>
          </a:blip>
          <a:srcRect b="0" l="0" r="0" t="0"/>
          <a:stretch/>
        </p:blipFill>
        <p:spPr>
          <a:xfrm>
            <a:off x="685800" y="2530577"/>
            <a:ext cx="3362633" cy="2819400"/>
          </a:xfrm>
          <a:prstGeom prst="rect">
            <a:avLst/>
          </a:prstGeom>
          <a:noFill/>
          <a:ln>
            <a:noFill/>
          </a:ln>
        </p:spPr>
      </p:pic>
      <p:sp>
        <p:nvSpPr>
          <p:cNvPr id="261" name="Google Shape;261;p14"/>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về đồ thị</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type="title"/>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Nội dung</a:t>
            </a:r>
            <a:endParaRPr/>
          </a:p>
        </p:txBody>
      </p:sp>
      <p:sp>
        <p:nvSpPr>
          <p:cNvPr id="267" name="Google Shape;267;p15"/>
          <p:cNvSpPr txBox="1"/>
          <p:nvPr>
            <p:ph idx="1" type="body"/>
          </p:nvPr>
        </p:nvSpPr>
        <p:spPr>
          <a:xfrm>
            <a:off x="762000" y="1600200"/>
            <a:ext cx="7467600" cy="4525963"/>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lang="en-US" sz="2800"/>
              <a:t>Giới thiệu</a:t>
            </a:r>
            <a:endParaRPr sz="2800"/>
          </a:p>
          <a:p>
            <a:pPr indent="-342900" lvl="0" marL="342900" rtl="0" algn="l">
              <a:spcBef>
                <a:spcPts val="560"/>
              </a:spcBef>
              <a:spcAft>
                <a:spcPts val="0"/>
              </a:spcAft>
              <a:buClr>
                <a:schemeClr val="dk1"/>
              </a:buClr>
              <a:buSzPts val="2800"/>
              <a:buFont typeface="Noto Sans Symbols"/>
              <a:buChar char="▪"/>
            </a:pPr>
            <a:r>
              <a:rPr lang="en-US" sz="2800"/>
              <a:t>Khái niệm cơ bản</a:t>
            </a:r>
            <a:endParaRPr sz="2800"/>
          </a:p>
          <a:p>
            <a:pPr indent="-285750" lvl="1" marL="742950" rtl="0" algn="l">
              <a:spcBef>
                <a:spcPts val="480"/>
              </a:spcBef>
              <a:spcAft>
                <a:spcPts val="0"/>
              </a:spcAft>
              <a:buClr>
                <a:schemeClr val="dk1"/>
              </a:buClr>
              <a:buSzPts val="2400"/>
              <a:buFont typeface="Noto Sans Symbols"/>
              <a:buChar char="▪"/>
            </a:pPr>
            <a:r>
              <a:rPr lang="en-US" sz="2400"/>
              <a:t>Đồ thị có hướng và đồ thị vô hướng</a:t>
            </a:r>
            <a:endParaRPr sz="2400"/>
          </a:p>
          <a:p>
            <a:pPr indent="-285750" lvl="1" marL="742950" rtl="0" algn="l">
              <a:spcBef>
                <a:spcPts val="480"/>
              </a:spcBef>
              <a:spcAft>
                <a:spcPts val="0"/>
              </a:spcAft>
              <a:buClr>
                <a:schemeClr val="dk1"/>
              </a:buClr>
              <a:buSzPts val="2400"/>
              <a:buFont typeface="Noto Sans Symbols"/>
              <a:buChar char="▪"/>
            </a:pPr>
            <a:r>
              <a:rPr lang="en-US" sz="2400"/>
              <a:t>Bậc, nửa bậc vào, nửa bậc ra</a:t>
            </a:r>
            <a:endParaRPr sz="2400"/>
          </a:p>
          <a:p>
            <a:pPr indent="-285750" lvl="1" marL="742950" rtl="0" algn="l">
              <a:spcBef>
                <a:spcPts val="480"/>
              </a:spcBef>
              <a:spcAft>
                <a:spcPts val="0"/>
              </a:spcAft>
              <a:buClr>
                <a:schemeClr val="dk1"/>
              </a:buClr>
              <a:buSzPts val="2400"/>
              <a:buFont typeface="Noto Sans Symbols"/>
              <a:buChar char="▪"/>
            </a:pPr>
            <a:r>
              <a:rPr b="1" lang="en-US" sz="2400"/>
              <a:t>Đường đi chu trình, tính liên thông</a:t>
            </a:r>
            <a:endParaRPr b="1" sz="2400"/>
          </a:p>
          <a:p>
            <a:pPr indent="-342900" lvl="0" marL="342900" rtl="0" algn="l">
              <a:spcBef>
                <a:spcPts val="560"/>
              </a:spcBef>
              <a:spcAft>
                <a:spcPts val="0"/>
              </a:spcAft>
              <a:buClr>
                <a:schemeClr val="dk1"/>
              </a:buClr>
              <a:buSzPts val="2800"/>
              <a:buFont typeface="Noto Sans Symbols"/>
              <a:buChar char="▪"/>
            </a:pPr>
            <a:r>
              <a:rPr lang="en-US" sz="2800"/>
              <a:t>Biểu diễn đồ thị</a:t>
            </a:r>
            <a:endParaRPr sz="2800"/>
          </a:p>
          <a:p>
            <a:pPr indent="-285750" lvl="1" marL="742950" rtl="0" algn="l">
              <a:spcBef>
                <a:spcPts val="480"/>
              </a:spcBef>
              <a:spcAft>
                <a:spcPts val="0"/>
              </a:spcAft>
              <a:buClr>
                <a:schemeClr val="dk1"/>
              </a:buClr>
              <a:buSzPts val="2400"/>
              <a:buFont typeface="Noto Sans Symbols"/>
              <a:buChar char="▪"/>
            </a:pPr>
            <a:r>
              <a:rPr lang="en-US" sz="2400"/>
              <a:t>Ma trận kề</a:t>
            </a:r>
            <a:endParaRPr sz="2400"/>
          </a:p>
          <a:p>
            <a:pPr indent="-285750" lvl="1" marL="742950" rtl="0" algn="l">
              <a:spcBef>
                <a:spcPts val="480"/>
              </a:spcBef>
              <a:spcAft>
                <a:spcPts val="0"/>
              </a:spcAft>
              <a:buClr>
                <a:schemeClr val="dk1"/>
              </a:buClr>
              <a:buSzPts val="2400"/>
              <a:buFont typeface="Noto Sans Symbols"/>
              <a:buChar char="▪"/>
            </a:pPr>
            <a:r>
              <a:rPr lang="en-US" sz="2400"/>
              <a:t>Ma trận liên thuộc</a:t>
            </a:r>
            <a:endParaRPr sz="2400"/>
          </a:p>
          <a:p>
            <a:pPr indent="-285750" lvl="1" marL="742950" rtl="0" algn="l">
              <a:spcBef>
                <a:spcPts val="480"/>
              </a:spcBef>
              <a:spcAft>
                <a:spcPts val="0"/>
              </a:spcAft>
              <a:buClr>
                <a:schemeClr val="dk1"/>
              </a:buClr>
              <a:buSzPts val="2400"/>
              <a:buFont typeface="Noto Sans Symbols"/>
              <a:buChar char="▪"/>
            </a:pPr>
            <a:r>
              <a:rPr lang="en-US" sz="2400"/>
              <a:t>Danh sách cạnh (cung)</a:t>
            </a:r>
            <a:endParaRPr/>
          </a:p>
          <a:p>
            <a:pPr indent="-285750" lvl="1" marL="742950" rtl="0" algn="l">
              <a:spcBef>
                <a:spcPts val="480"/>
              </a:spcBef>
              <a:spcAft>
                <a:spcPts val="0"/>
              </a:spcAft>
              <a:buClr>
                <a:schemeClr val="dk1"/>
              </a:buClr>
              <a:buSzPts val="2400"/>
              <a:buFont typeface="Noto Sans Symbols"/>
              <a:buChar char="▪"/>
            </a:pPr>
            <a:r>
              <a:rPr lang="en-US" sz="2400"/>
              <a:t>Danh sách kề</a:t>
            </a:r>
            <a:endParaRPr sz="2400"/>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73" name="Google Shape;273;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74" name="Google Shape;274;p16"/>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75" name="Google Shape;275;p1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76" name="Google Shape;276;p16"/>
          <p:cNvGraphicFramePr/>
          <p:nvPr/>
        </p:nvGraphicFramePr>
        <p:xfrm>
          <a:off x="457200" y="157567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710325">
                <a:tc>
                  <a:txBody>
                    <a:bodyPr/>
                    <a:lstStyle/>
                    <a:p>
                      <a:pPr indent="0" lvl="0" marL="0" marR="0" rtl="0" algn="l">
                        <a:spcBef>
                          <a:spcPts val="0"/>
                        </a:spcBef>
                        <a:spcAft>
                          <a:spcPts val="0"/>
                        </a:spcAft>
                        <a:buNone/>
                      </a:pPr>
                      <a:r>
                        <a:rPr b="1" lang="en-US" sz="2800">
                          <a:solidFill>
                            <a:srgbClr val="2820D2"/>
                          </a:solidFill>
                        </a:rPr>
                        <a:t>Đường</a:t>
                      </a:r>
                      <a:r>
                        <a:rPr b="1" lang="en-US" sz="2800">
                          <a:solidFill>
                            <a:srgbClr val="2820D2"/>
                          </a:solidFill>
                        </a:rPr>
                        <a:t> đi</a:t>
                      </a:r>
                      <a:endParaRPr b="1" sz="2800">
                        <a:solidFill>
                          <a:srgbClr val="2820D2"/>
                        </a:solidFill>
                      </a:endParaRPr>
                    </a:p>
                  </a:txBody>
                  <a:tcPr marT="45725" marB="45725" marR="91450" marL="91450">
                    <a:solidFill>
                      <a:srgbClr val="00B050"/>
                    </a:solidFill>
                  </a:tcPr>
                </a:tc>
              </a:tr>
              <a:tr h="4075025">
                <a:tc>
                  <a:txBody>
                    <a:bodyPr/>
                    <a:lstStyle/>
                    <a:p>
                      <a:pPr indent="0" lvl="0" marL="0" marR="0" rtl="0" algn="ctr">
                        <a:lnSpc>
                          <a:spcPct val="100000"/>
                        </a:lnSpc>
                        <a:spcBef>
                          <a:spcPts val="0"/>
                        </a:spcBef>
                        <a:spcAft>
                          <a:spcPts val="0"/>
                        </a:spcAft>
                        <a:buClr>
                          <a:srgbClr val="002060"/>
                        </a:buClr>
                        <a:buSzPts val="1680"/>
                        <a:buFont typeface="Noto Sans Symbols"/>
                        <a:buNone/>
                      </a:pPr>
                      <a:r>
                        <a:rPr b="1" lang="en-US" sz="2400">
                          <a:solidFill>
                            <a:srgbClr val="002060"/>
                          </a:solidFill>
                        </a:rPr>
                        <a:t>G = (V, E) </a:t>
                      </a:r>
                      <a:endParaRPr sz="2400">
                        <a:solidFill>
                          <a:srgbClr val="002060"/>
                        </a:solidFill>
                      </a:endParaRPr>
                    </a:p>
                    <a:p>
                      <a:pPr indent="-285750" lvl="0" marL="285750" marR="0" rtl="0" algn="l">
                        <a:spcBef>
                          <a:spcPts val="0"/>
                        </a:spcBef>
                        <a:spcAft>
                          <a:spcPts val="0"/>
                        </a:spcAft>
                        <a:buClr>
                          <a:srgbClr val="FF0000"/>
                        </a:buClr>
                        <a:buSzPts val="1400"/>
                        <a:buFont typeface="Noto Sans Symbols"/>
                        <a:buChar char="✔"/>
                      </a:pPr>
                      <a:r>
                        <a:rPr lang="en-US" sz="2000">
                          <a:solidFill>
                            <a:srgbClr val="FF0000"/>
                          </a:solidFill>
                        </a:rPr>
                        <a:t>Đường</a:t>
                      </a:r>
                      <a:r>
                        <a:rPr lang="en-US" sz="2000">
                          <a:solidFill>
                            <a:srgbClr val="FF0000"/>
                          </a:solidFill>
                        </a:rPr>
                        <a:t> đi  </a:t>
                      </a:r>
                      <a:r>
                        <a:rPr lang="en-US" sz="2000">
                          <a:solidFill>
                            <a:srgbClr val="002060"/>
                          </a:solidFill>
                        </a:rPr>
                        <a:t>t</a:t>
                      </a:r>
                      <a:r>
                        <a:rPr lang="en-US" sz="2000">
                          <a:solidFill>
                            <a:srgbClr val="002060"/>
                          </a:solidFill>
                        </a:rPr>
                        <a:t>ừ u tới v </a:t>
                      </a:r>
                      <a:r>
                        <a:rPr lang="en-US" sz="2000">
                          <a:solidFill>
                            <a:srgbClr val="002060"/>
                          </a:solidFill>
                        </a:rPr>
                        <a:t>là tập hợp các đỉnh và các cạnh nối tiếp nhau:</a:t>
                      </a:r>
                      <a:endParaRPr sz="2000">
                        <a:solidFill>
                          <a:srgbClr val="002060"/>
                        </a:solidFill>
                      </a:endParaRPr>
                    </a:p>
                    <a:p>
                      <a:pPr indent="0" lvl="0" marL="0" marR="0" rtl="0" algn="ctr">
                        <a:spcBef>
                          <a:spcPts val="0"/>
                        </a:spcBef>
                        <a:spcAft>
                          <a:spcPts val="0"/>
                        </a:spcAft>
                        <a:buClr>
                          <a:srgbClr val="002060"/>
                        </a:buClr>
                        <a:buSzPts val="1680"/>
                        <a:buFont typeface="Noto Sans Symbols"/>
                        <a:buNone/>
                      </a:pPr>
                      <a:r>
                        <a:rPr lang="en-US" sz="2400">
                          <a:solidFill>
                            <a:srgbClr val="002060"/>
                          </a:solidFill>
                        </a:rPr>
                        <a:t>      </a:t>
                      </a:r>
                      <a:r>
                        <a:rPr b="1" lang="en-US" sz="2400">
                          <a:solidFill>
                            <a:srgbClr val="002060"/>
                          </a:solidFill>
                        </a:rPr>
                        <a:t>u,e</a:t>
                      </a:r>
                      <a:r>
                        <a:rPr b="1" baseline="-25000" lang="en-US" sz="2400">
                          <a:solidFill>
                            <a:srgbClr val="002060"/>
                          </a:solidFill>
                        </a:rPr>
                        <a:t>1</a:t>
                      </a:r>
                      <a:r>
                        <a:rPr b="1" lang="en-US" sz="2400">
                          <a:solidFill>
                            <a:srgbClr val="002060"/>
                          </a:solidFill>
                        </a:rPr>
                        <a:t>,v</a:t>
                      </a:r>
                      <a:r>
                        <a:rPr b="1" baseline="-25000" lang="en-US" sz="2400">
                          <a:solidFill>
                            <a:srgbClr val="002060"/>
                          </a:solidFill>
                        </a:rPr>
                        <a:t>1</a:t>
                      </a:r>
                      <a:r>
                        <a:rPr b="1" lang="en-US" sz="2400">
                          <a:solidFill>
                            <a:srgbClr val="002060"/>
                          </a:solidFill>
                        </a:rPr>
                        <a:t>,e</a:t>
                      </a:r>
                      <a:r>
                        <a:rPr b="1" baseline="-25000" lang="en-US" sz="2400">
                          <a:solidFill>
                            <a:srgbClr val="002060"/>
                          </a:solidFill>
                        </a:rPr>
                        <a:t>2</a:t>
                      </a:r>
                      <a:r>
                        <a:rPr b="1" lang="en-US" sz="2400">
                          <a:solidFill>
                            <a:srgbClr val="002060"/>
                          </a:solidFill>
                        </a:rPr>
                        <a:t>,v</a:t>
                      </a:r>
                      <a:r>
                        <a:rPr b="1" baseline="-25000" lang="en-US" sz="2400">
                          <a:solidFill>
                            <a:srgbClr val="002060"/>
                          </a:solidFill>
                        </a:rPr>
                        <a:t>2</a:t>
                      </a:r>
                      <a:r>
                        <a:rPr b="1" lang="en-US" sz="2400">
                          <a:solidFill>
                            <a:srgbClr val="002060"/>
                          </a:solidFill>
                        </a:rPr>
                        <a:t>, …, e</a:t>
                      </a:r>
                      <a:r>
                        <a:rPr b="1" baseline="-25000" lang="en-US" sz="2400">
                          <a:solidFill>
                            <a:srgbClr val="002060"/>
                          </a:solidFill>
                        </a:rPr>
                        <a:t>n</a:t>
                      </a:r>
                      <a:r>
                        <a:rPr b="1" lang="en-US" sz="2400">
                          <a:solidFill>
                            <a:srgbClr val="002060"/>
                          </a:solidFill>
                        </a:rPr>
                        <a:t>,v </a:t>
                      </a:r>
                      <a:endParaRPr b="1" sz="2400">
                        <a:solidFill>
                          <a:srgbClr val="FF0000"/>
                        </a:solidFill>
                      </a:endParaRPr>
                    </a:p>
                    <a:p>
                      <a:pPr indent="-285750" lvl="0" marL="285750" marR="0" rtl="0" algn="l">
                        <a:spcBef>
                          <a:spcPts val="0"/>
                        </a:spcBef>
                        <a:spcAft>
                          <a:spcPts val="0"/>
                        </a:spcAft>
                        <a:buClr>
                          <a:srgbClr val="002060"/>
                        </a:buClr>
                        <a:buSzPts val="1400"/>
                        <a:buFont typeface="Noto Sans Symbols"/>
                        <a:buChar char="✔"/>
                      </a:pPr>
                      <a:r>
                        <a:rPr lang="en-US" sz="2000">
                          <a:solidFill>
                            <a:srgbClr val="002060"/>
                          </a:solidFill>
                        </a:rPr>
                        <a:t>Lưu ý: đường đi có thể lặp đỉnh.</a:t>
                      </a:r>
                      <a:endParaRPr/>
                    </a:p>
                    <a:p>
                      <a:pPr indent="-285750" lvl="0" marL="285750" marR="0" rtl="0" algn="l">
                        <a:lnSpc>
                          <a:spcPct val="100000"/>
                        </a:lnSpc>
                        <a:spcBef>
                          <a:spcPts val="0"/>
                        </a:spcBef>
                        <a:spcAft>
                          <a:spcPts val="0"/>
                        </a:spcAft>
                        <a:buClr>
                          <a:srgbClr val="FF0000"/>
                        </a:buClr>
                        <a:buSzPts val="1400"/>
                        <a:buFont typeface="Noto Sans Symbols"/>
                        <a:buChar char="✔"/>
                      </a:pPr>
                      <a:r>
                        <a:rPr lang="en-US" sz="2000">
                          <a:solidFill>
                            <a:srgbClr val="FF0000"/>
                          </a:solidFill>
                          <a:latin typeface="Times New Roman"/>
                          <a:ea typeface="Times New Roman"/>
                          <a:cs typeface="Times New Roman"/>
                          <a:sym typeface="Times New Roman"/>
                        </a:rPr>
                        <a:t>Đường đi sơ cấp: </a:t>
                      </a:r>
                      <a:r>
                        <a:rPr lang="en-US" sz="2000">
                          <a:solidFill>
                            <a:srgbClr val="002060"/>
                          </a:solidFill>
                        </a:rPr>
                        <a:t>đường đi không lặp đỉnh</a:t>
                      </a:r>
                      <a:endParaRPr sz="2000">
                        <a:solidFill>
                          <a:srgbClr val="002060"/>
                        </a:solidFill>
                      </a:endParaRPr>
                    </a:p>
                    <a:p>
                      <a:pPr indent="-342900" lvl="0" marL="342900" marR="0" rtl="0" algn="l">
                        <a:spcBef>
                          <a:spcPts val="0"/>
                        </a:spcBef>
                        <a:spcAft>
                          <a:spcPts val="0"/>
                        </a:spcAft>
                        <a:buClr>
                          <a:srgbClr val="FF0000"/>
                        </a:buClr>
                        <a:buSzPts val="1400"/>
                        <a:buFont typeface="Noto Sans Symbols"/>
                        <a:buChar char="✔"/>
                      </a:pPr>
                      <a:r>
                        <a:rPr lang="en-US" sz="2000">
                          <a:solidFill>
                            <a:srgbClr val="FF0000"/>
                          </a:solidFill>
                        </a:rPr>
                        <a:t>Đường</a:t>
                      </a:r>
                      <a:r>
                        <a:rPr lang="en-US" sz="2000">
                          <a:solidFill>
                            <a:srgbClr val="FF0000"/>
                          </a:solidFill>
                        </a:rPr>
                        <a:t> đi đơn</a:t>
                      </a:r>
                      <a:r>
                        <a:rPr lang="en-US" sz="2000">
                          <a:solidFill>
                            <a:srgbClr val="002060"/>
                          </a:solidFill>
                        </a:rPr>
                        <a:t>: đường đi không lặp cạnh</a:t>
                      </a:r>
                      <a:endParaRPr sz="2000">
                        <a:solidFill>
                          <a:srgbClr val="002060"/>
                        </a:solidFill>
                      </a:endParaRPr>
                    </a:p>
                  </a:txBody>
                  <a:tcPr marT="45725" marB="45725" marR="91450" marL="91450"/>
                </a:tc>
              </a:tr>
            </a:tbl>
          </a:graphicData>
        </a:graphic>
      </p:graphicFrame>
      <p:graphicFrame>
        <p:nvGraphicFramePr>
          <p:cNvPr id="277" name="Google Shape;277;p16"/>
          <p:cNvGraphicFramePr/>
          <p:nvPr/>
        </p:nvGraphicFramePr>
        <p:xfrm>
          <a:off x="4648200" y="1600200"/>
          <a:ext cx="3000000" cy="3000000"/>
        </p:xfrm>
        <a:graphic>
          <a:graphicData uri="http://schemas.openxmlformats.org/drawingml/2006/table">
            <a:tbl>
              <a:tblPr bandRow="1" firstRow="1">
                <a:solidFill>
                  <a:srgbClr val="99CCFF"/>
                </a:solidFill>
                <a:tableStyleId>{1C80C3B7-A40A-47EB-A490-934C74AF0261}</a:tableStyleId>
              </a:tblPr>
              <a:tblGrid>
                <a:gridCol w="3962400"/>
              </a:tblGrid>
              <a:tr h="661150">
                <a:tc>
                  <a:txBody>
                    <a:bodyPr/>
                    <a:lstStyle/>
                    <a:p>
                      <a:pPr indent="0" lvl="0" marL="0" marR="0" rtl="0" algn="l">
                        <a:spcBef>
                          <a:spcPts val="0"/>
                        </a:spcBef>
                        <a:spcAft>
                          <a:spcPts val="0"/>
                        </a:spcAft>
                        <a:buNone/>
                      </a:pPr>
                      <a:r>
                        <a:rPr b="1" lang="en-US" sz="2800">
                          <a:solidFill>
                            <a:srgbClr val="2820D2"/>
                          </a:solidFill>
                        </a:rPr>
                        <a:t>Chu trình</a:t>
                      </a:r>
                      <a:endParaRPr b="1" sz="2800">
                        <a:solidFill>
                          <a:srgbClr val="2820D2"/>
                        </a:solidFill>
                      </a:endParaRPr>
                    </a:p>
                  </a:txBody>
                  <a:tcPr marT="45725" marB="45725" marR="91450" marL="91450">
                    <a:solidFill>
                      <a:srgbClr val="00B050"/>
                    </a:solidFill>
                  </a:tcPr>
                </a:tc>
              </a:tr>
              <a:tr h="4231525">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278" name="Google Shape;278;p16"/>
          <p:cNvSpPr txBox="1"/>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1" lang="en-US" sz="1200">
                <a:solidFill>
                  <a:srgbClr val="FF0000"/>
                </a:solidFill>
                <a:latin typeface="Arial"/>
                <a:ea typeface="Arial"/>
                <a:cs typeface="Arial"/>
                <a:sym typeface="Arial"/>
              </a:rPr>
              <a:t>‹#›</a:t>
            </a:fld>
            <a:endParaRPr b="1" sz="1200">
              <a:solidFill>
                <a:srgbClr val="FF0000"/>
              </a:solidFill>
              <a:latin typeface="Arial"/>
              <a:ea typeface="Arial"/>
              <a:cs typeface="Arial"/>
              <a:sym typeface="Arial"/>
            </a:endParaRPr>
          </a:p>
        </p:txBody>
      </p:sp>
      <p:pic>
        <p:nvPicPr>
          <p:cNvPr id="279" name="Google Shape;279;p16"/>
          <p:cNvPicPr preferRelativeResize="0"/>
          <p:nvPr/>
        </p:nvPicPr>
        <p:blipFill rotWithShape="1">
          <a:blip r:embed="rId3">
            <a:alphaModFix/>
          </a:blip>
          <a:srcRect b="0" l="0" r="0" t="0"/>
          <a:stretch/>
        </p:blipFill>
        <p:spPr>
          <a:xfrm>
            <a:off x="5257800" y="4495800"/>
            <a:ext cx="2971800" cy="1840169"/>
          </a:xfrm>
          <a:prstGeom prst="rect">
            <a:avLst/>
          </a:prstGeom>
          <a:noFill/>
          <a:ln>
            <a:noFill/>
          </a:ln>
        </p:spPr>
      </p:pic>
      <p:sp>
        <p:nvSpPr>
          <p:cNvPr id="280" name="Google Shape;280;p16"/>
          <p:cNvSpPr txBox="1"/>
          <p:nvPr>
            <p:ph type="title"/>
          </p:nvPr>
        </p:nvSpPr>
        <p:spPr>
          <a:xfrm>
            <a:off x="457200" y="274638"/>
            <a:ext cx="8229600" cy="11430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86" name="Google Shape;28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87" name="Google Shape;287;p17"/>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88" name="Google Shape;288;p1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89" name="Google Shape;289;p17"/>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b="1" lang="en-US" sz="2400">
                          <a:solidFill>
                            <a:srgbClr val="002060"/>
                          </a:solidFill>
                        </a:rPr>
                        <a:t>Tính</a:t>
                      </a:r>
                      <a:r>
                        <a:rPr b="1" lang="en-US" sz="2400">
                          <a:solidFill>
                            <a:srgbClr val="002060"/>
                          </a:solidFill>
                        </a:rPr>
                        <a:t> liên thông</a:t>
                      </a:r>
                      <a:endParaRPr b="0" sz="2400">
                        <a:solidFill>
                          <a:srgbClr val="2820D2"/>
                        </a:solidFill>
                      </a:endParaRPr>
                    </a:p>
                  </a:txBody>
                  <a:tcPr marT="45725" marB="45725" marR="91450" marL="91450">
                    <a:solidFill>
                      <a:srgbClr val="00B0F0"/>
                    </a:solidFill>
                  </a:tcPr>
                </a:tc>
              </a:tr>
              <a:tr h="4337925">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graphicFrame>
        <p:nvGraphicFramePr>
          <p:cNvPr id="290" name="Google Shape;290;p17"/>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spcBef>
                          <a:spcPts val="0"/>
                        </a:spcBef>
                        <a:spcAft>
                          <a:spcPts val="0"/>
                        </a:spcAft>
                        <a:buNone/>
                      </a:pPr>
                      <a:r>
                        <a:t/>
                      </a:r>
                      <a:endParaRPr b="0" sz="28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sp>
        <p:nvSpPr>
          <p:cNvPr id="291" name="Google Shape;291;p17"/>
          <p:cNvSpPr txBox="1"/>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1" lang="en-US" sz="1200">
                <a:solidFill>
                  <a:srgbClr val="FF0000"/>
                </a:solidFill>
                <a:latin typeface="Arial"/>
                <a:ea typeface="Arial"/>
                <a:cs typeface="Arial"/>
                <a:sym typeface="Arial"/>
              </a:rPr>
              <a:t>‹#›</a:t>
            </a:fld>
            <a:endParaRPr b="1" sz="1200">
              <a:solidFill>
                <a:srgbClr val="FF0000"/>
              </a:solidFill>
              <a:latin typeface="Arial"/>
              <a:ea typeface="Arial"/>
              <a:cs typeface="Arial"/>
              <a:sym typeface="Arial"/>
            </a:endParaRPr>
          </a:p>
        </p:txBody>
      </p:sp>
      <p:pic>
        <p:nvPicPr>
          <p:cNvPr id="292" name="Google Shape;292;p17"/>
          <p:cNvPicPr preferRelativeResize="0"/>
          <p:nvPr/>
        </p:nvPicPr>
        <p:blipFill rotWithShape="1">
          <a:blip r:embed="rId3">
            <a:alphaModFix/>
          </a:blip>
          <a:srcRect b="0" l="0" r="0" t="0"/>
          <a:stretch/>
        </p:blipFill>
        <p:spPr>
          <a:xfrm>
            <a:off x="4953000" y="2359742"/>
            <a:ext cx="3200400" cy="2133600"/>
          </a:xfrm>
          <a:prstGeom prst="rect">
            <a:avLst/>
          </a:prstGeom>
          <a:noFill/>
          <a:ln>
            <a:noFill/>
          </a:ln>
        </p:spPr>
      </p:pic>
      <p:sp>
        <p:nvSpPr>
          <p:cNvPr id="293" name="Google Shape;293;p17"/>
          <p:cNvSpPr txBox="1"/>
          <p:nvPr>
            <p:ph type="title"/>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299" name="Google Shape;299;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300" name="Google Shape;300;p18"/>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01" name="Google Shape;301;p1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302" name="Google Shape;302;p18"/>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b="1" lang="en-US" sz="2400">
                          <a:solidFill>
                            <a:srgbClr val="002060"/>
                          </a:solidFill>
                        </a:rPr>
                        <a:t>Tính</a:t>
                      </a:r>
                      <a:r>
                        <a:rPr b="1" lang="en-US" sz="2400">
                          <a:solidFill>
                            <a:srgbClr val="002060"/>
                          </a:solidFill>
                        </a:rPr>
                        <a:t> liên thông</a:t>
                      </a:r>
                      <a:endParaRPr b="0" sz="2400">
                        <a:solidFill>
                          <a:srgbClr val="2820D2"/>
                        </a:solidFill>
                      </a:endParaRPr>
                    </a:p>
                  </a:txBody>
                  <a:tcPr marT="45725" marB="45725" marR="91450" marL="91450">
                    <a:solidFill>
                      <a:srgbClr val="00B0F0"/>
                    </a:solidFill>
                  </a:tcPr>
                </a:tc>
              </a:tr>
              <a:tr h="4337925">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graphicFrame>
        <p:nvGraphicFramePr>
          <p:cNvPr id="303" name="Google Shape;303;p18"/>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spcBef>
                          <a:spcPts val="0"/>
                        </a:spcBef>
                        <a:spcAft>
                          <a:spcPts val="0"/>
                        </a:spcAft>
                        <a:buNone/>
                      </a:pPr>
                      <a:r>
                        <a:t/>
                      </a:r>
                      <a:endParaRPr b="0" sz="2800">
                        <a:solidFill>
                          <a:srgbClr val="2820D2"/>
                        </a:solidFill>
                      </a:endParaRPr>
                    </a:p>
                  </a:txBody>
                  <a:tcPr marT="45725" marB="45725" marR="91450" marL="91450">
                    <a:solidFill>
                      <a:srgbClr val="00B0F0"/>
                    </a:solidFill>
                  </a:tcPr>
                </a:tc>
              </a:tr>
              <a:tr h="4393950">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304" name="Google Shape;304;p18"/>
          <p:cNvSpPr txBox="1"/>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1" lang="en-US" sz="1200">
                <a:solidFill>
                  <a:srgbClr val="FF0000"/>
                </a:solidFill>
                <a:latin typeface="Arial"/>
                <a:ea typeface="Arial"/>
                <a:cs typeface="Arial"/>
                <a:sym typeface="Arial"/>
              </a:rPr>
              <a:t>‹#›</a:t>
            </a:fld>
            <a:endParaRPr b="1" sz="1200">
              <a:solidFill>
                <a:srgbClr val="FF0000"/>
              </a:solidFill>
              <a:latin typeface="Arial"/>
              <a:ea typeface="Arial"/>
              <a:cs typeface="Arial"/>
              <a:sym typeface="Arial"/>
            </a:endParaRPr>
          </a:p>
        </p:txBody>
      </p:sp>
      <p:sp>
        <p:nvSpPr>
          <p:cNvPr id="305" name="Google Shape;305;p18"/>
          <p:cNvSpPr txBox="1"/>
          <p:nvPr>
            <p:ph type="title"/>
          </p:nvPr>
        </p:nvSpPr>
        <p:spPr>
          <a:xfrm>
            <a:off x="457200" y="274638"/>
            <a:ext cx="8229600" cy="9447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311" name="Google Shape;311;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312" name="Google Shape;312;p19"/>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13" name="Google Shape;313;p1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314" name="Google Shape;314;p19"/>
          <p:cNvGraphicFramePr/>
          <p:nvPr/>
        </p:nvGraphicFramePr>
        <p:xfrm>
          <a:off x="457200" y="1412825"/>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50050">
                <a:tc>
                  <a:txBody>
                    <a:bodyPr/>
                    <a:lstStyle/>
                    <a:p>
                      <a:pPr indent="0" lvl="0" marL="0" marR="0" rtl="0" algn="l">
                        <a:spcBef>
                          <a:spcPts val="0"/>
                        </a:spcBef>
                        <a:spcAft>
                          <a:spcPts val="0"/>
                        </a:spcAft>
                        <a:buNone/>
                      </a:pPr>
                      <a:r>
                        <a:rPr b="1" lang="en-US" sz="2800">
                          <a:solidFill>
                            <a:srgbClr val="2820D2"/>
                          </a:solidFill>
                        </a:rPr>
                        <a:t>Cạnh</a:t>
                      </a:r>
                      <a:r>
                        <a:rPr b="1" lang="en-US" sz="2800">
                          <a:solidFill>
                            <a:srgbClr val="2820D2"/>
                          </a:solidFill>
                        </a:rPr>
                        <a:t> cắt, đỉnh khớp</a:t>
                      </a:r>
                      <a:endParaRPr b="1" sz="2800">
                        <a:solidFill>
                          <a:srgbClr val="2820D2"/>
                        </a:solidFill>
                      </a:endParaRPr>
                    </a:p>
                  </a:txBody>
                  <a:tcPr marT="45725" marB="45725" marR="91450" marL="91450">
                    <a:solidFill>
                      <a:srgbClr val="00B0F0"/>
                    </a:solidFill>
                  </a:tcPr>
                </a:tc>
              </a:tr>
              <a:tr h="4419600">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graphicFrame>
        <p:nvGraphicFramePr>
          <p:cNvPr id="315" name="Google Shape;315;p19"/>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spcBef>
                          <a:spcPts val="0"/>
                        </a:spcBef>
                        <a:spcAft>
                          <a:spcPts val="0"/>
                        </a:spcAft>
                        <a:buNone/>
                      </a:pPr>
                      <a:r>
                        <a:rPr b="0" lang="en-US" sz="2800">
                          <a:solidFill>
                            <a:srgbClr val="2820D2"/>
                          </a:solidFill>
                        </a:rPr>
                        <a:t>Ví</a:t>
                      </a:r>
                      <a:r>
                        <a:rPr b="0" lang="en-US" sz="2800">
                          <a:solidFill>
                            <a:srgbClr val="2820D2"/>
                          </a:solidFill>
                        </a:rPr>
                        <a:t> dụ</a:t>
                      </a:r>
                      <a:endParaRPr b="0" sz="28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sp>
        <p:nvSpPr>
          <p:cNvPr id="316" name="Google Shape;316;p19"/>
          <p:cNvSpPr txBox="1"/>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1" lang="en-US" sz="1200">
                <a:solidFill>
                  <a:srgbClr val="FF0000"/>
                </a:solidFill>
                <a:latin typeface="Arial"/>
                <a:ea typeface="Arial"/>
                <a:cs typeface="Arial"/>
                <a:sym typeface="Arial"/>
              </a:rPr>
              <a:t>‹#›</a:t>
            </a:fld>
            <a:endParaRPr b="1" sz="1200">
              <a:solidFill>
                <a:srgbClr val="FF0000"/>
              </a:solidFill>
              <a:latin typeface="Arial"/>
              <a:ea typeface="Arial"/>
              <a:cs typeface="Arial"/>
              <a:sym typeface="Arial"/>
            </a:endParaRPr>
          </a:p>
        </p:txBody>
      </p:sp>
      <p:pic>
        <p:nvPicPr>
          <p:cNvPr id="317" name="Google Shape;317;p19"/>
          <p:cNvPicPr preferRelativeResize="0"/>
          <p:nvPr/>
        </p:nvPicPr>
        <p:blipFill rotWithShape="1">
          <a:blip r:embed="rId3">
            <a:alphaModFix/>
          </a:blip>
          <a:srcRect b="0" l="0" r="0" t="0"/>
          <a:stretch/>
        </p:blipFill>
        <p:spPr>
          <a:xfrm>
            <a:off x="4876800" y="2319798"/>
            <a:ext cx="3581400" cy="2709402"/>
          </a:xfrm>
          <a:prstGeom prst="rect">
            <a:avLst/>
          </a:prstGeom>
          <a:noFill/>
          <a:ln>
            <a:noFill/>
          </a:ln>
        </p:spPr>
      </p:pic>
      <p:sp>
        <p:nvSpPr>
          <p:cNvPr id="318" name="Google Shape;318;p19"/>
          <p:cNvSpPr txBox="1"/>
          <p:nvPr>
            <p:ph type="title"/>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324" name="Google Shape;324;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325" name="Google Shape;325;p20"/>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26" name="Google Shape;326;p2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327" name="Google Shape;327;p20"/>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t/>
                      </a:r>
                      <a:endParaRPr b="0" sz="2400">
                        <a:solidFill>
                          <a:srgbClr val="2820D2"/>
                        </a:solidFill>
                      </a:endParaRPr>
                    </a:p>
                  </a:txBody>
                  <a:tcPr marT="45725" marB="45725" marR="91450" marL="91450">
                    <a:solidFill>
                      <a:srgbClr val="00B0F0"/>
                    </a:solidFill>
                  </a:tcPr>
                </a:tc>
              </a:tr>
              <a:tr h="4337925">
                <a:tc>
                  <a:txBody>
                    <a:bodyPr/>
                    <a:lstStyle/>
                    <a:p>
                      <a:pPr indent="-228600" lvl="1" marL="800100" marR="0" rtl="0" algn="l">
                        <a:lnSpc>
                          <a:spcPct val="80000"/>
                        </a:lnSpc>
                        <a:spcBef>
                          <a:spcPts val="0"/>
                        </a:spcBef>
                        <a:spcAft>
                          <a:spcPts val="0"/>
                        </a:spcAft>
                        <a:buClr>
                          <a:schemeClr val="dk1"/>
                        </a:buClr>
                        <a:buSzPts val="1800"/>
                        <a:buFont typeface="Noto Sans Symbols"/>
                        <a:buNone/>
                      </a:pPr>
                      <a:r>
                        <a:t/>
                      </a:r>
                      <a:endParaRPr sz="1800" u="none" cap="none" strike="noStrike">
                        <a:solidFill>
                          <a:srgbClr val="FF0000"/>
                        </a:solidFill>
                        <a:latin typeface="Times New Roman"/>
                        <a:ea typeface="Times New Roman"/>
                        <a:cs typeface="Times New Roman"/>
                        <a:sym typeface="Times New Roman"/>
                      </a:endParaRPr>
                    </a:p>
                  </a:txBody>
                  <a:tcPr marT="45725" marB="45725" marR="91450" marL="91450"/>
                </a:tc>
              </a:tr>
            </a:tbl>
          </a:graphicData>
        </a:graphic>
      </p:graphicFrame>
      <p:graphicFrame>
        <p:nvGraphicFramePr>
          <p:cNvPr id="328" name="Google Shape;328;p20"/>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spcBef>
                          <a:spcPts val="0"/>
                        </a:spcBef>
                        <a:spcAft>
                          <a:spcPts val="0"/>
                        </a:spcAft>
                        <a:buNone/>
                      </a:pPr>
                      <a:r>
                        <a:t/>
                      </a:r>
                      <a:endParaRPr b="0" sz="28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sp>
        <p:nvSpPr>
          <p:cNvPr id="329" name="Google Shape;329;p20"/>
          <p:cNvSpPr txBox="1"/>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1" lang="en-US" sz="1200">
                <a:solidFill>
                  <a:srgbClr val="FF0000"/>
                </a:solidFill>
                <a:latin typeface="Arial"/>
                <a:ea typeface="Arial"/>
                <a:cs typeface="Arial"/>
                <a:sym typeface="Arial"/>
              </a:rPr>
              <a:t>‹#›</a:t>
            </a:fld>
            <a:endParaRPr b="1" sz="1200">
              <a:solidFill>
                <a:srgbClr val="FF0000"/>
              </a:solidFill>
              <a:latin typeface="Arial"/>
              <a:ea typeface="Arial"/>
              <a:cs typeface="Arial"/>
              <a:sym typeface="Arial"/>
            </a:endParaRPr>
          </a:p>
        </p:txBody>
      </p:sp>
      <p:sp>
        <p:nvSpPr>
          <p:cNvPr id="330" name="Google Shape;330;p20"/>
          <p:cNvSpPr/>
          <p:nvPr/>
        </p:nvSpPr>
        <p:spPr>
          <a:xfrm>
            <a:off x="2635437" y="27116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331" name="Google Shape;331;p20"/>
          <p:cNvSpPr/>
          <p:nvPr/>
        </p:nvSpPr>
        <p:spPr>
          <a:xfrm>
            <a:off x="1340037" y="34736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0</a:t>
            </a:r>
            <a:endParaRPr/>
          </a:p>
        </p:txBody>
      </p:sp>
      <p:sp>
        <p:nvSpPr>
          <p:cNvPr id="332" name="Google Shape;332;p20"/>
          <p:cNvSpPr/>
          <p:nvPr/>
        </p:nvSpPr>
        <p:spPr>
          <a:xfrm>
            <a:off x="2102037" y="43880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333" name="Google Shape;333;p20"/>
          <p:cNvSpPr/>
          <p:nvPr/>
        </p:nvSpPr>
        <p:spPr>
          <a:xfrm>
            <a:off x="3473637" y="43118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cxnSp>
        <p:nvCxnSpPr>
          <p:cNvPr id="334" name="Google Shape;334;p20"/>
          <p:cNvCxnSpPr>
            <a:stCxn id="331" idx="7"/>
            <a:endCxn id="330" idx="2"/>
          </p:cNvCxnSpPr>
          <p:nvPr/>
        </p:nvCxnSpPr>
        <p:spPr>
          <a:xfrm flipH="1" rot="10800000">
            <a:off x="1600200" y="2863974"/>
            <a:ext cx="1035300" cy="654300"/>
          </a:xfrm>
          <a:prstGeom prst="straightConnector1">
            <a:avLst/>
          </a:prstGeom>
          <a:noFill/>
          <a:ln cap="flat" cmpd="sng" w="38100">
            <a:solidFill>
              <a:srgbClr val="7030A0"/>
            </a:solidFill>
            <a:prstDash val="solid"/>
            <a:round/>
            <a:headEnd len="sm" w="sm" type="none"/>
            <a:tailEnd len="sm" w="sm" type="none"/>
          </a:ln>
        </p:spPr>
      </p:cxnSp>
      <p:cxnSp>
        <p:nvCxnSpPr>
          <p:cNvPr id="335" name="Google Shape;335;p20"/>
          <p:cNvCxnSpPr>
            <a:endCxn id="332" idx="3"/>
          </p:cNvCxnSpPr>
          <p:nvPr/>
        </p:nvCxnSpPr>
        <p:spPr>
          <a:xfrm flipH="1" rot="10800000">
            <a:off x="1339974" y="4648200"/>
            <a:ext cx="806700" cy="959100"/>
          </a:xfrm>
          <a:prstGeom prst="straightConnector1">
            <a:avLst/>
          </a:prstGeom>
          <a:noFill/>
          <a:ln cap="flat" cmpd="sng" w="38100">
            <a:solidFill>
              <a:srgbClr val="7030A0"/>
            </a:solidFill>
            <a:prstDash val="solid"/>
            <a:round/>
            <a:headEnd len="sm" w="sm" type="none"/>
            <a:tailEnd len="sm" w="sm" type="none"/>
          </a:ln>
        </p:spPr>
      </p:cxnSp>
      <p:cxnSp>
        <p:nvCxnSpPr>
          <p:cNvPr id="336" name="Google Shape;336;p20"/>
          <p:cNvCxnSpPr>
            <a:stCxn id="332" idx="1"/>
            <a:endCxn id="331" idx="4"/>
          </p:cNvCxnSpPr>
          <p:nvPr/>
        </p:nvCxnSpPr>
        <p:spPr>
          <a:xfrm rot="10800000">
            <a:off x="1492374" y="3778374"/>
            <a:ext cx="654300" cy="654300"/>
          </a:xfrm>
          <a:prstGeom prst="straightConnector1">
            <a:avLst/>
          </a:prstGeom>
          <a:noFill/>
          <a:ln cap="flat" cmpd="sng" w="38100">
            <a:solidFill>
              <a:srgbClr val="7030A0"/>
            </a:solidFill>
            <a:prstDash val="solid"/>
            <a:round/>
            <a:headEnd len="sm" w="sm" type="none"/>
            <a:tailEnd len="sm" w="sm" type="none"/>
          </a:ln>
        </p:spPr>
      </p:cxnSp>
      <p:cxnSp>
        <p:nvCxnSpPr>
          <p:cNvPr id="337" name="Google Shape;337;p20"/>
          <p:cNvCxnSpPr>
            <a:stCxn id="330" idx="5"/>
            <a:endCxn id="333" idx="0"/>
          </p:cNvCxnSpPr>
          <p:nvPr/>
        </p:nvCxnSpPr>
        <p:spPr>
          <a:xfrm>
            <a:off x="2895600" y="2971800"/>
            <a:ext cx="730500" cy="1340100"/>
          </a:xfrm>
          <a:prstGeom prst="straightConnector1">
            <a:avLst/>
          </a:prstGeom>
          <a:noFill/>
          <a:ln cap="flat" cmpd="sng" w="38100">
            <a:solidFill>
              <a:srgbClr val="7030A0"/>
            </a:solidFill>
            <a:prstDash val="solid"/>
            <a:round/>
            <a:headEnd len="sm" w="sm" type="none"/>
            <a:tailEnd len="sm" w="sm" type="none"/>
          </a:ln>
        </p:spPr>
      </p:cxnSp>
      <p:cxnSp>
        <p:nvCxnSpPr>
          <p:cNvPr id="338" name="Google Shape;338;p20"/>
          <p:cNvCxnSpPr>
            <a:endCxn id="332" idx="0"/>
          </p:cNvCxnSpPr>
          <p:nvPr/>
        </p:nvCxnSpPr>
        <p:spPr>
          <a:xfrm flipH="1">
            <a:off x="2254437" y="3016437"/>
            <a:ext cx="533400" cy="1371600"/>
          </a:xfrm>
          <a:prstGeom prst="straightConnector1">
            <a:avLst/>
          </a:prstGeom>
          <a:noFill/>
          <a:ln cap="flat" cmpd="sng" w="38100">
            <a:solidFill>
              <a:srgbClr val="7030A0"/>
            </a:solidFill>
            <a:prstDash val="solid"/>
            <a:round/>
            <a:headEnd len="sm" w="sm" type="none"/>
            <a:tailEnd len="sm" w="sm" type="none"/>
          </a:ln>
        </p:spPr>
      </p:cxnSp>
      <p:sp>
        <p:nvSpPr>
          <p:cNvPr id="339" name="Google Shape;339;p20"/>
          <p:cNvSpPr/>
          <p:nvPr/>
        </p:nvSpPr>
        <p:spPr>
          <a:xfrm>
            <a:off x="1111437" y="55310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340" name="Google Shape;340;p20"/>
          <p:cNvSpPr/>
          <p:nvPr/>
        </p:nvSpPr>
        <p:spPr>
          <a:xfrm>
            <a:off x="2635437" y="56834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cxnSp>
        <p:nvCxnSpPr>
          <p:cNvPr id="341" name="Google Shape;341;p20"/>
          <p:cNvCxnSpPr>
            <a:stCxn id="339" idx="6"/>
            <a:endCxn id="340" idx="2"/>
          </p:cNvCxnSpPr>
          <p:nvPr/>
        </p:nvCxnSpPr>
        <p:spPr>
          <a:xfrm>
            <a:off x="1416237" y="5683437"/>
            <a:ext cx="1219200" cy="152400"/>
          </a:xfrm>
          <a:prstGeom prst="straightConnector1">
            <a:avLst/>
          </a:prstGeom>
          <a:noFill/>
          <a:ln cap="flat" cmpd="sng" w="38100">
            <a:solidFill>
              <a:srgbClr val="7030A0"/>
            </a:solidFill>
            <a:prstDash val="solid"/>
            <a:round/>
            <a:headEnd len="sm" w="sm" type="none"/>
            <a:tailEnd len="sm" w="sm" type="none"/>
          </a:ln>
        </p:spPr>
      </p:cxnSp>
      <p:cxnSp>
        <p:nvCxnSpPr>
          <p:cNvPr id="342" name="Google Shape;342;p20"/>
          <p:cNvCxnSpPr>
            <a:stCxn id="340" idx="7"/>
            <a:endCxn id="333" idx="4"/>
          </p:cNvCxnSpPr>
          <p:nvPr/>
        </p:nvCxnSpPr>
        <p:spPr>
          <a:xfrm flipH="1" rot="10800000">
            <a:off x="2895600" y="4616574"/>
            <a:ext cx="730500" cy="1111500"/>
          </a:xfrm>
          <a:prstGeom prst="straightConnector1">
            <a:avLst/>
          </a:prstGeom>
          <a:noFill/>
          <a:ln cap="flat" cmpd="sng" w="38100">
            <a:solidFill>
              <a:srgbClr val="7030A0"/>
            </a:solidFill>
            <a:prstDash val="solid"/>
            <a:round/>
            <a:headEnd len="sm" w="sm" type="none"/>
            <a:tailEnd len="sm" w="sm" type="none"/>
          </a:ln>
        </p:spPr>
      </p:cxnSp>
      <p:cxnSp>
        <p:nvCxnSpPr>
          <p:cNvPr id="343" name="Google Shape;343;p20"/>
          <p:cNvCxnSpPr>
            <a:stCxn id="333" idx="2"/>
            <a:endCxn id="332" idx="6"/>
          </p:cNvCxnSpPr>
          <p:nvPr/>
        </p:nvCxnSpPr>
        <p:spPr>
          <a:xfrm flipH="1">
            <a:off x="2406837" y="4464237"/>
            <a:ext cx="1066800" cy="76200"/>
          </a:xfrm>
          <a:prstGeom prst="straightConnector1">
            <a:avLst/>
          </a:prstGeom>
          <a:noFill/>
          <a:ln cap="flat" cmpd="sng" w="38100">
            <a:solidFill>
              <a:srgbClr val="7030A0"/>
            </a:solidFill>
            <a:prstDash val="solid"/>
            <a:round/>
            <a:headEnd len="sm" w="sm" type="none"/>
            <a:tailEnd len="sm" w="sm" type="none"/>
          </a:ln>
        </p:spPr>
      </p:cxnSp>
      <p:cxnSp>
        <p:nvCxnSpPr>
          <p:cNvPr id="344" name="Google Shape;344;p20"/>
          <p:cNvCxnSpPr>
            <a:stCxn id="339" idx="1"/>
            <a:endCxn id="331" idx="3"/>
          </p:cNvCxnSpPr>
          <p:nvPr/>
        </p:nvCxnSpPr>
        <p:spPr>
          <a:xfrm flipH="1" rot="10800000">
            <a:off x="1156074" y="3733674"/>
            <a:ext cx="228600" cy="1842000"/>
          </a:xfrm>
          <a:prstGeom prst="straightConnector1">
            <a:avLst/>
          </a:prstGeom>
          <a:noFill/>
          <a:ln cap="flat" cmpd="sng" w="38100">
            <a:solidFill>
              <a:srgbClr val="7030A0"/>
            </a:solidFill>
            <a:prstDash val="solid"/>
            <a:round/>
            <a:headEnd len="sm" w="sm" type="none"/>
            <a:tailEnd len="sm" w="sm" type="none"/>
          </a:ln>
        </p:spPr>
      </p:cxnSp>
      <p:cxnSp>
        <p:nvCxnSpPr>
          <p:cNvPr id="345" name="Google Shape;345;p20"/>
          <p:cNvCxnSpPr>
            <a:stCxn id="339" idx="7"/>
          </p:cNvCxnSpPr>
          <p:nvPr/>
        </p:nvCxnSpPr>
        <p:spPr>
          <a:xfrm flipH="1" rot="10800000">
            <a:off x="1371600" y="4540374"/>
            <a:ext cx="2146800" cy="1035300"/>
          </a:xfrm>
          <a:prstGeom prst="straightConnector1">
            <a:avLst/>
          </a:prstGeom>
          <a:noFill/>
          <a:ln cap="flat" cmpd="sng" w="38100">
            <a:solidFill>
              <a:srgbClr val="7030A0"/>
            </a:solidFill>
            <a:prstDash val="solid"/>
            <a:round/>
            <a:headEnd len="sm" w="sm" type="none"/>
            <a:tailEnd len="sm" w="sm" type="none"/>
          </a:ln>
        </p:spPr>
      </p:cxnSp>
      <p:sp>
        <p:nvSpPr>
          <p:cNvPr id="346" name="Google Shape;346;p20"/>
          <p:cNvSpPr/>
          <p:nvPr/>
        </p:nvSpPr>
        <p:spPr>
          <a:xfrm>
            <a:off x="5791200" y="30480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
        <p:nvSpPr>
          <p:cNvPr id="347" name="Google Shape;347;p20"/>
          <p:cNvSpPr/>
          <p:nvPr/>
        </p:nvSpPr>
        <p:spPr>
          <a:xfrm>
            <a:off x="4800600" y="41148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348" name="Google Shape;348;p20"/>
          <p:cNvSpPr/>
          <p:nvPr/>
        </p:nvSpPr>
        <p:spPr>
          <a:xfrm>
            <a:off x="7162800" y="53340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8</a:t>
            </a:r>
            <a:endParaRPr/>
          </a:p>
        </p:txBody>
      </p:sp>
      <p:sp>
        <p:nvSpPr>
          <p:cNvPr id="349" name="Google Shape;349;p20"/>
          <p:cNvSpPr/>
          <p:nvPr/>
        </p:nvSpPr>
        <p:spPr>
          <a:xfrm>
            <a:off x="6400950" y="3854625"/>
            <a:ext cx="7305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10</a:t>
            </a:r>
            <a:endParaRPr/>
          </a:p>
        </p:txBody>
      </p:sp>
      <p:sp>
        <p:nvSpPr>
          <p:cNvPr id="350" name="Google Shape;350;p20"/>
          <p:cNvSpPr/>
          <p:nvPr/>
        </p:nvSpPr>
        <p:spPr>
          <a:xfrm>
            <a:off x="7772400" y="28956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7</a:t>
            </a:r>
            <a:endParaRPr/>
          </a:p>
        </p:txBody>
      </p:sp>
      <p:cxnSp>
        <p:nvCxnSpPr>
          <p:cNvPr id="351" name="Google Shape;351;p20"/>
          <p:cNvCxnSpPr>
            <a:stCxn id="346" idx="6"/>
            <a:endCxn id="352" idx="2"/>
          </p:cNvCxnSpPr>
          <p:nvPr/>
        </p:nvCxnSpPr>
        <p:spPr>
          <a:xfrm>
            <a:off x="6096000" y="3200400"/>
            <a:ext cx="762000" cy="0"/>
          </a:xfrm>
          <a:prstGeom prst="straightConnector1">
            <a:avLst/>
          </a:prstGeom>
          <a:noFill/>
          <a:ln cap="flat" cmpd="sng" w="38100">
            <a:solidFill>
              <a:srgbClr val="7030A0"/>
            </a:solidFill>
            <a:prstDash val="solid"/>
            <a:round/>
            <a:headEnd len="sm" w="sm" type="none"/>
            <a:tailEnd len="sm" w="sm" type="none"/>
          </a:ln>
        </p:spPr>
      </p:cxnSp>
      <p:cxnSp>
        <p:nvCxnSpPr>
          <p:cNvPr id="353" name="Google Shape;353;p20"/>
          <p:cNvCxnSpPr>
            <a:stCxn id="347" idx="7"/>
            <a:endCxn id="346" idx="3"/>
          </p:cNvCxnSpPr>
          <p:nvPr/>
        </p:nvCxnSpPr>
        <p:spPr>
          <a:xfrm flipH="1" rot="10800000">
            <a:off x="5060763" y="3308037"/>
            <a:ext cx="775200" cy="851400"/>
          </a:xfrm>
          <a:prstGeom prst="straightConnector1">
            <a:avLst/>
          </a:prstGeom>
          <a:noFill/>
          <a:ln cap="flat" cmpd="sng" w="38100">
            <a:solidFill>
              <a:srgbClr val="7030A0"/>
            </a:solidFill>
            <a:prstDash val="solid"/>
            <a:round/>
            <a:headEnd len="sm" w="sm" type="none"/>
            <a:tailEnd len="sm" w="sm" type="none"/>
          </a:ln>
        </p:spPr>
      </p:cxnSp>
      <p:cxnSp>
        <p:nvCxnSpPr>
          <p:cNvPr id="354" name="Google Shape;354;p20"/>
          <p:cNvCxnSpPr/>
          <p:nvPr/>
        </p:nvCxnSpPr>
        <p:spPr>
          <a:xfrm>
            <a:off x="5029200" y="4343400"/>
            <a:ext cx="914400" cy="609600"/>
          </a:xfrm>
          <a:prstGeom prst="straightConnector1">
            <a:avLst/>
          </a:prstGeom>
          <a:noFill/>
          <a:ln cap="flat" cmpd="sng" w="38100">
            <a:solidFill>
              <a:srgbClr val="7030A0"/>
            </a:solidFill>
            <a:prstDash val="solid"/>
            <a:round/>
            <a:headEnd len="sm" w="sm" type="none"/>
            <a:tailEnd len="sm" w="sm" type="none"/>
          </a:ln>
        </p:spPr>
      </p:cxnSp>
      <p:cxnSp>
        <p:nvCxnSpPr>
          <p:cNvPr id="355" name="Google Shape;355;p20"/>
          <p:cNvCxnSpPr>
            <a:endCxn id="350" idx="4"/>
          </p:cNvCxnSpPr>
          <p:nvPr/>
        </p:nvCxnSpPr>
        <p:spPr>
          <a:xfrm flipH="1" rot="10800000">
            <a:off x="7315200" y="3200400"/>
            <a:ext cx="609600" cy="2133600"/>
          </a:xfrm>
          <a:prstGeom prst="straightConnector1">
            <a:avLst/>
          </a:prstGeom>
          <a:noFill/>
          <a:ln cap="flat" cmpd="sng" w="38100">
            <a:solidFill>
              <a:srgbClr val="7030A0"/>
            </a:solidFill>
            <a:prstDash val="solid"/>
            <a:round/>
            <a:headEnd len="sm" w="sm" type="none"/>
            <a:tailEnd len="sm" w="sm" type="none"/>
          </a:ln>
        </p:spPr>
      </p:cxnSp>
      <p:sp>
        <p:nvSpPr>
          <p:cNvPr id="356" name="Google Shape;356;p20"/>
          <p:cNvSpPr/>
          <p:nvPr/>
        </p:nvSpPr>
        <p:spPr>
          <a:xfrm>
            <a:off x="5867400" y="48768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352" name="Google Shape;352;p20"/>
          <p:cNvSpPr/>
          <p:nvPr/>
        </p:nvSpPr>
        <p:spPr>
          <a:xfrm>
            <a:off x="6858000" y="30480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357" name="Google Shape;357;p20"/>
          <p:cNvSpPr/>
          <p:nvPr/>
        </p:nvSpPr>
        <p:spPr>
          <a:xfrm>
            <a:off x="4610100" y="2933700"/>
            <a:ext cx="2667000" cy="2362200"/>
          </a:xfrm>
          <a:custGeom>
            <a:rect b="b" l="l" r="r" t="t"/>
            <a:pathLst>
              <a:path extrusionOk="0" h="2362200" w="2667000">
                <a:moveTo>
                  <a:pt x="1143000" y="0"/>
                </a:moveTo>
                <a:lnTo>
                  <a:pt x="2667000" y="0"/>
                </a:lnTo>
                <a:cubicBezTo>
                  <a:pt x="2616200" y="198967"/>
                  <a:pt x="2648985" y="260266"/>
                  <a:pt x="2590800" y="457200"/>
                </a:cubicBezTo>
                <a:cubicBezTo>
                  <a:pt x="2587007" y="470038"/>
                  <a:pt x="2133600" y="457200"/>
                  <a:pt x="2133600" y="457200"/>
                </a:cubicBezTo>
                <a:cubicBezTo>
                  <a:pt x="1549400" y="660400"/>
                  <a:pt x="1658961" y="438245"/>
                  <a:pt x="762000" y="1219200"/>
                </a:cubicBezTo>
                <a:lnTo>
                  <a:pt x="1752600" y="1981200"/>
                </a:lnTo>
                <a:lnTo>
                  <a:pt x="1295400" y="2362200"/>
                </a:lnTo>
                <a:lnTo>
                  <a:pt x="0" y="1371600"/>
                </a:lnTo>
                <a:lnTo>
                  <a:pt x="1143000" y="0"/>
                </a:lnTo>
                <a:close/>
              </a:path>
            </a:pathLst>
          </a:custGeom>
          <a:solidFill>
            <a:srgbClr val="FF0000">
              <a:alpha val="40784"/>
            </a:srgbClr>
          </a:soli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58" name="Google Shape;358;p20"/>
          <p:cNvSpPr/>
          <p:nvPr/>
        </p:nvSpPr>
        <p:spPr>
          <a:xfrm rot="999289">
            <a:off x="7233143" y="2545299"/>
            <a:ext cx="773711" cy="3291401"/>
          </a:xfrm>
          <a:prstGeom prst="ellipse">
            <a:avLst/>
          </a:prstGeom>
          <a:solidFill>
            <a:srgbClr val="0000CC">
              <a:alpha val="3058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59" name="Google Shape;359;p20"/>
          <p:cNvSpPr txBox="1"/>
          <p:nvPr>
            <p:ph type="title"/>
          </p:nvPr>
        </p:nvSpPr>
        <p:spPr>
          <a:xfrm>
            <a:off x="457200" y="274638"/>
            <a:ext cx="8229600" cy="868362"/>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par>
                                <p:cTn fill="hold" nodeType="with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par>
                                <p:cTn fill="hold" nodeType="with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par>
                                <p:cTn fill="hold" nodeType="with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par>
                                <p:cTn fill="hold" nodeType="with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1"/>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65" name="Google Shape;365;p2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6" name="Google Shape;366;p21"/>
          <p:cNvSpPr txBox="1"/>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1" lang="en-US" sz="1200">
                <a:solidFill>
                  <a:srgbClr val="FF0000"/>
                </a:solidFill>
                <a:latin typeface="Arial"/>
                <a:ea typeface="Arial"/>
                <a:cs typeface="Arial"/>
                <a:sym typeface="Arial"/>
              </a:rPr>
              <a:t>‹#›</a:t>
            </a:fld>
            <a:endParaRPr b="1" sz="1200">
              <a:solidFill>
                <a:srgbClr val="FF0000"/>
              </a:solidFill>
              <a:latin typeface="Arial"/>
              <a:ea typeface="Arial"/>
              <a:cs typeface="Arial"/>
              <a:sym typeface="Arial"/>
            </a:endParaRPr>
          </a:p>
        </p:txBody>
      </p:sp>
      <p:sp>
        <p:nvSpPr>
          <p:cNvPr id="367" name="Google Shape;367;p21"/>
          <p:cNvSpPr/>
          <p:nvPr/>
        </p:nvSpPr>
        <p:spPr>
          <a:xfrm>
            <a:off x="2705100" y="21020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368" name="Google Shape;368;p21"/>
          <p:cNvSpPr/>
          <p:nvPr/>
        </p:nvSpPr>
        <p:spPr>
          <a:xfrm>
            <a:off x="4076700" y="21020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6</a:t>
            </a:r>
            <a:endParaRPr/>
          </a:p>
        </p:txBody>
      </p:sp>
      <p:sp>
        <p:nvSpPr>
          <p:cNvPr id="369" name="Google Shape;369;p21"/>
          <p:cNvSpPr/>
          <p:nvPr/>
        </p:nvSpPr>
        <p:spPr>
          <a:xfrm>
            <a:off x="1409700" y="28640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0</a:t>
            </a:r>
            <a:endParaRPr/>
          </a:p>
        </p:txBody>
      </p:sp>
      <p:sp>
        <p:nvSpPr>
          <p:cNvPr id="370" name="Google Shape;370;p21"/>
          <p:cNvSpPr/>
          <p:nvPr/>
        </p:nvSpPr>
        <p:spPr>
          <a:xfrm>
            <a:off x="2171700" y="37784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9</a:t>
            </a:r>
            <a:endParaRPr/>
          </a:p>
        </p:txBody>
      </p:sp>
      <p:sp>
        <p:nvSpPr>
          <p:cNvPr id="371" name="Google Shape;371;p21"/>
          <p:cNvSpPr/>
          <p:nvPr/>
        </p:nvSpPr>
        <p:spPr>
          <a:xfrm>
            <a:off x="3543300" y="37022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cxnSp>
        <p:nvCxnSpPr>
          <p:cNvPr id="372" name="Google Shape;372;p21"/>
          <p:cNvCxnSpPr>
            <a:stCxn id="369" idx="7"/>
            <a:endCxn id="367" idx="2"/>
          </p:cNvCxnSpPr>
          <p:nvPr/>
        </p:nvCxnSpPr>
        <p:spPr>
          <a:xfrm flipH="1" rot="10800000">
            <a:off x="1669863" y="2254374"/>
            <a:ext cx="1035300" cy="654300"/>
          </a:xfrm>
          <a:prstGeom prst="straightConnector1">
            <a:avLst/>
          </a:prstGeom>
          <a:noFill/>
          <a:ln cap="flat" cmpd="sng" w="38100">
            <a:solidFill>
              <a:srgbClr val="7030A0"/>
            </a:solidFill>
            <a:prstDash val="solid"/>
            <a:round/>
            <a:headEnd len="sm" w="sm" type="none"/>
            <a:tailEnd len="sm" w="sm" type="none"/>
          </a:ln>
        </p:spPr>
      </p:cxnSp>
      <p:cxnSp>
        <p:nvCxnSpPr>
          <p:cNvPr id="373" name="Google Shape;373;p21"/>
          <p:cNvCxnSpPr>
            <a:endCxn id="370" idx="3"/>
          </p:cNvCxnSpPr>
          <p:nvPr/>
        </p:nvCxnSpPr>
        <p:spPr>
          <a:xfrm flipH="1" rot="10800000">
            <a:off x="1409637" y="4038600"/>
            <a:ext cx="806700" cy="959100"/>
          </a:xfrm>
          <a:prstGeom prst="straightConnector1">
            <a:avLst/>
          </a:prstGeom>
          <a:noFill/>
          <a:ln cap="flat" cmpd="sng" w="38100">
            <a:solidFill>
              <a:srgbClr val="7030A0"/>
            </a:solidFill>
            <a:prstDash val="solid"/>
            <a:round/>
            <a:headEnd len="sm" w="sm" type="none"/>
            <a:tailEnd len="sm" w="sm" type="none"/>
          </a:ln>
        </p:spPr>
      </p:cxnSp>
      <p:cxnSp>
        <p:nvCxnSpPr>
          <p:cNvPr id="374" name="Google Shape;374;p21"/>
          <p:cNvCxnSpPr>
            <a:stCxn id="371" idx="7"/>
            <a:endCxn id="368" idx="3"/>
          </p:cNvCxnSpPr>
          <p:nvPr/>
        </p:nvCxnSpPr>
        <p:spPr>
          <a:xfrm flipH="1" rot="10800000">
            <a:off x="3803463" y="2362074"/>
            <a:ext cx="318000" cy="1384800"/>
          </a:xfrm>
          <a:prstGeom prst="straightConnector1">
            <a:avLst/>
          </a:prstGeom>
          <a:noFill/>
          <a:ln cap="flat" cmpd="sng" w="38100">
            <a:solidFill>
              <a:srgbClr val="7030A0"/>
            </a:solidFill>
            <a:prstDash val="solid"/>
            <a:round/>
            <a:headEnd len="sm" w="sm" type="none"/>
            <a:tailEnd len="sm" w="sm" type="none"/>
          </a:ln>
        </p:spPr>
      </p:cxnSp>
      <p:cxnSp>
        <p:nvCxnSpPr>
          <p:cNvPr id="375" name="Google Shape;375;p21"/>
          <p:cNvCxnSpPr>
            <a:stCxn id="370" idx="1"/>
            <a:endCxn id="369" idx="4"/>
          </p:cNvCxnSpPr>
          <p:nvPr/>
        </p:nvCxnSpPr>
        <p:spPr>
          <a:xfrm rot="10800000">
            <a:off x="1562037" y="3168774"/>
            <a:ext cx="654300" cy="654300"/>
          </a:xfrm>
          <a:prstGeom prst="straightConnector1">
            <a:avLst/>
          </a:prstGeom>
          <a:noFill/>
          <a:ln cap="flat" cmpd="sng" w="38100">
            <a:solidFill>
              <a:srgbClr val="7030A0"/>
            </a:solidFill>
            <a:prstDash val="solid"/>
            <a:round/>
            <a:headEnd len="sm" w="sm" type="none"/>
            <a:tailEnd len="sm" w="sm" type="none"/>
          </a:ln>
        </p:spPr>
      </p:cxnSp>
      <p:cxnSp>
        <p:nvCxnSpPr>
          <p:cNvPr id="376" name="Google Shape;376;p21"/>
          <p:cNvCxnSpPr>
            <a:stCxn id="367" idx="5"/>
            <a:endCxn id="371" idx="0"/>
          </p:cNvCxnSpPr>
          <p:nvPr/>
        </p:nvCxnSpPr>
        <p:spPr>
          <a:xfrm>
            <a:off x="2965263" y="2362200"/>
            <a:ext cx="730500" cy="1340100"/>
          </a:xfrm>
          <a:prstGeom prst="straightConnector1">
            <a:avLst/>
          </a:prstGeom>
          <a:noFill/>
          <a:ln cap="flat" cmpd="sng" w="38100">
            <a:solidFill>
              <a:srgbClr val="7030A0"/>
            </a:solidFill>
            <a:prstDash val="solid"/>
            <a:round/>
            <a:headEnd len="sm" w="sm" type="none"/>
            <a:tailEnd len="sm" w="sm" type="none"/>
          </a:ln>
        </p:spPr>
      </p:cxnSp>
      <p:cxnSp>
        <p:nvCxnSpPr>
          <p:cNvPr id="377" name="Google Shape;377;p21"/>
          <p:cNvCxnSpPr>
            <a:endCxn id="370" idx="0"/>
          </p:cNvCxnSpPr>
          <p:nvPr/>
        </p:nvCxnSpPr>
        <p:spPr>
          <a:xfrm flipH="1">
            <a:off x="2324100" y="2406837"/>
            <a:ext cx="533400" cy="1371600"/>
          </a:xfrm>
          <a:prstGeom prst="straightConnector1">
            <a:avLst/>
          </a:prstGeom>
          <a:noFill/>
          <a:ln cap="flat" cmpd="sng" w="38100">
            <a:solidFill>
              <a:srgbClr val="7030A0"/>
            </a:solidFill>
            <a:prstDash val="solid"/>
            <a:round/>
            <a:headEnd len="sm" w="sm" type="none"/>
            <a:tailEnd len="sm" w="sm" type="none"/>
          </a:ln>
        </p:spPr>
      </p:cxnSp>
      <p:sp>
        <p:nvSpPr>
          <p:cNvPr id="378" name="Google Shape;378;p21"/>
          <p:cNvSpPr/>
          <p:nvPr/>
        </p:nvSpPr>
        <p:spPr>
          <a:xfrm>
            <a:off x="1181100" y="49214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379" name="Google Shape;379;p21"/>
          <p:cNvSpPr/>
          <p:nvPr/>
        </p:nvSpPr>
        <p:spPr>
          <a:xfrm>
            <a:off x="2705100" y="50738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cxnSp>
        <p:nvCxnSpPr>
          <p:cNvPr id="380" name="Google Shape;380;p21"/>
          <p:cNvCxnSpPr>
            <a:stCxn id="378" idx="6"/>
            <a:endCxn id="379" idx="2"/>
          </p:cNvCxnSpPr>
          <p:nvPr/>
        </p:nvCxnSpPr>
        <p:spPr>
          <a:xfrm>
            <a:off x="1485900" y="5073837"/>
            <a:ext cx="1219200" cy="152400"/>
          </a:xfrm>
          <a:prstGeom prst="straightConnector1">
            <a:avLst/>
          </a:prstGeom>
          <a:noFill/>
          <a:ln cap="flat" cmpd="sng" w="38100">
            <a:solidFill>
              <a:srgbClr val="7030A0"/>
            </a:solidFill>
            <a:prstDash val="solid"/>
            <a:round/>
            <a:headEnd len="sm" w="sm" type="none"/>
            <a:tailEnd len="sm" w="sm" type="none"/>
          </a:ln>
        </p:spPr>
      </p:cxnSp>
      <p:cxnSp>
        <p:nvCxnSpPr>
          <p:cNvPr id="381" name="Google Shape;381;p21"/>
          <p:cNvCxnSpPr>
            <a:stCxn id="379" idx="7"/>
            <a:endCxn id="371" idx="4"/>
          </p:cNvCxnSpPr>
          <p:nvPr/>
        </p:nvCxnSpPr>
        <p:spPr>
          <a:xfrm flipH="1" rot="10800000">
            <a:off x="2965263" y="4006974"/>
            <a:ext cx="730500" cy="1111500"/>
          </a:xfrm>
          <a:prstGeom prst="straightConnector1">
            <a:avLst/>
          </a:prstGeom>
          <a:noFill/>
          <a:ln cap="flat" cmpd="sng" w="38100">
            <a:solidFill>
              <a:srgbClr val="7030A0"/>
            </a:solidFill>
            <a:prstDash val="solid"/>
            <a:round/>
            <a:headEnd len="sm" w="sm" type="none"/>
            <a:tailEnd len="sm" w="sm" type="none"/>
          </a:ln>
        </p:spPr>
      </p:cxnSp>
      <p:cxnSp>
        <p:nvCxnSpPr>
          <p:cNvPr id="382" name="Google Shape;382;p21"/>
          <p:cNvCxnSpPr>
            <a:stCxn id="371" idx="2"/>
            <a:endCxn id="370" idx="6"/>
          </p:cNvCxnSpPr>
          <p:nvPr/>
        </p:nvCxnSpPr>
        <p:spPr>
          <a:xfrm flipH="1">
            <a:off x="2476500" y="3854637"/>
            <a:ext cx="1066800" cy="76200"/>
          </a:xfrm>
          <a:prstGeom prst="straightConnector1">
            <a:avLst/>
          </a:prstGeom>
          <a:noFill/>
          <a:ln cap="flat" cmpd="sng" w="38100">
            <a:solidFill>
              <a:srgbClr val="7030A0"/>
            </a:solidFill>
            <a:prstDash val="solid"/>
            <a:round/>
            <a:headEnd len="sm" w="sm" type="none"/>
            <a:tailEnd len="sm" w="sm" type="none"/>
          </a:ln>
        </p:spPr>
      </p:cxnSp>
      <p:cxnSp>
        <p:nvCxnSpPr>
          <p:cNvPr id="383" name="Google Shape;383;p21"/>
          <p:cNvCxnSpPr>
            <a:stCxn id="378" idx="1"/>
            <a:endCxn id="369" idx="3"/>
          </p:cNvCxnSpPr>
          <p:nvPr/>
        </p:nvCxnSpPr>
        <p:spPr>
          <a:xfrm flipH="1" rot="10800000">
            <a:off x="1225737" y="3124074"/>
            <a:ext cx="228600" cy="1842000"/>
          </a:xfrm>
          <a:prstGeom prst="straightConnector1">
            <a:avLst/>
          </a:prstGeom>
          <a:noFill/>
          <a:ln cap="flat" cmpd="sng" w="38100">
            <a:solidFill>
              <a:srgbClr val="7030A0"/>
            </a:solidFill>
            <a:prstDash val="solid"/>
            <a:round/>
            <a:headEnd len="sm" w="sm" type="none"/>
            <a:tailEnd len="sm" w="sm" type="none"/>
          </a:ln>
        </p:spPr>
      </p:cxnSp>
      <p:cxnSp>
        <p:nvCxnSpPr>
          <p:cNvPr id="384" name="Google Shape;384;p21"/>
          <p:cNvCxnSpPr>
            <a:stCxn id="378" idx="7"/>
          </p:cNvCxnSpPr>
          <p:nvPr/>
        </p:nvCxnSpPr>
        <p:spPr>
          <a:xfrm flipH="1" rot="10800000">
            <a:off x="1441263" y="3930774"/>
            <a:ext cx="2146800" cy="1035300"/>
          </a:xfrm>
          <a:prstGeom prst="straightConnector1">
            <a:avLst/>
          </a:prstGeom>
          <a:noFill/>
          <a:ln cap="flat" cmpd="sng" w="38100">
            <a:solidFill>
              <a:srgbClr val="7030A0"/>
            </a:solidFill>
            <a:prstDash val="solid"/>
            <a:round/>
            <a:headEnd len="sm" w="sm" type="none"/>
            <a:tailEnd len="sm" w="sm" type="none"/>
          </a:ln>
        </p:spPr>
      </p:cxnSp>
      <p:cxnSp>
        <p:nvCxnSpPr>
          <p:cNvPr id="385" name="Google Shape;385;p21"/>
          <p:cNvCxnSpPr>
            <a:stCxn id="371" idx="5"/>
          </p:cNvCxnSpPr>
          <p:nvPr/>
        </p:nvCxnSpPr>
        <p:spPr>
          <a:xfrm>
            <a:off x="3803463" y="3962400"/>
            <a:ext cx="959100" cy="959100"/>
          </a:xfrm>
          <a:prstGeom prst="straightConnector1">
            <a:avLst/>
          </a:prstGeom>
          <a:noFill/>
          <a:ln cap="flat" cmpd="sng" w="38100">
            <a:solidFill>
              <a:srgbClr val="7030A0"/>
            </a:solidFill>
            <a:prstDash val="solid"/>
            <a:round/>
            <a:headEnd len="sm" w="sm" type="none"/>
            <a:tailEnd len="sm" w="sm" type="none"/>
          </a:ln>
        </p:spPr>
      </p:cxnSp>
      <p:sp>
        <p:nvSpPr>
          <p:cNvPr id="386" name="Google Shape;386;p21"/>
          <p:cNvSpPr/>
          <p:nvPr/>
        </p:nvSpPr>
        <p:spPr>
          <a:xfrm>
            <a:off x="4686300" y="48452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387" name="Google Shape;387;p21"/>
          <p:cNvSpPr/>
          <p:nvPr/>
        </p:nvSpPr>
        <p:spPr>
          <a:xfrm>
            <a:off x="6286500" y="52262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8</a:t>
            </a:r>
            <a:endParaRPr/>
          </a:p>
        </p:txBody>
      </p:sp>
      <p:sp>
        <p:nvSpPr>
          <p:cNvPr id="388" name="Google Shape;388;p21"/>
          <p:cNvSpPr/>
          <p:nvPr/>
        </p:nvSpPr>
        <p:spPr>
          <a:xfrm>
            <a:off x="5600700" y="35498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10</a:t>
            </a:r>
            <a:endParaRPr/>
          </a:p>
        </p:txBody>
      </p:sp>
      <p:sp>
        <p:nvSpPr>
          <p:cNvPr id="389" name="Google Shape;389;p21"/>
          <p:cNvSpPr/>
          <p:nvPr/>
        </p:nvSpPr>
        <p:spPr>
          <a:xfrm>
            <a:off x="6896100" y="2559237"/>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7</a:t>
            </a:r>
            <a:endParaRPr/>
          </a:p>
        </p:txBody>
      </p:sp>
      <p:cxnSp>
        <p:nvCxnSpPr>
          <p:cNvPr id="390" name="Google Shape;390;p21"/>
          <p:cNvCxnSpPr>
            <a:stCxn id="388" idx="2"/>
            <a:endCxn id="368" idx="5"/>
          </p:cNvCxnSpPr>
          <p:nvPr/>
        </p:nvCxnSpPr>
        <p:spPr>
          <a:xfrm rot="10800000">
            <a:off x="4336800" y="2362137"/>
            <a:ext cx="1263900" cy="1340100"/>
          </a:xfrm>
          <a:prstGeom prst="straightConnector1">
            <a:avLst/>
          </a:prstGeom>
          <a:noFill/>
          <a:ln cap="flat" cmpd="sng" w="38100">
            <a:solidFill>
              <a:srgbClr val="7030A0"/>
            </a:solidFill>
            <a:prstDash val="solid"/>
            <a:round/>
            <a:headEnd len="sm" w="sm" type="none"/>
            <a:tailEnd len="sm" w="sm" type="none"/>
          </a:ln>
        </p:spPr>
      </p:cxnSp>
      <p:cxnSp>
        <p:nvCxnSpPr>
          <p:cNvPr id="391" name="Google Shape;391;p21"/>
          <p:cNvCxnSpPr>
            <a:stCxn id="389" idx="2"/>
            <a:endCxn id="368" idx="6"/>
          </p:cNvCxnSpPr>
          <p:nvPr/>
        </p:nvCxnSpPr>
        <p:spPr>
          <a:xfrm rot="10800000">
            <a:off x="4381500" y="2254437"/>
            <a:ext cx="2514600" cy="457200"/>
          </a:xfrm>
          <a:prstGeom prst="straightConnector1">
            <a:avLst/>
          </a:prstGeom>
          <a:noFill/>
          <a:ln cap="flat" cmpd="sng" w="38100">
            <a:solidFill>
              <a:srgbClr val="7030A0"/>
            </a:solidFill>
            <a:prstDash val="solid"/>
            <a:round/>
            <a:headEnd len="sm" w="sm" type="none"/>
            <a:tailEnd len="sm" w="sm" type="none"/>
          </a:ln>
        </p:spPr>
      </p:cxnSp>
      <p:cxnSp>
        <p:nvCxnSpPr>
          <p:cNvPr id="392" name="Google Shape;392;p21"/>
          <p:cNvCxnSpPr>
            <a:stCxn id="388" idx="7"/>
            <a:endCxn id="389" idx="3"/>
          </p:cNvCxnSpPr>
          <p:nvPr/>
        </p:nvCxnSpPr>
        <p:spPr>
          <a:xfrm flipH="1" rot="10800000">
            <a:off x="5860863" y="2819274"/>
            <a:ext cx="1080000" cy="775200"/>
          </a:xfrm>
          <a:prstGeom prst="straightConnector1">
            <a:avLst/>
          </a:prstGeom>
          <a:noFill/>
          <a:ln cap="flat" cmpd="sng" w="38100">
            <a:solidFill>
              <a:srgbClr val="7030A0"/>
            </a:solidFill>
            <a:prstDash val="solid"/>
            <a:round/>
            <a:headEnd len="sm" w="sm" type="none"/>
            <a:tailEnd len="sm" w="sm" type="none"/>
          </a:ln>
        </p:spPr>
      </p:cxnSp>
      <p:cxnSp>
        <p:nvCxnSpPr>
          <p:cNvPr id="393" name="Google Shape;393;p21"/>
          <p:cNvCxnSpPr>
            <a:stCxn id="386" idx="0"/>
            <a:endCxn id="368" idx="4"/>
          </p:cNvCxnSpPr>
          <p:nvPr/>
        </p:nvCxnSpPr>
        <p:spPr>
          <a:xfrm rot="10800000">
            <a:off x="4229100" y="2406837"/>
            <a:ext cx="609600" cy="2438400"/>
          </a:xfrm>
          <a:prstGeom prst="straightConnector1">
            <a:avLst/>
          </a:prstGeom>
          <a:noFill/>
          <a:ln cap="flat" cmpd="sng" w="38100">
            <a:solidFill>
              <a:srgbClr val="7030A0"/>
            </a:solidFill>
            <a:prstDash val="solid"/>
            <a:round/>
            <a:headEnd len="sm" w="sm" type="none"/>
            <a:tailEnd len="sm" w="sm" type="none"/>
          </a:ln>
        </p:spPr>
      </p:cxnSp>
      <p:cxnSp>
        <p:nvCxnSpPr>
          <p:cNvPr id="394" name="Google Shape;394;p21"/>
          <p:cNvCxnSpPr>
            <a:stCxn id="386" idx="7"/>
            <a:endCxn id="388" idx="3"/>
          </p:cNvCxnSpPr>
          <p:nvPr/>
        </p:nvCxnSpPr>
        <p:spPr>
          <a:xfrm flipH="1" rot="10800000">
            <a:off x="4946463" y="3809874"/>
            <a:ext cx="699000" cy="1080000"/>
          </a:xfrm>
          <a:prstGeom prst="straightConnector1">
            <a:avLst/>
          </a:prstGeom>
          <a:noFill/>
          <a:ln cap="flat" cmpd="sng" w="38100">
            <a:solidFill>
              <a:srgbClr val="7030A0"/>
            </a:solidFill>
            <a:prstDash val="solid"/>
            <a:round/>
            <a:headEnd len="sm" w="sm" type="none"/>
            <a:tailEnd len="sm" w="sm" type="none"/>
          </a:ln>
        </p:spPr>
      </p:cxnSp>
      <p:cxnSp>
        <p:nvCxnSpPr>
          <p:cNvPr id="395" name="Google Shape;395;p21"/>
          <p:cNvCxnSpPr>
            <a:stCxn id="386" idx="6"/>
            <a:endCxn id="387" idx="2"/>
          </p:cNvCxnSpPr>
          <p:nvPr/>
        </p:nvCxnSpPr>
        <p:spPr>
          <a:xfrm>
            <a:off x="4991100" y="4997637"/>
            <a:ext cx="1295400" cy="381000"/>
          </a:xfrm>
          <a:prstGeom prst="straightConnector1">
            <a:avLst/>
          </a:prstGeom>
          <a:noFill/>
          <a:ln cap="flat" cmpd="sng" w="38100">
            <a:solidFill>
              <a:srgbClr val="7030A0"/>
            </a:solidFill>
            <a:prstDash val="solid"/>
            <a:round/>
            <a:headEnd len="sm" w="sm" type="none"/>
            <a:tailEnd len="sm" w="sm" type="none"/>
          </a:ln>
        </p:spPr>
      </p:cxnSp>
      <p:cxnSp>
        <p:nvCxnSpPr>
          <p:cNvPr id="396" name="Google Shape;396;p21"/>
          <p:cNvCxnSpPr>
            <a:stCxn id="387" idx="0"/>
            <a:endCxn id="389" idx="4"/>
          </p:cNvCxnSpPr>
          <p:nvPr/>
        </p:nvCxnSpPr>
        <p:spPr>
          <a:xfrm flipH="1" rot="10800000">
            <a:off x="6438900" y="2864037"/>
            <a:ext cx="609600" cy="2362200"/>
          </a:xfrm>
          <a:prstGeom prst="straightConnector1">
            <a:avLst/>
          </a:prstGeom>
          <a:noFill/>
          <a:ln cap="flat" cmpd="sng" w="38100">
            <a:solidFill>
              <a:srgbClr val="7030A0"/>
            </a:solidFill>
            <a:prstDash val="solid"/>
            <a:round/>
            <a:headEnd len="sm" w="sm" type="none"/>
            <a:tailEnd len="sm" w="sm" type="none"/>
          </a:ln>
        </p:spPr>
      </p:cxnSp>
      <p:sp>
        <p:nvSpPr>
          <p:cNvPr id="397" name="Google Shape;397;p21"/>
          <p:cNvSpPr txBox="1"/>
          <p:nvPr>
            <p:ph type="title"/>
          </p:nvPr>
        </p:nvSpPr>
        <p:spPr>
          <a:xfrm>
            <a:off x="571500" y="228601"/>
            <a:ext cx="8229600" cy="88736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Khái niệm cơ bản</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par>
                                <p:cTn fill="hold" nodeType="with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03" name="Google Shape;403;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04" name="Google Shape;404;p22"/>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05" name="Google Shape;405;p2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06" name="Google Shape;406;p22"/>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lang="en-US" sz="2800">
                          <a:solidFill>
                            <a:srgbClr val="002060"/>
                          </a:solidFill>
                        </a:rPr>
                        <a:t>Đồ thị vòng - C</a:t>
                      </a:r>
                      <a:r>
                        <a:rPr baseline="-25000" lang="en-US" sz="2800">
                          <a:solidFill>
                            <a:srgbClr val="002060"/>
                          </a:solidFill>
                        </a:rPr>
                        <a:t>n</a:t>
                      </a:r>
                      <a:r>
                        <a:rPr b="1" lang="en-US" sz="2800">
                          <a:solidFill>
                            <a:srgbClr val="002060"/>
                          </a:solidFill>
                        </a:rPr>
                        <a:t> </a:t>
                      </a:r>
                      <a:endParaRPr sz="2800">
                        <a:solidFill>
                          <a:srgbClr val="2820D2"/>
                        </a:solidFill>
                      </a:endParaRPr>
                    </a:p>
                  </a:txBody>
                  <a:tcPr marT="45725" marB="45725" marR="91450" marL="91450">
                    <a:solidFill>
                      <a:srgbClr val="00B0F0"/>
                    </a:solidFill>
                  </a:tcPr>
                </a:tc>
              </a:tr>
              <a:tr h="4337925">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graphicFrame>
        <p:nvGraphicFramePr>
          <p:cNvPr id="407" name="Google Shape;407;p22"/>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lnSpc>
                          <a:spcPct val="100000"/>
                        </a:lnSpc>
                        <a:spcBef>
                          <a:spcPts val="0"/>
                        </a:spcBef>
                        <a:spcAft>
                          <a:spcPts val="0"/>
                        </a:spcAft>
                        <a:buClr>
                          <a:srgbClr val="2820D2"/>
                        </a:buClr>
                        <a:buSzPts val="2400"/>
                        <a:buFont typeface="Times New Roman"/>
                        <a:buNone/>
                      </a:pPr>
                      <a:r>
                        <a:rPr b="0" lang="en-US" sz="2400">
                          <a:solidFill>
                            <a:srgbClr val="2820D2"/>
                          </a:solidFill>
                        </a:rPr>
                        <a:t>Minh họa</a:t>
                      </a:r>
                      <a:endParaRPr b="0" sz="24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pic>
        <p:nvPicPr>
          <p:cNvPr id="408" name="Google Shape;408;p22"/>
          <p:cNvPicPr preferRelativeResize="0"/>
          <p:nvPr/>
        </p:nvPicPr>
        <p:blipFill rotWithShape="1">
          <a:blip r:embed="rId3">
            <a:alphaModFix/>
          </a:blip>
          <a:srcRect b="0" l="0" r="0" t="0"/>
          <a:stretch/>
        </p:blipFill>
        <p:spPr>
          <a:xfrm>
            <a:off x="5181600" y="4267200"/>
            <a:ext cx="2971800" cy="2133599"/>
          </a:xfrm>
          <a:prstGeom prst="rect">
            <a:avLst/>
          </a:prstGeom>
          <a:noFill/>
          <a:ln>
            <a:noFill/>
          </a:ln>
        </p:spPr>
      </p:pic>
      <p:pic>
        <p:nvPicPr>
          <p:cNvPr id="409" name="Google Shape;409;p22"/>
          <p:cNvPicPr preferRelativeResize="0"/>
          <p:nvPr/>
        </p:nvPicPr>
        <p:blipFill rotWithShape="1">
          <a:blip r:embed="rId4">
            <a:alphaModFix/>
          </a:blip>
          <a:srcRect b="0" l="0" r="0" t="0"/>
          <a:stretch/>
        </p:blipFill>
        <p:spPr>
          <a:xfrm>
            <a:off x="5181600" y="2209800"/>
            <a:ext cx="2971800" cy="1933268"/>
          </a:xfrm>
          <a:prstGeom prst="rect">
            <a:avLst/>
          </a:prstGeom>
          <a:noFill/>
          <a:ln>
            <a:noFill/>
          </a:ln>
        </p:spPr>
      </p:pic>
      <p:sp>
        <p:nvSpPr>
          <p:cNvPr id="410" name="Google Shape;410;p22"/>
          <p:cNvSpPr txBox="1"/>
          <p:nvPr>
            <p:ph type="title"/>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Đồ thị đặc biệt</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16" name="Google Shape;41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17" name="Google Shape;417;p23"/>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18" name="Google Shape;418;p2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19" name="Google Shape;419;p23"/>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lang="en-US" sz="2800">
                          <a:solidFill>
                            <a:srgbClr val="002060"/>
                          </a:solidFill>
                        </a:rPr>
                        <a:t>Đồ thị bánh xe - W</a:t>
                      </a:r>
                      <a:r>
                        <a:rPr baseline="-25000" lang="en-US" sz="2800">
                          <a:solidFill>
                            <a:srgbClr val="002060"/>
                          </a:solidFill>
                        </a:rPr>
                        <a:t>n</a:t>
                      </a:r>
                      <a:endParaRPr sz="2800">
                        <a:solidFill>
                          <a:srgbClr val="2820D2"/>
                        </a:solidFill>
                      </a:endParaRPr>
                    </a:p>
                  </a:txBody>
                  <a:tcPr marT="45725" marB="45725" marR="91450" marL="91450">
                    <a:solidFill>
                      <a:srgbClr val="00B0F0"/>
                    </a:solidFill>
                  </a:tcPr>
                </a:tc>
              </a:tr>
              <a:tr h="4337925">
                <a:tc>
                  <a:txBody>
                    <a:bodyPr/>
                    <a:lstStyle/>
                    <a:p>
                      <a:pPr indent="-374650" lvl="0" marL="457200" marR="0" rtl="0" algn="l">
                        <a:spcBef>
                          <a:spcPts val="0"/>
                        </a:spcBef>
                        <a:spcAft>
                          <a:spcPts val="0"/>
                        </a:spcAft>
                        <a:buClr>
                          <a:srgbClr val="002060"/>
                        </a:buClr>
                        <a:buSzPts val="2300"/>
                        <a:buFont typeface="Times New Roman"/>
                        <a:buChar char="●"/>
                      </a:pPr>
                      <a:r>
                        <a:rPr lang="en-US" sz="2300">
                          <a:solidFill>
                            <a:srgbClr val="002060"/>
                          </a:solidFill>
                          <a:latin typeface="Times New Roman"/>
                          <a:ea typeface="Times New Roman"/>
                          <a:cs typeface="Times New Roman"/>
                          <a:sym typeface="Times New Roman"/>
                        </a:rPr>
                        <a:t>n+1 đỉnh</a:t>
                      </a:r>
                      <a:endParaRPr sz="2300">
                        <a:solidFill>
                          <a:srgbClr val="002060"/>
                        </a:solidFill>
                        <a:latin typeface="Times New Roman"/>
                        <a:ea typeface="Times New Roman"/>
                        <a:cs typeface="Times New Roman"/>
                        <a:sym typeface="Times New Roman"/>
                      </a:endParaRPr>
                    </a:p>
                    <a:p>
                      <a:pPr indent="-374650" lvl="0" marL="457200" marR="0" rtl="0" algn="l">
                        <a:spcBef>
                          <a:spcPts val="0"/>
                        </a:spcBef>
                        <a:spcAft>
                          <a:spcPts val="0"/>
                        </a:spcAft>
                        <a:buClr>
                          <a:srgbClr val="002060"/>
                        </a:buClr>
                        <a:buSzPts val="2300"/>
                        <a:buFont typeface="Times New Roman"/>
                        <a:buChar char="●"/>
                      </a:pPr>
                      <a:r>
                        <a:rPr lang="en-US" sz="2300">
                          <a:solidFill>
                            <a:srgbClr val="002060"/>
                          </a:solidFill>
                          <a:latin typeface="Times New Roman"/>
                          <a:ea typeface="Times New Roman"/>
                          <a:cs typeface="Times New Roman"/>
                          <a:sym typeface="Times New Roman"/>
                        </a:rPr>
                        <a:t>2n   cạnh</a:t>
                      </a:r>
                      <a:endParaRPr sz="2300">
                        <a:solidFill>
                          <a:srgbClr val="002060"/>
                        </a:solidFill>
                        <a:latin typeface="Times New Roman"/>
                        <a:ea typeface="Times New Roman"/>
                        <a:cs typeface="Times New Roman"/>
                        <a:sym typeface="Times New Roman"/>
                      </a:endParaRPr>
                    </a:p>
                    <a:p>
                      <a:pPr indent="-374650" lvl="0" marL="457200" marR="0" rtl="0" algn="l">
                        <a:spcBef>
                          <a:spcPts val="0"/>
                        </a:spcBef>
                        <a:spcAft>
                          <a:spcPts val="0"/>
                        </a:spcAft>
                        <a:buClr>
                          <a:srgbClr val="002060"/>
                        </a:buClr>
                        <a:buSzPts val="2300"/>
                        <a:buFont typeface="Times New Roman"/>
                        <a:buChar char="●"/>
                      </a:pPr>
                      <a:r>
                        <a:rPr lang="en-US" sz="2300">
                          <a:solidFill>
                            <a:srgbClr val="002060"/>
                          </a:solidFill>
                          <a:latin typeface="Times New Roman"/>
                          <a:ea typeface="Times New Roman"/>
                          <a:cs typeface="Times New Roman"/>
                          <a:sym typeface="Times New Roman"/>
                        </a:rPr>
                        <a:t>n đỉnh bậc 3 và 1 đỉnh bậc n</a:t>
                      </a:r>
                      <a:endParaRPr sz="1300"/>
                    </a:p>
                    <a:p>
                      <a:pPr indent="-374650" lvl="0" marL="457200" marR="0" rtl="0" algn="l">
                        <a:lnSpc>
                          <a:spcPct val="100000"/>
                        </a:lnSpc>
                        <a:spcBef>
                          <a:spcPts val="0"/>
                        </a:spcBef>
                        <a:spcAft>
                          <a:spcPts val="0"/>
                        </a:spcAft>
                        <a:buClr>
                          <a:srgbClr val="002060"/>
                        </a:buClr>
                        <a:buSzPts val="2300"/>
                        <a:buFont typeface="Times New Roman"/>
                        <a:buChar char="●"/>
                      </a:pPr>
                      <a:r>
                        <a:rPr lang="en-US" sz="2300">
                          <a:solidFill>
                            <a:srgbClr val="002060"/>
                          </a:solidFill>
                          <a:latin typeface="Times New Roman"/>
                          <a:ea typeface="Times New Roman"/>
                          <a:cs typeface="Times New Roman"/>
                          <a:sym typeface="Times New Roman"/>
                        </a:rPr>
                        <a:t>Hai đỉnh bất kỳ luôn kề nhau</a:t>
                      </a:r>
                      <a:endParaRPr sz="2300">
                        <a:solidFill>
                          <a:srgbClr val="002060"/>
                        </a:solidFill>
                        <a:latin typeface="Times New Roman"/>
                        <a:ea typeface="Times New Roman"/>
                        <a:cs typeface="Times New Roman"/>
                        <a:sym typeface="Times New Roman"/>
                      </a:endParaRPr>
                    </a:p>
                    <a:p>
                      <a:pPr indent="-374650" lvl="0" marL="457200" marR="0" rtl="0" algn="l">
                        <a:lnSpc>
                          <a:spcPct val="100000"/>
                        </a:lnSpc>
                        <a:spcBef>
                          <a:spcPts val="0"/>
                        </a:spcBef>
                        <a:spcAft>
                          <a:spcPts val="0"/>
                        </a:spcAft>
                        <a:buClr>
                          <a:srgbClr val="002060"/>
                        </a:buClr>
                        <a:buSzPts val="2300"/>
                        <a:buFont typeface="Times New Roman"/>
                        <a:buChar char="●"/>
                      </a:pPr>
                      <a:r>
                        <a:rPr lang="en-US" sz="2300">
                          <a:solidFill>
                            <a:srgbClr val="002060"/>
                          </a:solidFill>
                          <a:latin typeface="Times New Roman"/>
                          <a:ea typeface="Times New Roman"/>
                          <a:cs typeface="Times New Roman"/>
                          <a:sym typeface="Times New Roman"/>
                        </a:rPr>
                        <a:t>Hãy</a:t>
                      </a:r>
                      <a:r>
                        <a:rPr lang="en-US" sz="2300">
                          <a:solidFill>
                            <a:srgbClr val="002060"/>
                          </a:solidFill>
                          <a:latin typeface="Times New Roman"/>
                          <a:ea typeface="Times New Roman"/>
                          <a:cs typeface="Times New Roman"/>
                          <a:sym typeface="Times New Roman"/>
                        </a:rPr>
                        <a:t> vẽ</a:t>
                      </a:r>
                      <a:endParaRPr sz="2300">
                        <a:solidFill>
                          <a:srgbClr val="00206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2400"/>
                        <a:buFont typeface="Noto Sans Symbols"/>
                        <a:buNone/>
                      </a:pPr>
                      <a:r>
                        <a:rPr lang="en-US" sz="2300">
                          <a:solidFill>
                            <a:srgbClr val="002060"/>
                          </a:solidFill>
                        </a:rPr>
                        <a:t>            W</a:t>
                      </a:r>
                      <a:r>
                        <a:rPr baseline="-25000" lang="en-US" sz="2300">
                          <a:solidFill>
                            <a:srgbClr val="002060"/>
                          </a:solidFill>
                        </a:rPr>
                        <a:t>3</a:t>
                      </a:r>
                      <a:endParaRPr sz="1300"/>
                    </a:p>
                    <a:p>
                      <a:pPr indent="0" lvl="0" marL="0" marR="0" rtl="0" algn="l">
                        <a:lnSpc>
                          <a:spcPct val="100000"/>
                        </a:lnSpc>
                        <a:spcBef>
                          <a:spcPts val="0"/>
                        </a:spcBef>
                        <a:spcAft>
                          <a:spcPts val="0"/>
                        </a:spcAft>
                        <a:buClr>
                          <a:srgbClr val="002060"/>
                        </a:buClr>
                        <a:buSzPts val="2400"/>
                        <a:buFont typeface="Noto Sans Symbols"/>
                        <a:buNone/>
                      </a:pPr>
                      <a:r>
                        <a:rPr lang="en-US" sz="2300">
                          <a:solidFill>
                            <a:srgbClr val="002060"/>
                          </a:solidFill>
                        </a:rPr>
                        <a:t>            W</a:t>
                      </a:r>
                      <a:r>
                        <a:rPr baseline="-25000" lang="en-US" sz="2300">
                          <a:solidFill>
                            <a:srgbClr val="002060"/>
                          </a:solidFill>
                        </a:rPr>
                        <a:t>4</a:t>
                      </a:r>
                      <a:endParaRPr sz="1300"/>
                    </a:p>
                    <a:p>
                      <a:pPr indent="0" lvl="0" marL="0" marR="0" rtl="0" algn="l">
                        <a:lnSpc>
                          <a:spcPct val="100000"/>
                        </a:lnSpc>
                        <a:spcBef>
                          <a:spcPts val="0"/>
                        </a:spcBef>
                        <a:spcAft>
                          <a:spcPts val="0"/>
                        </a:spcAft>
                        <a:buClr>
                          <a:srgbClr val="002060"/>
                        </a:buClr>
                        <a:buSzPts val="2400"/>
                        <a:buFont typeface="Noto Sans Symbols"/>
                        <a:buNone/>
                      </a:pPr>
                      <a:r>
                        <a:rPr baseline="-25000" lang="en-US" sz="2300">
                          <a:solidFill>
                            <a:srgbClr val="002060"/>
                          </a:solidFill>
                          <a:latin typeface="Times New Roman"/>
                          <a:ea typeface="Times New Roman"/>
                          <a:cs typeface="Times New Roman"/>
                          <a:sym typeface="Times New Roman"/>
                        </a:rPr>
                        <a:t>                    </a:t>
                      </a:r>
                      <a:r>
                        <a:rPr baseline="-25000" lang="en-US" sz="3100">
                          <a:solidFill>
                            <a:srgbClr val="002060"/>
                          </a:solidFill>
                          <a:latin typeface="Times New Roman"/>
                          <a:ea typeface="Times New Roman"/>
                          <a:cs typeface="Times New Roman"/>
                          <a:sym typeface="Times New Roman"/>
                        </a:rPr>
                        <a:t>…</a:t>
                      </a:r>
                      <a:endParaRPr sz="1300"/>
                    </a:p>
                    <a:p>
                      <a:pPr indent="0" lvl="0" marL="0" marR="0" rtl="0" algn="l">
                        <a:lnSpc>
                          <a:spcPct val="100000"/>
                        </a:lnSpc>
                        <a:spcBef>
                          <a:spcPts val="0"/>
                        </a:spcBef>
                        <a:spcAft>
                          <a:spcPts val="0"/>
                        </a:spcAft>
                        <a:buClr>
                          <a:schemeClr val="dk1"/>
                        </a:buClr>
                        <a:buSzPts val="2400"/>
                        <a:buFont typeface="Noto Sans Symbols"/>
                        <a:buNone/>
                      </a:pPr>
                      <a:r>
                        <a:t/>
                      </a:r>
                      <a:endParaRPr sz="2300">
                        <a:solidFill>
                          <a:srgbClr val="00206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1800"/>
                        <a:buFont typeface="Noto Sans Symbols"/>
                        <a:buNone/>
                      </a:pPr>
                      <a:r>
                        <a:rPr lang="en-US" sz="1700">
                          <a:solidFill>
                            <a:srgbClr val="002060"/>
                          </a:solidFill>
                        </a:rPr>
                        <a:t>                 </a:t>
                      </a:r>
                      <a:r>
                        <a:rPr lang="en-US" sz="2300">
                          <a:solidFill>
                            <a:srgbClr val="002060"/>
                          </a:solidFill>
                        </a:rPr>
                        <a:t>W</a:t>
                      </a:r>
                      <a:r>
                        <a:rPr baseline="-25000" lang="en-US" sz="2300">
                          <a:solidFill>
                            <a:srgbClr val="002060"/>
                          </a:solidFill>
                        </a:rPr>
                        <a:t>7</a:t>
                      </a:r>
                      <a:endParaRPr sz="1300"/>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txBody>
                  <a:tcPr marT="45725" marB="45725" marR="91450" marL="91450"/>
                </a:tc>
              </a:tr>
            </a:tbl>
          </a:graphicData>
        </a:graphic>
      </p:graphicFrame>
      <p:graphicFrame>
        <p:nvGraphicFramePr>
          <p:cNvPr id="420" name="Google Shape;420;p23"/>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lnSpc>
                          <a:spcPct val="100000"/>
                        </a:lnSpc>
                        <a:spcBef>
                          <a:spcPts val="0"/>
                        </a:spcBef>
                        <a:spcAft>
                          <a:spcPts val="0"/>
                        </a:spcAft>
                        <a:buClr>
                          <a:srgbClr val="2820D2"/>
                        </a:buClr>
                        <a:buSzPts val="2800"/>
                        <a:buFont typeface="Times New Roman"/>
                        <a:buNone/>
                      </a:pPr>
                      <a:r>
                        <a:rPr lang="en-US" sz="2800">
                          <a:solidFill>
                            <a:srgbClr val="2820D2"/>
                          </a:solidFill>
                        </a:rPr>
                        <a:t>Minh họa</a:t>
                      </a:r>
                      <a:endParaRPr sz="28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pic>
        <p:nvPicPr>
          <p:cNvPr id="421" name="Google Shape;421;p23"/>
          <p:cNvPicPr preferRelativeResize="0"/>
          <p:nvPr/>
        </p:nvPicPr>
        <p:blipFill rotWithShape="1">
          <a:blip r:embed="rId3">
            <a:alphaModFix/>
          </a:blip>
          <a:srcRect b="0" l="0" r="0" t="0"/>
          <a:stretch/>
        </p:blipFill>
        <p:spPr>
          <a:xfrm>
            <a:off x="5105400" y="2118852"/>
            <a:ext cx="3401346" cy="2133600"/>
          </a:xfrm>
          <a:prstGeom prst="rect">
            <a:avLst/>
          </a:prstGeom>
          <a:noFill/>
          <a:ln>
            <a:noFill/>
          </a:ln>
        </p:spPr>
      </p:pic>
      <p:pic>
        <p:nvPicPr>
          <p:cNvPr id="422" name="Google Shape;422;p23"/>
          <p:cNvPicPr preferRelativeResize="0"/>
          <p:nvPr/>
        </p:nvPicPr>
        <p:blipFill rotWithShape="1">
          <a:blip r:embed="rId4">
            <a:alphaModFix/>
          </a:blip>
          <a:srcRect b="0" l="0" r="0" t="0"/>
          <a:stretch/>
        </p:blipFill>
        <p:spPr>
          <a:xfrm>
            <a:off x="5105400" y="4304069"/>
            <a:ext cx="3438525" cy="2057401"/>
          </a:xfrm>
          <a:prstGeom prst="rect">
            <a:avLst/>
          </a:prstGeom>
          <a:noFill/>
          <a:ln>
            <a:noFill/>
          </a:ln>
        </p:spPr>
      </p:pic>
      <p:sp>
        <p:nvSpPr>
          <p:cNvPr id="423" name="Google Shape;42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424" name="Google Shape;424;p23"/>
          <p:cNvSpPr txBox="1"/>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Đồ thị đặc biệt</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30" name="Google Shape;430;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31" name="Google Shape;431;p24"/>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32" name="Google Shape;432;p2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33" name="Google Shape;433;p24"/>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lang="en-US" sz="2800">
                          <a:solidFill>
                            <a:srgbClr val="002060"/>
                          </a:solidFill>
                        </a:rPr>
                        <a:t>Đồ thị lập phương - Q</a:t>
                      </a:r>
                      <a:r>
                        <a:rPr baseline="-25000" lang="en-US" sz="2800">
                          <a:solidFill>
                            <a:srgbClr val="002060"/>
                          </a:solidFill>
                        </a:rPr>
                        <a:t>n</a:t>
                      </a:r>
                      <a:r>
                        <a:rPr lang="en-US" sz="2800">
                          <a:solidFill>
                            <a:srgbClr val="002060"/>
                          </a:solidFill>
                        </a:rPr>
                        <a:t> </a:t>
                      </a:r>
                      <a:endParaRPr sz="2800">
                        <a:solidFill>
                          <a:srgbClr val="2820D2"/>
                        </a:solidFill>
                      </a:endParaRPr>
                    </a:p>
                  </a:txBody>
                  <a:tcPr marT="45725" marB="45725" marR="91450" marL="91450">
                    <a:solidFill>
                      <a:srgbClr val="00B0F0"/>
                    </a:solidFill>
                  </a:tcPr>
                </a:tc>
              </a:tr>
              <a:tr h="4337925">
                <a:tc>
                  <a:txBody>
                    <a:bodyPr/>
                    <a:lstStyle/>
                    <a:p>
                      <a:pPr indent="-285750" lvl="0" marL="285750" marR="0" rtl="0" algn="l">
                        <a:spcBef>
                          <a:spcPts val="0"/>
                        </a:spcBef>
                        <a:spcAft>
                          <a:spcPts val="0"/>
                        </a:spcAft>
                        <a:buClr>
                          <a:srgbClr val="002060"/>
                        </a:buClr>
                        <a:buSzPts val="2400"/>
                        <a:buFont typeface="Noto Sans Symbols"/>
                        <a:buChar char="●"/>
                      </a:pPr>
                      <a:r>
                        <a:rPr lang="en-US" sz="2400">
                          <a:solidFill>
                            <a:srgbClr val="002060"/>
                          </a:solidFill>
                        </a:rPr>
                        <a:t> </a:t>
                      </a:r>
                      <a:r>
                        <a:rPr lang="en-US" sz="2400">
                          <a:solidFill>
                            <a:srgbClr val="002060"/>
                          </a:solidFill>
                        </a:rPr>
                        <a:t>2</a:t>
                      </a:r>
                      <a:r>
                        <a:rPr baseline="30000" lang="en-US" sz="2400">
                          <a:solidFill>
                            <a:srgbClr val="002060"/>
                          </a:solidFill>
                        </a:rPr>
                        <a:t>n</a:t>
                      </a:r>
                      <a:r>
                        <a:rPr lang="en-US" sz="2400">
                          <a:solidFill>
                            <a:srgbClr val="002060"/>
                          </a:solidFill>
                        </a:rPr>
                        <a:t> đỉnh </a:t>
                      </a:r>
                      <a:endParaRPr/>
                    </a:p>
                    <a:p>
                      <a:pPr indent="-285750" lvl="0" marL="285750" marR="0" rtl="0" algn="l">
                        <a:spcBef>
                          <a:spcPts val="0"/>
                        </a:spcBef>
                        <a:spcAft>
                          <a:spcPts val="0"/>
                        </a:spcAft>
                        <a:buClr>
                          <a:srgbClr val="002060"/>
                        </a:buClr>
                        <a:buSzPts val="2400"/>
                        <a:buFont typeface="Noto Sans Symbols"/>
                        <a:buChar char="●"/>
                      </a:pPr>
                      <a:r>
                        <a:rPr lang="en-US" sz="2400">
                          <a:solidFill>
                            <a:srgbClr val="002060"/>
                          </a:solidFill>
                        </a:rPr>
                        <a:t> (n-1).2</a:t>
                      </a:r>
                      <a:r>
                        <a:rPr baseline="30000" lang="en-US" sz="2400">
                          <a:solidFill>
                            <a:srgbClr val="002060"/>
                          </a:solidFill>
                        </a:rPr>
                        <a:t>n-1  </a:t>
                      </a:r>
                      <a:r>
                        <a:rPr lang="en-US" sz="2400">
                          <a:solidFill>
                            <a:srgbClr val="002060"/>
                          </a:solidFill>
                        </a:rPr>
                        <a:t>cạnh</a:t>
                      </a:r>
                      <a:endParaRPr sz="2400">
                        <a:solidFill>
                          <a:srgbClr val="002060"/>
                        </a:solidFill>
                      </a:endParaRPr>
                    </a:p>
                    <a:p>
                      <a:pPr indent="-285750" lvl="0" marL="285750" marR="0" rtl="0" algn="l">
                        <a:lnSpc>
                          <a:spcPct val="100000"/>
                        </a:lnSpc>
                        <a:spcBef>
                          <a:spcPts val="0"/>
                        </a:spcBef>
                        <a:spcAft>
                          <a:spcPts val="0"/>
                        </a:spcAft>
                        <a:buClr>
                          <a:srgbClr val="002060"/>
                        </a:buClr>
                        <a:buSzPts val="2400"/>
                        <a:buFont typeface="Noto Sans Symbols"/>
                        <a:buChar char="●"/>
                      </a:pPr>
                      <a:r>
                        <a:rPr lang="en-US" sz="2400">
                          <a:solidFill>
                            <a:srgbClr val="002060"/>
                          </a:solidFill>
                        </a:rPr>
                        <a:t>Các đỉnh đều có bậc n – 1</a:t>
                      </a:r>
                      <a:endParaRPr/>
                    </a:p>
                    <a:p>
                      <a:pPr indent="-285750" lvl="0" marL="285750" marR="0" rtl="0" algn="l">
                        <a:spcBef>
                          <a:spcPts val="0"/>
                        </a:spcBef>
                        <a:spcAft>
                          <a:spcPts val="0"/>
                        </a:spcAft>
                        <a:buClr>
                          <a:srgbClr val="002060"/>
                        </a:buClr>
                        <a:buSzPts val="2400"/>
                        <a:buFont typeface="Noto Sans Symbols"/>
                        <a:buChar char="●"/>
                      </a:pPr>
                      <a:r>
                        <a:rPr lang="en-US" sz="2400">
                          <a:solidFill>
                            <a:srgbClr val="002060"/>
                          </a:solidFill>
                        </a:rPr>
                        <a:t>Các đỉnh biểu diễn cho các dãy n bit.</a:t>
                      </a:r>
                      <a:endParaRPr sz="2400">
                        <a:solidFill>
                          <a:srgbClr val="002060"/>
                        </a:solidFill>
                      </a:endParaRPr>
                    </a:p>
                    <a:p>
                      <a:pPr indent="0" lvl="0" marL="457200" marR="0" rtl="0" algn="l">
                        <a:spcBef>
                          <a:spcPts val="0"/>
                        </a:spcBef>
                        <a:spcAft>
                          <a:spcPts val="0"/>
                        </a:spcAft>
                        <a:buNone/>
                      </a:pPr>
                      <a:r>
                        <a:t/>
                      </a:r>
                      <a:endParaRPr sz="2400">
                        <a:solidFill>
                          <a:srgbClr val="002060"/>
                        </a:solidFill>
                      </a:endParaRPr>
                    </a:p>
                    <a:p>
                      <a:pPr indent="-285750" lvl="0" marL="285750" marR="0" rtl="0" algn="l">
                        <a:spcBef>
                          <a:spcPts val="0"/>
                        </a:spcBef>
                        <a:spcAft>
                          <a:spcPts val="0"/>
                        </a:spcAft>
                        <a:buClr>
                          <a:srgbClr val="002060"/>
                        </a:buClr>
                        <a:buSzPts val="2400"/>
                        <a:buFont typeface="Noto Sans Symbols"/>
                        <a:buChar char="●"/>
                      </a:pPr>
                      <a:r>
                        <a:rPr lang="en-US" sz="2400">
                          <a:solidFill>
                            <a:srgbClr val="002060"/>
                          </a:solidFill>
                        </a:rPr>
                        <a:t>Hãy</a:t>
                      </a:r>
                      <a:r>
                        <a:rPr lang="en-US" sz="2400">
                          <a:solidFill>
                            <a:srgbClr val="002060"/>
                          </a:solidFill>
                        </a:rPr>
                        <a:t> vẽ</a:t>
                      </a:r>
                      <a:endParaRPr sz="2400">
                        <a:solidFill>
                          <a:srgbClr val="002060"/>
                        </a:solidFill>
                      </a:endParaRPr>
                    </a:p>
                    <a:p>
                      <a:pPr indent="0" lvl="0" marL="0" marR="0" rtl="0" algn="l">
                        <a:spcBef>
                          <a:spcPts val="0"/>
                        </a:spcBef>
                        <a:spcAft>
                          <a:spcPts val="0"/>
                        </a:spcAft>
                        <a:buClr>
                          <a:srgbClr val="002060"/>
                        </a:buClr>
                        <a:buSzPts val="2400"/>
                        <a:buFont typeface="Noto Sans Symbols"/>
                        <a:buNone/>
                      </a:pPr>
                      <a:r>
                        <a:rPr lang="en-US" sz="2400">
                          <a:solidFill>
                            <a:srgbClr val="002060"/>
                          </a:solidFill>
                        </a:rPr>
                        <a:t>     </a:t>
                      </a:r>
                      <a:r>
                        <a:rPr lang="en-US" sz="2400">
                          <a:solidFill>
                            <a:srgbClr val="002060"/>
                          </a:solidFill>
                        </a:rPr>
                        <a:t>Q</a:t>
                      </a:r>
                      <a:r>
                        <a:rPr baseline="-25000" lang="en-US" sz="2400">
                          <a:solidFill>
                            <a:srgbClr val="002060"/>
                          </a:solidFill>
                        </a:rPr>
                        <a:t>1</a:t>
                      </a:r>
                      <a:r>
                        <a:rPr lang="en-US" sz="2400">
                          <a:solidFill>
                            <a:srgbClr val="002060"/>
                          </a:solidFill>
                        </a:rPr>
                        <a:t> </a:t>
                      </a:r>
                      <a:endParaRPr/>
                    </a:p>
                    <a:p>
                      <a:pPr indent="0" lvl="0" marL="0" marR="0" rtl="0" algn="l">
                        <a:spcBef>
                          <a:spcPts val="0"/>
                        </a:spcBef>
                        <a:spcAft>
                          <a:spcPts val="0"/>
                        </a:spcAft>
                        <a:buClr>
                          <a:srgbClr val="002060"/>
                        </a:buClr>
                        <a:buSzPts val="2400"/>
                        <a:buFont typeface="Noto Sans Symbols"/>
                        <a:buNone/>
                      </a:pPr>
                      <a:r>
                        <a:rPr lang="en-US" sz="2400">
                          <a:solidFill>
                            <a:srgbClr val="002060"/>
                          </a:solidFill>
                        </a:rPr>
                        <a:t>     Q</a:t>
                      </a:r>
                      <a:r>
                        <a:rPr baseline="-25000" lang="en-US" sz="2400">
                          <a:solidFill>
                            <a:srgbClr val="002060"/>
                          </a:solidFill>
                        </a:rPr>
                        <a:t>2</a:t>
                      </a:r>
                      <a:r>
                        <a:rPr lang="en-US" sz="2400">
                          <a:solidFill>
                            <a:srgbClr val="002060"/>
                          </a:solidFill>
                        </a:rPr>
                        <a:t> </a:t>
                      </a:r>
                      <a:endParaRPr/>
                    </a:p>
                    <a:p>
                      <a:pPr indent="0" lvl="0" marL="0" marR="0" rtl="0" algn="l">
                        <a:spcBef>
                          <a:spcPts val="0"/>
                        </a:spcBef>
                        <a:spcAft>
                          <a:spcPts val="0"/>
                        </a:spcAft>
                        <a:buClr>
                          <a:srgbClr val="002060"/>
                        </a:buClr>
                        <a:buSzPts val="2400"/>
                        <a:buFont typeface="Noto Sans Symbols"/>
                        <a:buNone/>
                      </a:pPr>
                      <a:r>
                        <a:rPr lang="en-US" sz="2400">
                          <a:solidFill>
                            <a:srgbClr val="002060"/>
                          </a:solidFill>
                        </a:rPr>
                        <a:t>     Q</a:t>
                      </a:r>
                      <a:r>
                        <a:rPr baseline="-25000" lang="en-US" sz="2400">
                          <a:solidFill>
                            <a:srgbClr val="002060"/>
                          </a:solidFill>
                        </a:rPr>
                        <a:t>3</a:t>
                      </a:r>
                      <a:r>
                        <a:rPr lang="en-US" sz="2400">
                          <a:solidFill>
                            <a:srgbClr val="002060"/>
                          </a:solidFill>
                        </a:rPr>
                        <a:t> </a:t>
                      </a:r>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txBody>
                  <a:tcPr marT="45725" marB="45725" marR="91450" marL="91450"/>
                </a:tc>
              </a:tr>
            </a:tbl>
          </a:graphicData>
        </a:graphic>
      </p:graphicFrame>
      <p:graphicFrame>
        <p:nvGraphicFramePr>
          <p:cNvPr id="434" name="Google Shape;434;p24"/>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lnSpc>
                          <a:spcPct val="100000"/>
                        </a:lnSpc>
                        <a:spcBef>
                          <a:spcPts val="0"/>
                        </a:spcBef>
                        <a:spcAft>
                          <a:spcPts val="0"/>
                        </a:spcAft>
                        <a:buClr>
                          <a:srgbClr val="2820D2"/>
                        </a:buClr>
                        <a:buSzPts val="2400"/>
                        <a:buFont typeface="Times New Roman"/>
                        <a:buNone/>
                      </a:pPr>
                      <a:r>
                        <a:rPr b="0" lang="en-US" sz="2400">
                          <a:solidFill>
                            <a:srgbClr val="2820D2"/>
                          </a:solidFill>
                        </a:rPr>
                        <a:t>Minh họa</a:t>
                      </a:r>
                      <a:endParaRPr b="0" sz="24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pic>
        <p:nvPicPr>
          <p:cNvPr id="435" name="Google Shape;435;p24"/>
          <p:cNvPicPr preferRelativeResize="0"/>
          <p:nvPr/>
        </p:nvPicPr>
        <p:blipFill rotWithShape="1">
          <a:blip r:embed="rId3">
            <a:alphaModFix/>
          </a:blip>
          <a:srcRect b="0" l="0" r="0" t="0"/>
          <a:stretch/>
        </p:blipFill>
        <p:spPr>
          <a:xfrm>
            <a:off x="4724400" y="2171700"/>
            <a:ext cx="3810000" cy="3009900"/>
          </a:xfrm>
          <a:prstGeom prst="rect">
            <a:avLst/>
          </a:prstGeom>
          <a:noFill/>
          <a:ln cap="flat" cmpd="sng" w="9525">
            <a:solidFill>
              <a:srgbClr val="C00000"/>
            </a:solidFill>
            <a:prstDash val="solid"/>
            <a:miter lim="800000"/>
            <a:headEnd len="sm" w="sm" type="none"/>
            <a:tailEnd len="sm" w="sm" type="none"/>
          </a:ln>
        </p:spPr>
      </p:pic>
      <p:sp>
        <p:nvSpPr>
          <p:cNvPr id="436" name="Google Shape;43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437" name="Google Shape;437;p24"/>
          <p:cNvSpPr txBox="1"/>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Đồ thị đặc biệt</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43" name="Google Shape;443;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44" name="Google Shape;444;p25"/>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45" name="Google Shape;445;p2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46" name="Google Shape;446;p25"/>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lang="en-US" sz="2800">
                          <a:solidFill>
                            <a:srgbClr val="002060"/>
                          </a:solidFill>
                        </a:rPr>
                        <a:t>Ứng</a:t>
                      </a:r>
                      <a:r>
                        <a:rPr lang="en-US" sz="2800">
                          <a:solidFill>
                            <a:srgbClr val="002060"/>
                          </a:solidFill>
                        </a:rPr>
                        <a:t> dụng</a:t>
                      </a:r>
                      <a:r>
                        <a:rPr lang="en-US" sz="2800">
                          <a:solidFill>
                            <a:srgbClr val="002060"/>
                          </a:solidFill>
                        </a:rPr>
                        <a:t> </a:t>
                      </a:r>
                      <a:endParaRPr sz="2800">
                        <a:solidFill>
                          <a:srgbClr val="2820D2"/>
                        </a:solidFill>
                      </a:endParaRPr>
                    </a:p>
                  </a:txBody>
                  <a:tcPr marT="45725" marB="45725" marR="91450" marL="91450">
                    <a:solidFill>
                      <a:srgbClr val="00B0F0"/>
                    </a:solidFill>
                  </a:tcPr>
                </a:tc>
              </a:tr>
              <a:tr h="4337925">
                <a:tc>
                  <a:txBody>
                    <a:bodyPr/>
                    <a:lstStyle/>
                    <a:p>
                      <a:pPr indent="-285750" lvl="0" marL="285750" marR="0" rtl="0" algn="l">
                        <a:spcBef>
                          <a:spcPts val="0"/>
                        </a:spcBef>
                        <a:spcAft>
                          <a:spcPts val="0"/>
                        </a:spcAft>
                        <a:buClr>
                          <a:schemeClr val="dk1"/>
                        </a:buClr>
                        <a:buSzPts val="2400"/>
                        <a:buFont typeface="Noto Sans Symbols"/>
                        <a:buChar char="✔"/>
                      </a:pPr>
                      <a:r>
                        <a:rPr lang="en-US" sz="2400"/>
                        <a:t>Mạng LAN</a:t>
                      </a:r>
                      <a:endParaRPr/>
                    </a:p>
                    <a:p>
                      <a:pPr indent="-285750" lvl="1" marL="742950" marR="0" rtl="0" algn="l">
                        <a:spcBef>
                          <a:spcPts val="0"/>
                        </a:spcBef>
                        <a:spcAft>
                          <a:spcPts val="0"/>
                        </a:spcAft>
                        <a:buClr>
                          <a:schemeClr val="dk1"/>
                        </a:buClr>
                        <a:buSzPts val="2400"/>
                        <a:buFont typeface="Noto Sans Symbols"/>
                        <a:buChar char="✔"/>
                      </a:pPr>
                      <a:r>
                        <a:rPr lang="en-US" sz="2400" u="none" cap="none" strike="noStrike"/>
                        <a:t>Mạng cục bộ cấu trúc hình sao</a:t>
                      </a:r>
                      <a:endParaRPr sz="2400" u="none" cap="none" strike="noStrike"/>
                    </a:p>
                    <a:p>
                      <a:pPr indent="-285750" lvl="1" marL="742950" marR="0" rtl="0" algn="l">
                        <a:spcBef>
                          <a:spcPts val="0"/>
                        </a:spcBef>
                        <a:spcAft>
                          <a:spcPts val="0"/>
                        </a:spcAft>
                        <a:buClr>
                          <a:schemeClr val="dk1"/>
                        </a:buClr>
                        <a:buSzPts val="2400"/>
                        <a:buFont typeface="Noto Sans Symbols"/>
                        <a:buChar char="✔"/>
                      </a:pPr>
                      <a:r>
                        <a:rPr lang="en-US" sz="2400" u="none" cap="none" strike="noStrike"/>
                        <a:t>Mạng cục bộ cấu trúc vòng</a:t>
                      </a:r>
                      <a:endParaRPr sz="2400" u="none" cap="none" strike="noStrike"/>
                    </a:p>
                    <a:p>
                      <a:pPr indent="-285750" lvl="1" marL="742950" marR="0" rtl="0" algn="l">
                        <a:spcBef>
                          <a:spcPts val="0"/>
                        </a:spcBef>
                        <a:spcAft>
                          <a:spcPts val="0"/>
                        </a:spcAft>
                        <a:buClr>
                          <a:schemeClr val="dk1"/>
                        </a:buClr>
                        <a:buSzPts val="2400"/>
                        <a:buFont typeface="Noto Sans Symbols"/>
                        <a:buChar char="✔"/>
                      </a:pPr>
                      <a:r>
                        <a:rPr lang="en-US" sz="2400" u="none" cap="none" strike="noStrike"/>
                        <a:t>Mạng cục bộ cấu trúc hỗn hợp</a:t>
                      </a:r>
                      <a:endParaRPr sz="2400" u="none" cap="none" strike="noStrike"/>
                    </a:p>
                    <a:p>
                      <a:pPr indent="-285750" lvl="0" marL="285750" marR="0" rtl="0" algn="l">
                        <a:spcBef>
                          <a:spcPts val="0"/>
                        </a:spcBef>
                        <a:spcAft>
                          <a:spcPts val="0"/>
                        </a:spcAft>
                        <a:buClr>
                          <a:schemeClr val="dk1"/>
                        </a:buClr>
                        <a:buSzPts val="2400"/>
                        <a:buFont typeface="Noto Sans Symbols"/>
                        <a:buChar char="✔"/>
                      </a:pPr>
                      <a:r>
                        <a:rPr lang="en-US" sz="2400"/>
                        <a:t>Xử lý song song</a:t>
                      </a:r>
                      <a:endParaRPr sz="2400"/>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txBody>
                  <a:tcPr marT="45725" marB="45725" marR="91450" marL="91450"/>
                </a:tc>
              </a:tr>
            </a:tbl>
          </a:graphicData>
        </a:graphic>
      </p:graphicFrame>
      <p:graphicFrame>
        <p:nvGraphicFramePr>
          <p:cNvPr id="447" name="Google Shape;447;p25"/>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lnSpc>
                          <a:spcPct val="100000"/>
                        </a:lnSpc>
                        <a:spcBef>
                          <a:spcPts val="0"/>
                        </a:spcBef>
                        <a:spcAft>
                          <a:spcPts val="0"/>
                        </a:spcAft>
                        <a:buClr>
                          <a:schemeClr val="dk1"/>
                        </a:buClr>
                        <a:buSzPts val="2800"/>
                        <a:buFont typeface="Times New Roman"/>
                        <a:buNone/>
                      </a:pPr>
                      <a:r>
                        <a:t/>
                      </a:r>
                      <a:endParaRPr sz="28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sp>
        <p:nvSpPr>
          <p:cNvPr id="448" name="Google Shape;448;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449" name="Google Shape;449;p25"/>
          <p:cNvSpPr txBox="1"/>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Đồ thị đặc biệt</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55" name="Google Shape;455;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56" name="Google Shape;456;p26"/>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57" name="Google Shape;457;p2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58" name="Google Shape;458;p26"/>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lang="en-US" sz="2800">
                          <a:solidFill>
                            <a:srgbClr val="2820D2"/>
                          </a:solidFill>
                        </a:rPr>
                        <a:t>Đồ</a:t>
                      </a:r>
                      <a:r>
                        <a:rPr lang="en-US" sz="2800">
                          <a:solidFill>
                            <a:srgbClr val="2820D2"/>
                          </a:solidFill>
                        </a:rPr>
                        <a:t> thị phân đôi</a:t>
                      </a:r>
                      <a:endParaRPr sz="2800">
                        <a:solidFill>
                          <a:srgbClr val="2820D2"/>
                        </a:solidFill>
                      </a:endParaRPr>
                    </a:p>
                  </a:txBody>
                  <a:tcPr marT="45725" marB="45725" marR="91450" marL="91450">
                    <a:solidFill>
                      <a:srgbClr val="00B0F0"/>
                    </a:solidFill>
                  </a:tcPr>
                </a:tc>
              </a:tr>
              <a:tr h="4425700">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graphicFrame>
        <p:nvGraphicFramePr>
          <p:cNvPr id="459" name="Google Shape;459;p26"/>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lnSpc>
                          <a:spcPct val="100000"/>
                        </a:lnSpc>
                        <a:spcBef>
                          <a:spcPts val="0"/>
                        </a:spcBef>
                        <a:spcAft>
                          <a:spcPts val="0"/>
                        </a:spcAft>
                        <a:buClr>
                          <a:srgbClr val="2820D2"/>
                        </a:buClr>
                        <a:buSzPts val="2800"/>
                        <a:buFont typeface="Times New Roman"/>
                        <a:buNone/>
                      </a:pPr>
                      <a:r>
                        <a:rPr lang="en-US" sz="2800">
                          <a:solidFill>
                            <a:srgbClr val="2820D2"/>
                          </a:solidFill>
                        </a:rPr>
                        <a:t>Ví</a:t>
                      </a:r>
                      <a:r>
                        <a:rPr lang="en-US" sz="2800">
                          <a:solidFill>
                            <a:srgbClr val="2820D2"/>
                          </a:solidFill>
                        </a:rPr>
                        <a:t> dụ</a:t>
                      </a:r>
                      <a:endParaRPr sz="28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pic>
        <p:nvPicPr>
          <p:cNvPr descr="http://www.personal.kent.edu/~rmuhamma/GraphTheory/MyGraphTheory/Diagrams/g21.gif" id="460" name="Google Shape;460;p26"/>
          <p:cNvPicPr preferRelativeResize="0"/>
          <p:nvPr/>
        </p:nvPicPr>
        <p:blipFill rotWithShape="1">
          <a:blip r:embed="rId3">
            <a:alphaModFix/>
          </a:blip>
          <a:srcRect b="0" l="0" r="0" t="0"/>
          <a:stretch/>
        </p:blipFill>
        <p:spPr>
          <a:xfrm>
            <a:off x="5105401" y="2209800"/>
            <a:ext cx="3352800" cy="3800475"/>
          </a:xfrm>
          <a:prstGeom prst="rect">
            <a:avLst/>
          </a:prstGeom>
          <a:noFill/>
          <a:ln>
            <a:noFill/>
          </a:ln>
        </p:spPr>
      </p:pic>
      <p:sp>
        <p:nvSpPr>
          <p:cNvPr id="461" name="Google Shape;46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462" name="Google Shape;462;p26"/>
          <p:cNvSpPr txBox="1"/>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Đồ thị đặc biệt</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68" name="Google Shape;468;p2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69" name="Google Shape;469;p27"/>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70" name="Google Shape;470;p2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71" name="Google Shape;471;p27"/>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lnSpc>
                          <a:spcPct val="100000"/>
                        </a:lnSpc>
                        <a:spcBef>
                          <a:spcPts val="0"/>
                        </a:spcBef>
                        <a:spcAft>
                          <a:spcPts val="0"/>
                        </a:spcAft>
                        <a:buClr>
                          <a:srgbClr val="2820D2"/>
                        </a:buClr>
                        <a:buSzPts val="2800"/>
                        <a:buFont typeface="Times New Roman"/>
                        <a:buNone/>
                      </a:pPr>
                      <a:r>
                        <a:rPr lang="en-US" sz="2800">
                          <a:solidFill>
                            <a:srgbClr val="2820D2"/>
                          </a:solidFill>
                        </a:rPr>
                        <a:t>Minh họa</a:t>
                      </a:r>
                      <a:endParaRPr sz="28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pic>
        <p:nvPicPr>
          <p:cNvPr descr="http://www.biochemsoctrans.org/bst/031/1491/bst0311491f02.gif" id="472" name="Google Shape;472;p27"/>
          <p:cNvPicPr preferRelativeResize="0"/>
          <p:nvPr/>
        </p:nvPicPr>
        <p:blipFill rotWithShape="1">
          <a:blip r:embed="rId3">
            <a:alphaModFix/>
          </a:blip>
          <a:srcRect b="0" l="0" r="0" t="0"/>
          <a:stretch/>
        </p:blipFill>
        <p:spPr>
          <a:xfrm>
            <a:off x="5168151" y="3107383"/>
            <a:ext cx="3147459" cy="2302818"/>
          </a:xfrm>
          <a:prstGeom prst="rect">
            <a:avLst/>
          </a:prstGeom>
          <a:noFill/>
          <a:ln>
            <a:noFill/>
          </a:ln>
        </p:spPr>
      </p:pic>
      <p:sp>
        <p:nvSpPr>
          <p:cNvPr id="473" name="Google Shape;473;p27"/>
          <p:cNvSpPr/>
          <p:nvPr/>
        </p:nvSpPr>
        <p:spPr>
          <a:xfrm>
            <a:off x="4884132" y="2895600"/>
            <a:ext cx="1123380" cy="2857500"/>
          </a:xfrm>
          <a:prstGeom prst="ellipse">
            <a:avLst/>
          </a:prstGeom>
          <a:solidFill>
            <a:srgbClr val="FF33CC">
              <a:alpha val="35294"/>
            </a:srgbClr>
          </a:soli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74" name="Google Shape;474;p27"/>
          <p:cNvSpPr txBox="1"/>
          <p:nvPr/>
        </p:nvSpPr>
        <p:spPr>
          <a:xfrm>
            <a:off x="5128687" y="2476499"/>
            <a:ext cx="1219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V</a:t>
            </a:r>
            <a:r>
              <a:rPr baseline="-25000" lang="en-US" sz="2400">
                <a:solidFill>
                  <a:srgbClr val="002060"/>
                </a:solidFill>
                <a:latin typeface="Times New Roman"/>
                <a:ea typeface="Times New Roman"/>
                <a:cs typeface="Times New Roman"/>
                <a:sym typeface="Times New Roman"/>
              </a:rPr>
              <a:t>1</a:t>
            </a:r>
            <a:endParaRPr baseline="-25000" sz="2800">
              <a:solidFill>
                <a:srgbClr val="002060"/>
              </a:solidFill>
              <a:latin typeface="Times New Roman"/>
              <a:ea typeface="Times New Roman"/>
              <a:cs typeface="Times New Roman"/>
              <a:sym typeface="Times New Roman"/>
            </a:endParaRPr>
          </a:p>
        </p:txBody>
      </p:sp>
      <p:sp>
        <p:nvSpPr>
          <p:cNvPr id="475" name="Google Shape;475;p27"/>
          <p:cNvSpPr/>
          <p:nvPr/>
        </p:nvSpPr>
        <p:spPr>
          <a:xfrm>
            <a:off x="7334820" y="2707332"/>
            <a:ext cx="1199580" cy="3045768"/>
          </a:xfrm>
          <a:prstGeom prst="ellipse">
            <a:avLst/>
          </a:prstGeom>
          <a:solidFill>
            <a:srgbClr val="FF33CC">
              <a:alpha val="35686"/>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76" name="Google Shape;476;p27"/>
          <p:cNvSpPr txBox="1"/>
          <p:nvPr/>
        </p:nvSpPr>
        <p:spPr>
          <a:xfrm>
            <a:off x="7553610" y="2486331"/>
            <a:ext cx="762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V</a:t>
            </a:r>
            <a:r>
              <a:rPr baseline="-25000" lang="en-US" sz="2400">
                <a:solidFill>
                  <a:srgbClr val="002060"/>
                </a:solidFill>
                <a:latin typeface="Times New Roman"/>
                <a:ea typeface="Times New Roman"/>
                <a:cs typeface="Times New Roman"/>
                <a:sym typeface="Times New Roman"/>
              </a:rPr>
              <a:t>2</a:t>
            </a:r>
            <a:endParaRPr/>
          </a:p>
        </p:txBody>
      </p:sp>
      <p:sp>
        <p:nvSpPr>
          <p:cNvPr id="477" name="Google Shape;477;p27"/>
          <p:cNvSpPr txBox="1"/>
          <p:nvPr/>
        </p:nvSpPr>
        <p:spPr>
          <a:xfrm>
            <a:off x="6344220" y="5410200"/>
            <a:ext cx="121920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2060"/>
                </a:solidFill>
                <a:latin typeface="Times New Roman"/>
                <a:ea typeface="Times New Roman"/>
                <a:cs typeface="Times New Roman"/>
                <a:sym typeface="Times New Roman"/>
              </a:rPr>
              <a:t>K</a:t>
            </a:r>
            <a:r>
              <a:rPr b="1" baseline="-25000" lang="en-US" sz="2800">
                <a:solidFill>
                  <a:srgbClr val="002060"/>
                </a:solidFill>
                <a:latin typeface="Times New Roman"/>
                <a:ea typeface="Times New Roman"/>
                <a:cs typeface="Times New Roman"/>
                <a:sym typeface="Times New Roman"/>
              </a:rPr>
              <a:t>3x4</a:t>
            </a:r>
            <a:endParaRPr/>
          </a:p>
        </p:txBody>
      </p:sp>
      <p:graphicFrame>
        <p:nvGraphicFramePr>
          <p:cNvPr id="478" name="Google Shape;478;p27"/>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lang="en-US" sz="2800">
                          <a:solidFill>
                            <a:srgbClr val="2820D2"/>
                          </a:solidFill>
                        </a:rPr>
                        <a:t>Đồ</a:t>
                      </a:r>
                      <a:r>
                        <a:rPr lang="en-US" sz="2800">
                          <a:solidFill>
                            <a:srgbClr val="2820D2"/>
                          </a:solidFill>
                        </a:rPr>
                        <a:t> thị phân đôi đầy đủ</a:t>
                      </a:r>
                      <a:endParaRPr sz="2800">
                        <a:solidFill>
                          <a:srgbClr val="2820D2"/>
                        </a:solidFill>
                      </a:endParaRPr>
                    </a:p>
                  </a:txBody>
                  <a:tcPr marT="45725" marB="45725" marR="91450" marL="91450">
                    <a:solidFill>
                      <a:srgbClr val="00B0F0"/>
                    </a:solidFill>
                  </a:tcPr>
                </a:tc>
              </a:tr>
              <a:tr h="4425700">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479" name="Google Shape;47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480" name="Google Shape;480;p27"/>
          <p:cNvSpPr txBox="1"/>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Đồ thị đặc biệt</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par>
                                <p:cTn fill="hold" nodeType="with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500"/>
                                        <p:tgtEl>
                                          <p:spTgt spid="473"/>
                                        </p:tgtEl>
                                      </p:cBhvr>
                                    </p:animEffect>
                                  </p:childTnLst>
                                </p:cTn>
                              </p:par>
                              <p:par>
                                <p:cTn fill="hold" nodeType="with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par>
                                <p:cTn fill="hold" nodeType="with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86" name="Google Shape;48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87" name="Google Shape;487;p28"/>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88" name="Google Shape;488;p2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89" name="Google Shape;489;p28"/>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b="0" lang="en-US" sz="2400">
                          <a:solidFill>
                            <a:srgbClr val="2820D2"/>
                          </a:solidFill>
                        </a:rPr>
                        <a:t>Đồ</a:t>
                      </a:r>
                      <a:r>
                        <a:rPr b="0" lang="en-US" sz="2400">
                          <a:solidFill>
                            <a:srgbClr val="2820D2"/>
                          </a:solidFill>
                        </a:rPr>
                        <a:t> thị có phân đôi không?</a:t>
                      </a:r>
                      <a:endParaRPr b="0" sz="2400">
                        <a:solidFill>
                          <a:srgbClr val="2820D2"/>
                        </a:solidFill>
                      </a:endParaRPr>
                    </a:p>
                  </a:txBody>
                  <a:tcPr marT="45725" marB="45725" marR="91450" marL="91450">
                    <a:solidFill>
                      <a:srgbClr val="00B0F0"/>
                    </a:solidFill>
                  </a:tcPr>
                </a:tc>
              </a:tr>
              <a:tr h="4337925">
                <a:tc>
                  <a:txBody>
                    <a:bodyPr/>
                    <a:lstStyle/>
                    <a:p>
                      <a:pPr indent="-241300" lvl="1" marL="800100" marR="0" rtl="0" algn="l">
                        <a:lnSpc>
                          <a:spcPct val="80000"/>
                        </a:lnSpc>
                        <a:spcBef>
                          <a:spcPts val="0"/>
                        </a:spcBef>
                        <a:spcAft>
                          <a:spcPts val="0"/>
                        </a:spcAft>
                        <a:buClr>
                          <a:schemeClr val="dk1"/>
                        </a:buClr>
                        <a:buSzPts val="1600"/>
                        <a:buFont typeface="Noto Sans Symbols"/>
                        <a:buNone/>
                      </a:pPr>
                      <a:r>
                        <a:t/>
                      </a:r>
                      <a:endParaRPr sz="1600" u="none" cap="none" strike="noStrik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chemeClr val="dk1"/>
                        </a:buClr>
                        <a:buSzPts val="1800"/>
                        <a:buFont typeface="Noto Sans Symbols"/>
                        <a:buNone/>
                      </a:pPr>
                      <a:r>
                        <a:t/>
                      </a:r>
                      <a:endParaRPr sz="1800" u="none">
                        <a:solidFill>
                          <a:srgbClr val="002060"/>
                        </a:solidFill>
                        <a:latin typeface="Times New Roman"/>
                        <a:ea typeface="Times New Roman"/>
                        <a:cs typeface="Times New Roman"/>
                        <a:sym typeface="Times New Roman"/>
                      </a:endParaRPr>
                    </a:p>
                  </a:txBody>
                  <a:tcPr marT="45725" marB="45725" marR="91450" marL="91450"/>
                </a:tc>
              </a:tr>
            </a:tbl>
          </a:graphicData>
        </a:graphic>
      </p:graphicFrame>
      <p:graphicFrame>
        <p:nvGraphicFramePr>
          <p:cNvPr id="490" name="Google Shape;490;p28"/>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spcBef>
                          <a:spcPts val="0"/>
                        </a:spcBef>
                        <a:spcAft>
                          <a:spcPts val="0"/>
                        </a:spcAft>
                        <a:buNone/>
                      </a:pPr>
                      <a:r>
                        <a:rPr b="0" lang="en-US" sz="2800">
                          <a:solidFill>
                            <a:srgbClr val="2820D2"/>
                          </a:solidFill>
                        </a:rPr>
                        <a:t>Đồ</a:t>
                      </a:r>
                      <a:r>
                        <a:rPr b="0" lang="en-US" sz="2800">
                          <a:solidFill>
                            <a:srgbClr val="2820D2"/>
                          </a:solidFill>
                        </a:rPr>
                        <a:t> thị có phân đôi không?</a:t>
                      </a:r>
                      <a:endParaRPr b="0" sz="28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sp>
        <p:nvSpPr>
          <p:cNvPr id="491" name="Google Shape;491;p28"/>
          <p:cNvSpPr txBox="1"/>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1" lang="en-US" sz="1200">
                <a:solidFill>
                  <a:srgbClr val="FF0000"/>
                </a:solidFill>
                <a:latin typeface="Arial"/>
                <a:ea typeface="Arial"/>
                <a:cs typeface="Arial"/>
                <a:sym typeface="Arial"/>
              </a:rPr>
              <a:t>‹#›</a:t>
            </a:fld>
            <a:endParaRPr b="1" sz="1200">
              <a:solidFill>
                <a:srgbClr val="FF0000"/>
              </a:solidFill>
              <a:latin typeface="Arial"/>
              <a:ea typeface="Arial"/>
              <a:cs typeface="Arial"/>
              <a:sym typeface="Arial"/>
            </a:endParaRPr>
          </a:p>
        </p:txBody>
      </p:sp>
      <p:pic>
        <p:nvPicPr>
          <p:cNvPr id="492" name="Google Shape;492;p28"/>
          <p:cNvPicPr preferRelativeResize="0"/>
          <p:nvPr/>
        </p:nvPicPr>
        <p:blipFill rotWithShape="1">
          <a:blip r:embed="rId3">
            <a:alphaModFix/>
          </a:blip>
          <a:srcRect b="0" l="0" r="0" t="0"/>
          <a:stretch/>
        </p:blipFill>
        <p:spPr>
          <a:xfrm>
            <a:off x="838200" y="2362200"/>
            <a:ext cx="3581400" cy="2819400"/>
          </a:xfrm>
          <a:prstGeom prst="rect">
            <a:avLst/>
          </a:prstGeom>
          <a:noFill/>
          <a:ln cap="flat" cmpd="sng" w="9525">
            <a:solidFill>
              <a:srgbClr val="C00000"/>
            </a:solidFill>
            <a:prstDash val="solid"/>
            <a:miter lim="800000"/>
            <a:headEnd len="sm" w="sm" type="none"/>
            <a:tailEnd len="sm" w="sm" type="none"/>
          </a:ln>
        </p:spPr>
      </p:pic>
      <p:pic>
        <p:nvPicPr>
          <p:cNvPr descr="http://graphml.graphdrawing.org/primer/simple.png" id="493" name="Google Shape;493;p28"/>
          <p:cNvPicPr preferRelativeResize="0"/>
          <p:nvPr/>
        </p:nvPicPr>
        <p:blipFill rotWithShape="1">
          <a:blip r:embed="rId4">
            <a:alphaModFix/>
          </a:blip>
          <a:srcRect b="0" l="0" r="0" t="0"/>
          <a:stretch/>
        </p:blipFill>
        <p:spPr>
          <a:xfrm>
            <a:off x="4953000" y="2362200"/>
            <a:ext cx="3571875" cy="2819400"/>
          </a:xfrm>
          <a:prstGeom prst="rect">
            <a:avLst/>
          </a:prstGeom>
          <a:noFill/>
          <a:ln cap="flat" cmpd="sng" w="9525">
            <a:solidFill>
              <a:srgbClr val="C00000"/>
            </a:solidFill>
            <a:prstDash val="solid"/>
            <a:miter lim="800000"/>
            <a:headEnd len="sm" w="sm" type="none"/>
            <a:tailEnd len="sm" w="sm" type="none"/>
          </a:ln>
        </p:spPr>
      </p:pic>
      <p:sp>
        <p:nvSpPr>
          <p:cNvPr id="494" name="Google Shape;494;p28"/>
          <p:cNvSpPr/>
          <p:nvPr/>
        </p:nvSpPr>
        <p:spPr>
          <a:xfrm>
            <a:off x="5105400" y="4038600"/>
            <a:ext cx="228600" cy="2286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95" name="Google Shape;495;p28"/>
          <p:cNvSpPr/>
          <p:nvPr/>
        </p:nvSpPr>
        <p:spPr>
          <a:xfrm>
            <a:off x="5715000" y="4191000"/>
            <a:ext cx="228600" cy="228600"/>
          </a:xfrm>
          <a:prstGeom prst="ellipse">
            <a:avLst/>
          </a:prstGeom>
          <a:solidFill>
            <a:srgbClr val="0000CC"/>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96" name="Google Shape;496;p28"/>
          <p:cNvSpPr/>
          <p:nvPr/>
        </p:nvSpPr>
        <p:spPr>
          <a:xfrm>
            <a:off x="5791200" y="4800600"/>
            <a:ext cx="228600" cy="2286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97" name="Google Shape;497;p28"/>
          <p:cNvSpPr/>
          <p:nvPr/>
        </p:nvSpPr>
        <p:spPr>
          <a:xfrm>
            <a:off x="6172200" y="3733800"/>
            <a:ext cx="228600" cy="2286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98" name="Google Shape;498;p28"/>
          <p:cNvSpPr/>
          <p:nvPr/>
        </p:nvSpPr>
        <p:spPr>
          <a:xfrm>
            <a:off x="6248400" y="3124200"/>
            <a:ext cx="228600" cy="228600"/>
          </a:xfrm>
          <a:prstGeom prst="ellipse">
            <a:avLst/>
          </a:prstGeom>
          <a:solidFill>
            <a:srgbClr val="0000CC"/>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99" name="Google Shape;499;p28"/>
          <p:cNvSpPr/>
          <p:nvPr/>
        </p:nvSpPr>
        <p:spPr>
          <a:xfrm>
            <a:off x="6858000" y="3124200"/>
            <a:ext cx="228600" cy="2286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0" name="Google Shape;500;p28"/>
          <p:cNvSpPr/>
          <p:nvPr/>
        </p:nvSpPr>
        <p:spPr>
          <a:xfrm>
            <a:off x="6781800" y="3733800"/>
            <a:ext cx="228600" cy="228600"/>
          </a:xfrm>
          <a:prstGeom prst="ellipse">
            <a:avLst/>
          </a:prstGeom>
          <a:solidFill>
            <a:srgbClr val="0000CC"/>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1" name="Google Shape;501;p28"/>
          <p:cNvSpPr/>
          <p:nvPr/>
        </p:nvSpPr>
        <p:spPr>
          <a:xfrm>
            <a:off x="7391400" y="3733800"/>
            <a:ext cx="228600" cy="2286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2" name="Google Shape;502;p28"/>
          <p:cNvSpPr/>
          <p:nvPr/>
        </p:nvSpPr>
        <p:spPr>
          <a:xfrm>
            <a:off x="7543800" y="3124200"/>
            <a:ext cx="228600" cy="228600"/>
          </a:xfrm>
          <a:prstGeom prst="ellipse">
            <a:avLst/>
          </a:prstGeom>
          <a:solidFill>
            <a:srgbClr val="0000CC"/>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3" name="Google Shape;503;p28"/>
          <p:cNvSpPr/>
          <p:nvPr/>
        </p:nvSpPr>
        <p:spPr>
          <a:xfrm>
            <a:off x="7620000" y="2514600"/>
            <a:ext cx="228600" cy="2286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4" name="Google Shape;504;p28"/>
          <p:cNvSpPr/>
          <p:nvPr/>
        </p:nvSpPr>
        <p:spPr>
          <a:xfrm>
            <a:off x="8153400" y="3276600"/>
            <a:ext cx="228600" cy="2286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5" name="Google Shape;505;p28"/>
          <p:cNvSpPr/>
          <p:nvPr/>
        </p:nvSpPr>
        <p:spPr>
          <a:xfrm>
            <a:off x="1485900" y="2857500"/>
            <a:ext cx="228600" cy="2286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6" name="Google Shape;506;p28"/>
          <p:cNvSpPr/>
          <p:nvPr/>
        </p:nvSpPr>
        <p:spPr>
          <a:xfrm>
            <a:off x="1981200" y="3505200"/>
            <a:ext cx="228600" cy="228600"/>
          </a:xfrm>
          <a:prstGeom prst="ellipse">
            <a:avLst/>
          </a:prstGeom>
          <a:solidFill>
            <a:srgbClr val="0000CC"/>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7" name="Google Shape;507;p28"/>
          <p:cNvSpPr/>
          <p:nvPr/>
        </p:nvSpPr>
        <p:spPr>
          <a:xfrm>
            <a:off x="1066800" y="3429000"/>
            <a:ext cx="228600" cy="228600"/>
          </a:xfrm>
          <a:prstGeom prst="ellipse">
            <a:avLst/>
          </a:prstGeom>
          <a:solidFill>
            <a:srgbClr val="0000CC"/>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8" name="Google Shape;508;p28"/>
          <p:cNvSpPr/>
          <p:nvPr/>
        </p:nvSpPr>
        <p:spPr>
          <a:xfrm>
            <a:off x="1066800" y="4343400"/>
            <a:ext cx="228600" cy="22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509" name="Google Shape;509;p28"/>
          <p:cNvSpPr txBox="1"/>
          <p:nvPr/>
        </p:nvSpPr>
        <p:spPr>
          <a:xfrm>
            <a:off x="914400" y="4114800"/>
            <a:ext cx="609600"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FF0000"/>
                </a:solidFill>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p:txBody>
      </p:sp>
      <p:sp>
        <p:nvSpPr>
          <p:cNvPr id="510" name="Google Shape;510;p28"/>
          <p:cNvSpPr txBox="1"/>
          <p:nvPr/>
        </p:nvSpPr>
        <p:spPr>
          <a:xfrm>
            <a:off x="1066800" y="5715000"/>
            <a:ext cx="3124200" cy="36988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2060"/>
              </a:buClr>
              <a:buSzPts val="1800"/>
              <a:buFont typeface="Noto Sans Symbols"/>
              <a:buChar char="✔"/>
            </a:pPr>
            <a:r>
              <a:rPr lang="en-US" sz="1800">
                <a:solidFill>
                  <a:srgbClr val="002060"/>
                </a:solidFill>
                <a:latin typeface="Times New Roman"/>
                <a:ea typeface="Times New Roman"/>
                <a:cs typeface="Times New Roman"/>
                <a:sym typeface="Times New Roman"/>
              </a:rPr>
              <a:t> Không là đồ thị phân đôi</a:t>
            </a:r>
            <a:endParaRPr sz="1800">
              <a:solidFill>
                <a:srgbClr val="002060"/>
              </a:solidFill>
              <a:latin typeface="Times New Roman"/>
              <a:ea typeface="Times New Roman"/>
              <a:cs typeface="Times New Roman"/>
              <a:sym typeface="Times New Roman"/>
            </a:endParaRPr>
          </a:p>
        </p:txBody>
      </p:sp>
      <p:sp>
        <p:nvSpPr>
          <p:cNvPr id="511" name="Google Shape;511;p28"/>
          <p:cNvSpPr txBox="1"/>
          <p:nvPr/>
        </p:nvSpPr>
        <p:spPr>
          <a:xfrm>
            <a:off x="5943600" y="5791200"/>
            <a:ext cx="1905000" cy="36988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2060"/>
              </a:buClr>
              <a:buSzPts val="1800"/>
              <a:buFont typeface="Noto Sans Symbols"/>
              <a:buChar char="✔"/>
            </a:pPr>
            <a:r>
              <a:rPr lang="en-US" sz="1800">
                <a:solidFill>
                  <a:srgbClr val="002060"/>
                </a:solidFill>
                <a:latin typeface="Times New Roman"/>
                <a:ea typeface="Times New Roman"/>
                <a:cs typeface="Times New Roman"/>
                <a:sym typeface="Times New Roman"/>
              </a:rPr>
              <a:t>Đồ thị phân đôi</a:t>
            </a:r>
            <a:endParaRPr sz="1800">
              <a:solidFill>
                <a:srgbClr val="002060"/>
              </a:solidFill>
              <a:latin typeface="Times New Roman"/>
              <a:ea typeface="Times New Roman"/>
              <a:cs typeface="Times New Roman"/>
              <a:sym typeface="Times New Roman"/>
            </a:endParaRPr>
          </a:p>
        </p:txBody>
      </p:sp>
      <p:sp>
        <p:nvSpPr>
          <p:cNvPr id="512" name="Google Shape;51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513" name="Google Shape;513;p28"/>
          <p:cNvSpPr txBox="1"/>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Đồ thị đặc biệt</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2000"/>
                                        <p:tgtEl>
                                          <p:spTgt spid="50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2000"/>
                                        <p:tgtEl>
                                          <p:spTgt spid="50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2000"/>
                                        <p:tgtEl>
                                          <p:spTgt spid="507"/>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2000"/>
                                        <p:tgtEl>
                                          <p:spTgt spid="508"/>
                                        </p:tgtEl>
                                      </p:cBhvr>
                                    </p:animEffect>
                                  </p:childTnLst>
                                </p:cTn>
                              </p:par>
                              <p:par>
                                <p:cTn fill="hold" nodeType="with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2000"/>
                                        <p:tgtEl>
                                          <p:spTgt spid="49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2000"/>
                                        <p:tgtEl>
                                          <p:spTgt spid="49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2000"/>
                                        <p:tgtEl>
                                          <p:spTgt spid="496"/>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2000"/>
                                        <p:tgtEl>
                                          <p:spTgt spid="497"/>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2000"/>
                                        <p:tgtEl>
                                          <p:spTgt spid="498"/>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2000"/>
                                        <p:tgtEl>
                                          <p:spTgt spid="499"/>
                                        </p:tgtEl>
                                      </p:cBhvr>
                                    </p:animEffect>
                                  </p:childTnLst>
                                </p:cTn>
                              </p:par>
                            </p:childTnLst>
                          </p:cTn>
                        </p:par>
                        <p:par>
                          <p:cTn fill="hold">
                            <p:stCondLst>
                              <p:cond delay="12000"/>
                            </p:stCondLst>
                            <p:childTnLst>
                              <p:par>
                                <p:cTn fill="hold" nodeType="after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2000"/>
                                        <p:tgtEl>
                                          <p:spTgt spid="500"/>
                                        </p:tgtEl>
                                      </p:cBhvr>
                                    </p:animEffect>
                                  </p:childTnLst>
                                </p:cTn>
                              </p:par>
                            </p:childTnLst>
                          </p:cTn>
                        </p:par>
                        <p:par>
                          <p:cTn fill="hold">
                            <p:stCondLst>
                              <p:cond delay="14000"/>
                            </p:stCondLst>
                            <p:childTnLst>
                              <p:par>
                                <p:cTn fill="hold" nodeType="after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2000"/>
                                        <p:tgtEl>
                                          <p:spTgt spid="501"/>
                                        </p:tgtEl>
                                      </p:cBhvr>
                                    </p:animEffect>
                                  </p:childTnLst>
                                </p:cTn>
                              </p:par>
                            </p:childTnLst>
                          </p:cTn>
                        </p:par>
                        <p:par>
                          <p:cTn fill="hold">
                            <p:stCondLst>
                              <p:cond delay="16000"/>
                            </p:stCondLst>
                            <p:childTnLst>
                              <p:par>
                                <p:cTn fill="hold" nodeType="after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2000"/>
                                        <p:tgtEl>
                                          <p:spTgt spid="502"/>
                                        </p:tgtEl>
                                      </p:cBhvr>
                                    </p:animEffect>
                                  </p:childTnLst>
                                </p:cTn>
                              </p:par>
                            </p:childTnLst>
                          </p:cTn>
                        </p:par>
                        <p:par>
                          <p:cTn fill="hold">
                            <p:stCondLst>
                              <p:cond delay="18000"/>
                            </p:stCondLst>
                            <p:childTnLst>
                              <p:par>
                                <p:cTn fill="hold" nodeType="after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2000"/>
                                        <p:tgtEl>
                                          <p:spTgt spid="503"/>
                                        </p:tgtEl>
                                      </p:cBhvr>
                                    </p:animEffect>
                                  </p:childTnLst>
                                </p:cTn>
                              </p:par>
                            </p:childTnLst>
                          </p:cTn>
                        </p:par>
                        <p:par>
                          <p:cTn fill="hold">
                            <p:stCondLst>
                              <p:cond delay="20000"/>
                            </p:stCondLst>
                            <p:childTnLst>
                              <p:par>
                                <p:cTn fill="hold" nodeType="after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20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par>
                                <p:cTn fill="hold" nodeType="with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500"/>
                                        <p:tgtEl>
                                          <p:spTgt spid="5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519" name="Google Shape;519;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520" name="Google Shape;520;p29"/>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521" name="Google Shape;521;p2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522" name="Google Shape;522;p29"/>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b="0" lang="en-US" sz="2400">
                          <a:solidFill>
                            <a:srgbClr val="2820D2"/>
                          </a:solidFill>
                        </a:rPr>
                        <a:t> Xác định đồ thị phân đôi</a:t>
                      </a:r>
                      <a:endParaRPr b="0" sz="2400">
                        <a:solidFill>
                          <a:srgbClr val="2820D2"/>
                        </a:solidFill>
                      </a:endParaRPr>
                    </a:p>
                  </a:txBody>
                  <a:tcPr marT="45725" marB="45725" marR="91450" marL="91450">
                    <a:solidFill>
                      <a:srgbClr val="00B0F0"/>
                    </a:solidFill>
                  </a:tcPr>
                </a:tc>
              </a:tr>
              <a:tr h="4337925">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graphicFrame>
        <p:nvGraphicFramePr>
          <p:cNvPr id="523" name="Google Shape;523;p29"/>
          <p:cNvGraphicFramePr/>
          <p:nvPr/>
        </p:nvGraphicFramePr>
        <p:xfrm>
          <a:off x="4648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85800">
                <a:tc>
                  <a:txBody>
                    <a:bodyPr/>
                    <a:lstStyle/>
                    <a:p>
                      <a:pPr indent="0" lvl="0" marL="0" marR="0" rtl="0" algn="l">
                        <a:spcBef>
                          <a:spcPts val="0"/>
                        </a:spcBef>
                        <a:spcAft>
                          <a:spcPts val="0"/>
                        </a:spcAft>
                        <a:buNone/>
                      </a:pPr>
                      <a:r>
                        <a:rPr b="0" lang="en-US" sz="2800">
                          <a:solidFill>
                            <a:srgbClr val="2820D2"/>
                          </a:solidFill>
                        </a:rPr>
                        <a:t>Xác</a:t>
                      </a:r>
                      <a:r>
                        <a:rPr b="0" lang="en-US" sz="2800">
                          <a:solidFill>
                            <a:srgbClr val="2820D2"/>
                          </a:solidFill>
                        </a:rPr>
                        <a:t> định đồ thị phân đôi</a:t>
                      </a:r>
                      <a:endParaRPr b="0" sz="2800">
                        <a:solidFill>
                          <a:srgbClr val="2820D2"/>
                        </a:solidFill>
                      </a:endParaRPr>
                    </a:p>
                  </a:txBody>
                  <a:tcPr marT="45725" marB="45725" marR="91450" marL="91450">
                    <a:solidFill>
                      <a:srgbClr val="00B0F0"/>
                    </a:solidFill>
                  </a:tcPr>
                </a:tc>
              </a:tr>
              <a:tr h="4393950">
                <a:tc>
                  <a:txBody>
                    <a:bodyPr/>
                    <a:lstStyle/>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002060"/>
                        </a:buClr>
                        <a:buSzPts val="2000"/>
                        <a:buFont typeface="Times New Roman"/>
                        <a:buNone/>
                      </a:pPr>
                      <a:r>
                        <a:rPr lang="en-US" sz="2000">
                          <a:solidFill>
                            <a:srgbClr val="002060"/>
                          </a:solidFill>
                        </a:rPr>
                        <a:t>           </a:t>
                      </a:r>
                      <a:endParaRPr sz="2000">
                        <a:solidFill>
                          <a:schemeClr val="dk1"/>
                        </a:solidFill>
                        <a:latin typeface="Times New Roman"/>
                        <a:ea typeface="Times New Roman"/>
                        <a:cs typeface="Times New Roman"/>
                        <a:sym typeface="Times New Roman"/>
                      </a:endParaRPr>
                    </a:p>
                  </a:txBody>
                  <a:tcPr marT="45725" marB="45725" marR="91450" marL="91450"/>
                </a:tc>
              </a:tr>
            </a:tbl>
          </a:graphicData>
        </a:graphic>
      </p:graphicFrame>
      <p:sp>
        <p:nvSpPr>
          <p:cNvPr id="524" name="Google Shape;524;p29"/>
          <p:cNvSpPr txBox="1"/>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1" lang="en-US" sz="1200">
                <a:solidFill>
                  <a:srgbClr val="FF0000"/>
                </a:solidFill>
                <a:latin typeface="Arial"/>
                <a:ea typeface="Arial"/>
                <a:cs typeface="Arial"/>
                <a:sym typeface="Arial"/>
              </a:rPr>
              <a:t>‹#›</a:t>
            </a:fld>
            <a:endParaRPr b="1" sz="1200">
              <a:solidFill>
                <a:srgbClr val="FF0000"/>
              </a:solidFill>
              <a:latin typeface="Arial"/>
              <a:ea typeface="Arial"/>
              <a:cs typeface="Arial"/>
              <a:sym typeface="Arial"/>
            </a:endParaRPr>
          </a:p>
        </p:txBody>
      </p:sp>
      <p:pic>
        <p:nvPicPr>
          <p:cNvPr id="525" name="Google Shape;525;p29"/>
          <p:cNvPicPr preferRelativeResize="0"/>
          <p:nvPr/>
        </p:nvPicPr>
        <p:blipFill rotWithShape="1">
          <a:blip r:embed="rId3">
            <a:alphaModFix/>
          </a:blip>
          <a:srcRect b="0" l="0" r="0" t="0"/>
          <a:stretch/>
        </p:blipFill>
        <p:spPr>
          <a:xfrm>
            <a:off x="4800600" y="2209800"/>
            <a:ext cx="3733800" cy="3048000"/>
          </a:xfrm>
          <a:prstGeom prst="rect">
            <a:avLst/>
          </a:prstGeom>
          <a:noFill/>
          <a:ln>
            <a:noFill/>
          </a:ln>
        </p:spPr>
      </p:pic>
      <p:sp>
        <p:nvSpPr>
          <p:cNvPr id="526" name="Google Shape;526;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527" name="Google Shape;527;p29"/>
          <p:cNvSpPr txBox="1"/>
          <p:nvPr/>
        </p:nvSpPr>
        <p:spPr>
          <a:xfrm>
            <a:off x="457200" y="274638"/>
            <a:ext cx="8229600" cy="944562"/>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Đồ thị đặc biệt</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0"/>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200"/>
              <a:t>Bài tập</a:t>
            </a:r>
            <a:endParaRPr b="1" sz="3200"/>
          </a:p>
        </p:txBody>
      </p:sp>
      <p:sp>
        <p:nvSpPr>
          <p:cNvPr id="533" name="Google Shape;533;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534" name="Google Shape;534;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535" name="Google Shape;535;p30"/>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graphicFrame>
        <p:nvGraphicFramePr>
          <p:cNvPr id="536" name="Google Shape;536;p30"/>
          <p:cNvGraphicFramePr/>
          <p:nvPr/>
        </p:nvGraphicFramePr>
        <p:xfrm>
          <a:off x="457200" y="1371600"/>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b="0" lang="en-US" sz="2400">
                          <a:solidFill>
                            <a:srgbClr val="2820D2"/>
                          </a:solidFill>
                        </a:rPr>
                        <a:t>Đồ</a:t>
                      </a:r>
                      <a:r>
                        <a:rPr b="0" lang="en-US" sz="2400">
                          <a:solidFill>
                            <a:srgbClr val="2820D2"/>
                          </a:solidFill>
                        </a:rPr>
                        <a:t> thị có phân đôi không?</a:t>
                      </a:r>
                      <a:endParaRPr b="0" sz="2400">
                        <a:solidFill>
                          <a:srgbClr val="2820D2"/>
                        </a:solidFill>
                      </a:endParaRPr>
                    </a:p>
                  </a:txBody>
                  <a:tcPr marT="45725" marB="45725" marR="91450" marL="91450">
                    <a:solidFill>
                      <a:srgbClr val="00B0F0"/>
                    </a:solidFill>
                  </a:tcPr>
                </a:tc>
              </a:tr>
              <a:tr h="4337925">
                <a:tc>
                  <a:txBody>
                    <a:bodyPr/>
                    <a:lstStyle/>
                    <a:p>
                      <a:pPr indent="-215900" lvl="0" marL="342900" marR="0" rtl="0" algn="l">
                        <a:lnSpc>
                          <a:spcPct val="80000"/>
                        </a:lnSpc>
                        <a:spcBef>
                          <a:spcPts val="0"/>
                        </a:spcBef>
                        <a:spcAft>
                          <a:spcPts val="0"/>
                        </a:spcAft>
                        <a:buClr>
                          <a:schemeClr val="dk1"/>
                        </a:buClr>
                        <a:buSzPts val="2000"/>
                        <a:buFont typeface="Noto Sans Symbols"/>
                        <a:buNone/>
                      </a:pPr>
                      <a:r>
                        <a:t/>
                      </a:r>
                      <a:endParaRPr sz="2000" u="none">
                        <a:solidFill>
                          <a:schemeClr val="dk1"/>
                        </a:solidFill>
                        <a:latin typeface="Times New Roman"/>
                        <a:ea typeface="Times New Roman"/>
                        <a:cs typeface="Times New Roman"/>
                        <a:sym typeface="Times New Roman"/>
                      </a:endParaRPr>
                    </a:p>
                  </a:txBody>
                  <a:tcPr marT="45725" marB="45725" marR="91450" marL="91450"/>
                </a:tc>
              </a:tr>
            </a:tbl>
          </a:graphicData>
        </a:graphic>
      </p:graphicFrame>
      <p:sp>
        <p:nvSpPr>
          <p:cNvPr id="537" name="Google Shape;537;p30"/>
          <p:cNvSpPr txBox="1"/>
          <p:nvPr/>
        </p:nvSpPr>
        <p:spPr>
          <a:xfrm>
            <a:off x="7054644" y="6522371"/>
            <a:ext cx="21336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1" lang="en-US" sz="1200">
                <a:solidFill>
                  <a:srgbClr val="FF0000"/>
                </a:solidFill>
                <a:latin typeface="Arial"/>
                <a:ea typeface="Arial"/>
                <a:cs typeface="Arial"/>
                <a:sym typeface="Arial"/>
              </a:rPr>
              <a:t>‹#›</a:t>
            </a:fld>
            <a:endParaRPr b="1" sz="1200">
              <a:solidFill>
                <a:srgbClr val="FF0000"/>
              </a:solidFill>
              <a:latin typeface="Arial"/>
              <a:ea typeface="Arial"/>
              <a:cs typeface="Arial"/>
              <a:sym typeface="Arial"/>
            </a:endParaRPr>
          </a:p>
        </p:txBody>
      </p:sp>
      <p:pic>
        <p:nvPicPr>
          <p:cNvPr id="538" name="Google Shape;538;p30"/>
          <p:cNvPicPr preferRelativeResize="0"/>
          <p:nvPr/>
        </p:nvPicPr>
        <p:blipFill rotWithShape="1">
          <a:blip r:embed="rId3">
            <a:alphaModFix/>
          </a:blip>
          <a:srcRect b="0" l="0" r="0" t="0"/>
          <a:stretch/>
        </p:blipFill>
        <p:spPr>
          <a:xfrm>
            <a:off x="489156" y="2057400"/>
            <a:ext cx="3991896" cy="4267200"/>
          </a:xfrm>
          <a:prstGeom prst="rect">
            <a:avLst/>
          </a:prstGeom>
          <a:noFill/>
          <a:ln>
            <a:noFill/>
          </a:ln>
        </p:spPr>
      </p:pic>
      <p:graphicFrame>
        <p:nvGraphicFramePr>
          <p:cNvPr id="539" name="Google Shape;539;p30"/>
          <p:cNvGraphicFramePr/>
          <p:nvPr/>
        </p:nvGraphicFramePr>
        <p:xfrm>
          <a:off x="4712112" y="1419431"/>
          <a:ext cx="3000000" cy="3000000"/>
        </p:xfrm>
        <a:graphic>
          <a:graphicData uri="http://schemas.openxmlformats.org/drawingml/2006/table">
            <a:tbl>
              <a:tblPr bandRow="1" firstRow="1">
                <a:solidFill>
                  <a:srgbClr val="99CCFF"/>
                </a:solidFill>
                <a:tableStyleId>{1C80C3B7-A40A-47EB-A490-934C74AF0261}</a:tableStyleId>
              </a:tblPr>
              <a:tblGrid>
                <a:gridCol w="4038600"/>
              </a:tblGrid>
              <a:tr h="691275">
                <a:tc>
                  <a:txBody>
                    <a:bodyPr/>
                    <a:lstStyle/>
                    <a:p>
                      <a:pPr indent="0" lvl="0" marL="0" marR="0" rtl="0" algn="l">
                        <a:spcBef>
                          <a:spcPts val="0"/>
                        </a:spcBef>
                        <a:spcAft>
                          <a:spcPts val="0"/>
                        </a:spcAft>
                        <a:buNone/>
                      </a:pPr>
                      <a:r>
                        <a:rPr b="0" lang="en-US" sz="2400">
                          <a:solidFill>
                            <a:srgbClr val="2820D2"/>
                          </a:solidFill>
                        </a:rPr>
                        <a:t>Tìm</a:t>
                      </a:r>
                      <a:r>
                        <a:rPr b="0" lang="en-US" sz="2400">
                          <a:solidFill>
                            <a:srgbClr val="2820D2"/>
                          </a:solidFill>
                        </a:rPr>
                        <a:t> đồ thị G</a:t>
                      </a:r>
                      <a:endParaRPr b="0" sz="2400">
                        <a:solidFill>
                          <a:srgbClr val="2820D2"/>
                        </a:solidFill>
                      </a:endParaRPr>
                    </a:p>
                  </a:txBody>
                  <a:tcPr marT="45725" marB="45725" marR="91450" marL="91450">
                    <a:solidFill>
                      <a:srgbClr val="00B0F0"/>
                    </a:solidFill>
                  </a:tcPr>
                </a:tc>
              </a:tr>
              <a:tr h="4337925">
                <a:tc>
                  <a:txBody>
                    <a:bodyPr/>
                    <a:lstStyle/>
                    <a:p>
                      <a:pPr indent="-457200" lvl="0" marL="457200" marR="0" rtl="0" algn="l">
                        <a:lnSpc>
                          <a:spcPct val="120000"/>
                        </a:lnSpc>
                        <a:spcBef>
                          <a:spcPts val="0"/>
                        </a:spcBef>
                        <a:spcAft>
                          <a:spcPts val="0"/>
                        </a:spcAft>
                        <a:buClr>
                          <a:srgbClr val="002060"/>
                        </a:buClr>
                        <a:buSzPts val="2400"/>
                        <a:buFont typeface="Times New Roman"/>
                        <a:buAutoNum type="alphaLcPeriod"/>
                      </a:pPr>
                      <a:r>
                        <a:rPr lang="en-US" sz="2400" u="none">
                          <a:solidFill>
                            <a:srgbClr val="002060"/>
                          </a:solidFill>
                          <a:latin typeface="Times New Roman"/>
                          <a:ea typeface="Times New Roman"/>
                          <a:cs typeface="Times New Roman"/>
                          <a:sym typeface="Times New Roman"/>
                        </a:rPr>
                        <a:t>G có 12 cạnh và mọi đỉnh có bậc 2</a:t>
                      </a:r>
                      <a:endParaRPr/>
                    </a:p>
                    <a:p>
                      <a:pPr indent="-457200" lvl="0" marL="457200" marR="0" rtl="0" algn="l">
                        <a:lnSpc>
                          <a:spcPct val="120000"/>
                        </a:lnSpc>
                        <a:spcBef>
                          <a:spcPts val="0"/>
                        </a:spcBef>
                        <a:spcAft>
                          <a:spcPts val="0"/>
                        </a:spcAft>
                        <a:buClr>
                          <a:srgbClr val="002060"/>
                        </a:buClr>
                        <a:buSzPts val="2400"/>
                        <a:buFont typeface="Times New Roman"/>
                        <a:buAutoNum type="alphaLcPeriod"/>
                      </a:pPr>
                      <a:r>
                        <a:rPr lang="en-US" sz="2400" u="none">
                          <a:solidFill>
                            <a:srgbClr val="002060"/>
                          </a:solidFill>
                          <a:latin typeface="Times New Roman"/>
                          <a:ea typeface="Times New Roman"/>
                          <a:cs typeface="Times New Roman"/>
                          <a:sym typeface="Times New Roman"/>
                        </a:rPr>
                        <a:t>G có 15 cạnh, ba đỉnh bậc 4, mọi đỉnh còn lại có bậc 3</a:t>
                      </a:r>
                      <a:endParaRPr/>
                    </a:p>
                    <a:p>
                      <a:pPr indent="-457200" lvl="0" marL="457200" marR="0" rtl="0" algn="l">
                        <a:lnSpc>
                          <a:spcPct val="120000"/>
                        </a:lnSpc>
                        <a:spcBef>
                          <a:spcPts val="0"/>
                        </a:spcBef>
                        <a:spcAft>
                          <a:spcPts val="0"/>
                        </a:spcAft>
                        <a:buClr>
                          <a:srgbClr val="002060"/>
                        </a:buClr>
                        <a:buSzPts val="2400"/>
                        <a:buFont typeface="Times New Roman"/>
                        <a:buAutoNum type="alphaLcPeriod"/>
                      </a:pPr>
                      <a:r>
                        <a:rPr lang="en-US" sz="2400" u="none">
                          <a:solidFill>
                            <a:srgbClr val="002060"/>
                          </a:solidFill>
                          <a:latin typeface="Times New Roman"/>
                          <a:ea typeface="Times New Roman"/>
                          <a:cs typeface="Times New Roman"/>
                          <a:sym typeface="Times New Roman"/>
                        </a:rPr>
                        <a:t>G có 6 cạnh và mọi đỉnh còn lại có bậc bằng nhau</a:t>
                      </a:r>
                      <a:endParaRPr sz="2400" u="none">
                        <a:solidFill>
                          <a:srgbClr val="002060"/>
                        </a:solidFill>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1"/>
          <p:cNvSpPr txBox="1"/>
          <p:nvPr>
            <p:ph type="title"/>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Nội dung</a:t>
            </a:r>
            <a:endParaRPr/>
          </a:p>
        </p:txBody>
      </p:sp>
      <p:sp>
        <p:nvSpPr>
          <p:cNvPr id="545" name="Google Shape;545;p31"/>
          <p:cNvSpPr txBox="1"/>
          <p:nvPr>
            <p:ph idx="1" type="body"/>
          </p:nvPr>
        </p:nvSpPr>
        <p:spPr>
          <a:xfrm>
            <a:off x="762000" y="1600200"/>
            <a:ext cx="7467600" cy="4525963"/>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lang="en-US" sz="2800"/>
              <a:t>Giới thiệu</a:t>
            </a:r>
            <a:endParaRPr sz="2800"/>
          </a:p>
          <a:p>
            <a:pPr indent="-342900" lvl="0" marL="342900" rtl="0" algn="l">
              <a:spcBef>
                <a:spcPts val="560"/>
              </a:spcBef>
              <a:spcAft>
                <a:spcPts val="0"/>
              </a:spcAft>
              <a:buClr>
                <a:schemeClr val="dk1"/>
              </a:buClr>
              <a:buSzPts val="2800"/>
              <a:buFont typeface="Noto Sans Symbols"/>
              <a:buChar char="▪"/>
            </a:pPr>
            <a:r>
              <a:rPr lang="en-US" sz="2800"/>
              <a:t>Khái niệm cơ bản</a:t>
            </a:r>
            <a:endParaRPr sz="2800"/>
          </a:p>
          <a:p>
            <a:pPr indent="-285750" lvl="1" marL="742950" rtl="0" algn="l">
              <a:spcBef>
                <a:spcPts val="480"/>
              </a:spcBef>
              <a:spcAft>
                <a:spcPts val="0"/>
              </a:spcAft>
              <a:buClr>
                <a:schemeClr val="dk1"/>
              </a:buClr>
              <a:buSzPts val="2400"/>
              <a:buFont typeface="Noto Sans Symbols"/>
              <a:buChar char="▪"/>
            </a:pPr>
            <a:r>
              <a:rPr lang="en-US" sz="2400"/>
              <a:t>Đồ thị có hướng và đồ thị vô hướng</a:t>
            </a:r>
            <a:endParaRPr sz="2400"/>
          </a:p>
          <a:p>
            <a:pPr indent="-285750" lvl="1" marL="742950" rtl="0" algn="l">
              <a:spcBef>
                <a:spcPts val="480"/>
              </a:spcBef>
              <a:spcAft>
                <a:spcPts val="0"/>
              </a:spcAft>
              <a:buClr>
                <a:schemeClr val="dk1"/>
              </a:buClr>
              <a:buSzPts val="2400"/>
              <a:buFont typeface="Noto Sans Symbols"/>
              <a:buChar char="▪"/>
            </a:pPr>
            <a:r>
              <a:rPr lang="en-US" sz="2400"/>
              <a:t>Bậc, nửa bậc vào, nửa bậc ra</a:t>
            </a:r>
            <a:endParaRPr sz="2400"/>
          </a:p>
          <a:p>
            <a:pPr indent="-285750" lvl="1" marL="742950" rtl="0" algn="l">
              <a:spcBef>
                <a:spcPts val="480"/>
              </a:spcBef>
              <a:spcAft>
                <a:spcPts val="0"/>
              </a:spcAft>
              <a:buClr>
                <a:schemeClr val="dk1"/>
              </a:buClr>
              <a:buSzPts val="2400"/>
              <a:buFont typeface="Noto Sans Symbols"/>
              <a:buChar char="▪"/>
            </a:pPr>
            <a:r>
              <a:rPr lang="en-US" sz="2400"/>
              <a:t>Đường đi chu trình, tính liên thông</a:t>
            </a:r>
            <a:endParaRPr sz="2400"/>
          </a:p>
          <a:p>
            <a:pPr indent="-342900" lvl="0" marL="342900" rtl="0" algn="l">
              <a:spcBef>
                <a:spcPts val="560"/>
              </a:spcBef>
              <a:spcAft>
                <a:spcPts val="0"/>
              </a:spcAft>
              <a:buClr>
                <a:schemeClr val="dk1"/>
              </a:buClr>
              <a:buSzPts val="2800"/>
              <a:buFont typeface="Noto Sans Symbols"/>
              <a:buChar char="▪"/>
            </a:pPr>
            <a:r>
              <a:rPr b="1" lang="en-US" sz="2800"/>
              <a:t>Biểu diễn đồ thị</a:t>
            </a:r>
            <a:endParaRPr b="1" sz="2800"/>
          </a:p>
          <a:p>
            <a:pPr indent="-285750" lvl="1" marL="742950" rtl="0" algn="l">
              <a:spcBef>
                <a:spcPts val="480"/>
              </a:spcBef>
              <a:spcAft>
                <a:spcPts val="0"/>
              </a:spcAft>
              <a:buClr>
                <a:schemeClr val="dk1"/>
              </a:buClr>
              <a:buSzPts val="2400"/>
              <a:buFont typeface="Noto Sans Symbols"/>
              <a:buChar char="▪"/>
            </a:pPr>
            <a:r>
              <a:rPr lang="en-US" sz="2400"/>
              <a:t>Ma trận kề</a:t>
            </a:r>
            <a:endParaRPr sz="2400"/>
          </a:p>
          <a:p>
            <a:pPr indent="-285750" lvl="1" marL="742950" rtl="0" algn="l">
              <a:spcBef>
                <a:spcPts val="480"/>
              </a:spcBef>
              <a:spcAft>
                <a:spcPts val="0"/>
              </a:spcAft>
              <a:buClr>
                <a:schemeClr val="dk1"/>
              </a:buClr>
              <a:buSzPts val="2400"/>
              <a:buFont typeface="Noto Sans Symbols"/>
              <a:buChar char="▪"/>
            </a:pPr>
            <a:r>
              <a:rPr lang="en-US" sz="2400"/>
              <a:t>Ma trận liên thuộc</a:t>
            </a:r>
            <a:endParaRPr sz="2400"/>
          </a:p>
          <a:p>
            <a:pPr indent="-285750" lvl="1" marL="742950" rtl="0" algn="l">
              <a:spcBef>
                <a:spcPts val="480"/>
              </a:spcBef>
              <a:spcAft>
                <a:spcPts val="0"/>
              </a:spcAft>
              <a:buClr>
                <a:schemeClr val="dk1"/>
              </a:buClr>
              <a:buSzPts val="2400"/>
              <a:buFont typeface="Noto Sans Symbols"/>
              <a:buChar char="▪"/>
            </a:pPr>
            <a:r>
              <a:rPr lang="en-US" sz="2400"/>
              <a:t>Danh sách cạnh (cung)</a:t>
            </a:r>
            <a:endParaRPr/>
          </a:p>
          <a:p>
            <a:pPr indent="-285750" lvl="1" marL="742950" rtl="0" algn="l">
              <a:spcBef>
                <a:spcPts val="480"/>
              </a:spcBef>
              <a:spcAft>
                <a:spcPts val="0"/>
              </a:spcAft>
              <a:buClr>
                <a:schemeClr val="dk1"/>
              </a:buClr>
              <a:buSzPts val="2400"/>
              <a:buFont typeface="Noto Sans Symbols"/>
              <a:buChar char="▪"/>
            </a:pPr>
            <a:r>
              <a:rPr lang="en-US" sz="2400"/>
              <a:t>Danh sách kề</a:t>
            </a:r>
            <a:endParaRPr sz="2400"/>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2"/>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457200" lvl="0" marL="514350" rtl="0" algn="l">
              <a:spcBef>
                <a:spcPts val="0"/>
              </a:spcBef>
              <a:spcAft>
                <a:spcPts val="0"/>
              </a:spcAft>
              <a:buClr>
                <a:srgbClr val="002060"/>
              </a:buClr>
              <a:buSzPts val="2800"/>
              <a:buFont typeface="Noto Sans Symbols"/>
              <a:buChar char="❑"/>
            </a:pPr>
            <a:r>
              <a:rPr lang="en-US">
                <a:solidFill>
                  <a:srgbClr val="002060"/>
                </a:solidFill>
              </a:rPr>
              <a:t>Máy tính không thể biểu diễn đồ thị dưới dạng hình vẽ thông thường.</a:t>
            </a:r>
            <a:endParaRPr/>
          </a:p>
          <a:p>
            <a:pPr indent="-457200" lvl="0" marL="514350" rtl="0" algn="l">
              <a:spcBef>
                <a:spcPts val="560"/>
              </a:spcBef>
              <a:spcAft>
                <a:spcPts val="0"/>
              </a:spcAft>
              <a:buClr>
                <a:srgbClr val="002060"/>
              </a:buClr>
              <a:buSzPts val="2800"/>
              <a:buFont typeface="Noto Sans Symbols"/>
              <a:buChar char="❑"/>
            </a:pPr>
            <a:r>
              <a:rPr lang="en-US">
                <a:solidFill>
                  <a:srgbClr val="002060"/>
                </a:solidFill>
              </a:rPr>
              <a:t>Đồ thị được biểu diễn khác nhau khi tiến hành lưu trữ.</a:t>
            </a:r>
            <a:endParaRPr/>
          </a:p>
          <a:p>
            <a:pPr indent="-165100" lvl="0" marL="342900" rtl="0" algn="l">
              <a:spcBef>
                <a:spcPts val="560"/>
              </a:spcBef>
              <a:spcAft>
                <a:spcPts val="0"/>
              </a:spcAft>
              <a:buClr>
                <a:schemeClr val="dk1"/>
              </a:buClr>
              <a:buSzPts val="2800"/>
              <a:buNone/>
            </a:pPr>
            <a:r>
              <a:t/>
            </a:r>
            <a:endParaRPr/>
          </a:p>
        </p:txBody>
      </p:sp>
      <p:sp>
        <p:nvSpPr>
          <p:cNvPr id="551" name="Google Shape;551;p32"/>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800"/>
              <a:buFont typeface="Noto Sans Symbols"/>
              <a:buChar char="❑"/>
            </a:pPr>
            <a:r>
              <a:rPr lang="en-US">
                <a:solidFill>
                  <a:srgbClr val="002060"/>
                </a:solidFill>
              </a:rPr>
              <a:t>Tiêu chuẩn </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Cấu trúc dữ liệu phải đơn giản, </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Cấu trúc dữ liệu phù hợp với ứng dụng,</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Cấu trúc dữ </a:t>
            </a:r>
            <a:r>
              <a:rPr lang="en-US">
                <a:solidFill>
                  <a:srgbClr val="002060"/>
                </a:solidFill>
              </a:rPr>
              <a:t>liệu</a:t>
            </a:r>
            <a:r>
              <a:rPr lang="en-US">
                <a:solidFill>
                  <a:srgbClr val="002060"/>
                </a:solidFill>
              </a:rPr>
              <a:t> dễ biểu diễn,</a:t>
            </a:r>
            <a:endParaRPr/>
          </a:p>
          <a:p>
            <a:pPr indent="-285750" lvl="1" marL="742950" rtl="0" algn="l">
              <a:spcBef>
                <a:spcPts val="560"/>
              </a:spcBef>
              <a:spcAft>
                <a:spcPts val="0"/>
              </a:spcAft>
              <a:buClr>
                <a:srgbClr val="002060"/>
              </a:buClr>
              <a:buSzPts val="2400"/>
              <a:buFont typeface="Noto Sans Symbols"/>
              <a:buChar char="▪"/>
            </a:pPr>
            <a:r>
              <a:rPr lang="en-US">
                <a:solidFill>
                  <a:srgbClr val="002060"/>
                </a:solidFill>
              </a:rPr>
              <a:t>Cấu trúc dữ liệu dễ cài đặ</a:t>
            </a:r>
            <a:r>
              <a:rPr lang="en-US" sz="2800">
                <a:solidFill>
                  <a:srgbClr val="002060"/>
                </a:solidFill>
              </a:rPr>
              <a:t>t.</a:t>
            </a:r>
            <a:endParaRPr/>
          </a:p>
        </p:txBody>
      </p:sp>
      <p:sp>
        <p:nvSpPr>
          <p:cNvPr id="552" name="Google Shape;552;p32"/>
          <p:cNvSpPr txBox="1"/>
          <p:nvPr>
            <p:ph type="title"/>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Biểu diễn đồ thị</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559" name="Google Shape;559;p33"/>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t>
            </a:r>
            <a:r>
              <a:rPr lang="en-US"/>
              <a:t>A TRẬN KỀ</a:t>
            </a:r>
            <a:endParaRPr/>
          </a:p>
        </p:txBody>
      </p:sp>
      <p:sp>
        <p:nvSpPr>
          <p:cNvPr id="560" name="Google Shape;560;p33"/>
          <p:cNvSpPr txBox="1"/>
          <p:nvPr>
            <p:ph idx="2" type="body"/>
          </p:nvPr>
        </p:nvSpPr>
        <p:spPr>
          <a:xfrm>
            <a:off x="457200" y="2174875"/>
            <a:ext cx="4040188" cy="3951288"/>
          </a:xfrm>
          <a:prstGeom prst="rect">
            <a:avLst/>
          </a:prstGeom>
          <a:blipFill rotWithShape="1">
            <a:blip r:embed="rId3">
              <a:alphaModFix/>
            </a:blip>
            <a:stretch>
              <a:fillRect b="0" l="-1959" r="-451" t="-308"/>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561" name="Google Shape;561;p33"/>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t>
            </a:r>
            <a:r>
              <a:rPr lang="en-US"/>
              <a:t>A TRẬN KỀ</a:t>
            </a:r>
            <a:endParaRPr/>
          </a:p>
        </p:txBody>
      </p:sp>
      <p:sp>
        <p:nvSpPr>
          <p:cNvPr id="562" name="Google Shape;562;p33"/>
          <p:cNvSpPr txBox="1"/>
          <p:nvPr>
            <p:ph idx="4" type="body"/>
          </p:nvPr>
        </p:nvSpPr>
        <p:spPr>
          <a:xfrm>
            <a:off x="4645025" y="2174875"/>
            <a:ext cx="4041775" cy="3951288"/>
          </a:xfrm>
          <a:prstGeom prst="rect">
            <a:avLst/>
          </a:prstGeom>
          <a:blipFill rotWithShape="1">
            <a:blip r:embed="rId4">
              <a:alphaModFix/>
            </a:blip>
            <a:stretch>
              <a:fillRect b="0" l="-211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563" name="Google Shape;563;p3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564" name="Google Shape;564;p3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565" name="Google Shape;565;p33"/>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4"/>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 trận kề</a:t>
            </a:r>
            <a:endParaRPr/>
          </a:p>
        </p:txBody>
      </p:sp>
      <p:sp>
        <p:nvSpPr>
          <p:cNvPr id="572" name="Google Shape;572;p34"/>
          <p:cNvSpPr txBox="1"/>
          <p:nvPr>
            <p:ph idx="2" type="body"/>
          </p:nvPr>
        </p:nvSpPr>
        <p:spPr>
          <a:xfrm>
            <a:off x="457200" y="2174875"/>
            <a:ext cx="4040188" cy="3951288"/>
          </a:xfrm>
          <a:prstGeom prst="rect">
            <a:avLst/>
          </a:prstGeom>
          <a:blipFill rotWithShape="1">
            <a:blip r:embed="rId3">
              <a:alphaModFix/>
            </a:blip>
            <a:stretch>
              <a:fillRect b="0" l="-2261" r="-450" t="-308"/>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573" name="Google Shape;573;p34"/>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 trận kề</a:t>
            </a:r>
            <a:endParaRPr/>
          </a:p>
        </p:txBody>
      </p:sp>
      <p:sp>
        <p:nvSpPr>
          <p:cNvPr id="574" name="Google Shape;574;p34"/>
          <p:cNvSpPr txBox="1"/>
          <p:nvPr>
            <p:ph idx="4" type="body"/>
          </p:nvPr>
        </p:nvSpPr>
        <p:spPr>
          <a:xfrm>
            <a:off x="4645025" y="2174875"/>
            <a:ext cx="4041775" cy="3951288"/>
          </a:xfrm>
          <a:prstGeom prst="rect">
            <a:avLst/>
          </a:prstGeom>
          <a:blipFill rotWithShape="1">
            <a:blip r:embed="rId4">
              <a:alphaModFix/>
            </a:blip>
            <a:stretch>
              <a:fillRect b="0" l="-211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575" name="Google Shape;575;p34"/>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576" name="Google Shape;576;p3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577" name="Google Shape;577;p34"/>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584" name="Google Shape;584;p35"/>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800"/>
              <a:buFont typeface="Noto Sans Symbols"/>
              <a:buChar char="✔"/>
            </a:pPr>
            <a:r>
              <a:rPr lang="en-US">
                <a:solidFill>
                  <a:srgbClr val="002060"/>
                </a:solidFill>
              </a:rPr>
              <a:t>Biểu diễn đồ thị bên phải bằng ma trận kề và kiểm tra các tính chất?</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Sẽ sắp xếp theo: a,b,c,d,e,f.</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 </a:t>
            </a:r>
            <a:endParaRPr/>
          </a:p>
          <a:p>
            <a:pPr indent="-165100" lvl="0" marL="342900" rtl="0" algn="l">
              <a:spcBef>
                <a:spcPts val="560"/>
              </a:spcBef>
              <a:spcAft>
                <a:spcPts val="0"/>
              </a:spcAft>
              <a:buClr>
                <a:schemeClr val="dk1"/>
              </a:buClr>
              <a:buSzPts val="2800"/>
              <a:buNone/>
            </a:pPr>
            <a:r>
              <a:t/>
            </a:r>
            <a:endParaRPr/>
          </a:p>
        </p:txBody>
      </p:sp>
      <p:sp>
        <p:nvSpPr>
          <p:cNvPr id="585" name="Google Shape;585;p35"/>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586" name="Google Shape;586;p35"/>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587" name="Google Shape;587;p3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588" name="Google Shape;588;p35"/>
          <p:cNvSpPr/>
          <p:nvPr/>
        </p:nvSpPr>
        <p:spPr>
          <a:xfrm>
            <a:off x="7162800" y="17841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
        <p:nvSpPr>
          <p:cNvPr id="589" name="Google Shape;589;p35"/>
          <p:cNvSpPr/>
          <p:nvPr/>
        </p:nvSpPr>
        <p:spPr>
          <a:xfrm>
            <a:off x="5867400" y="25461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590" name="Google Shape;590;p35"/>
          <p:cNvSpPr/>
          <p:nvPr/>
        </p:nvSpPr>
        <p:spPr>
          <a:xfrm>
            <a:off x="6629400" y="34605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f</a:t>
            </a:r>
            <a:endParaRPr/>
          </a:p>
        </p:txBody>
      </p:sp>
      <p:sp>
        <p:nvSpPr>
          <p:cNvPr id="591" name="Google Shape;591;p35"/>
          <p:cNvSpPr/>
          <p:nvPr/>
        </p:nvSpPr>
        <p:spPr>
          <a:xfrm>
            <a:off x="8001000" y="33843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cxnSp>
        <p:nvCxnSpPr>
          <p:cNvPr id="592" name="Google Shape;592;p35"/>
          <p:cNvCxnSpPr>
            <a:stCxn id="589" idx="7"/>
            <a:endCxn id="588" idx="2"/>
          </p:cNvCxnSpPr>
          <p:nvPr/>
        </p:nvCxnSpPr>
        <p:spPr>
          <a:xfrm flipH="1" rot="10800000">
            <a:off x="6127563" y="1936498"/>
            <a:ext cx="1035300" cy="654300"/>
          </a:xfrm>
          <a:prstGeom prst="straightConnector1">
            <a:avLst/>
          </a:prstGeom>
          <a:noFill/>
          <a:ln cap="flat" cmpd="sng" w="38100">
            <a:solidFill>
              <a:srgbClr val="7030A0"/>
            </a:solidFill>
            <a:prstDash val="solid"/>
            <a:round/>
            <a:headEnd len="sm" w="sm" type="none"/>
            <a:tailEnd len="sm" w="sm" type="none"/>
          </a:ln>
        </p:spPr>
      </p:cxnSp>
      <p:cxnSp>
        <p:nvCxnSpPr>
          <p:cNvPr id="593" name="Google Shape;593;p35"/>
          <p:cNvCxnSpPr>
            <a:endCxn id="590" idx="3"/>
          </p:cNvCxnSpPr>
          <p:nvPr/>
        </p:nvCxnSpPr>
        <p:spPr>
          <a:xfrm flipH="1" rot="10800000">
            <a:off x="5867337" y="3720724"/>
            <a:ext cx="806700" cy="959100"/>
          </a:xfrm>
          <a:prstGeom prst="straightConnector1">
            <a:avLst/>
          </a:prstGeom>
          <a:noFill/>
          <a:ln cap="flat" cmpd="sng" w="38100">
            <a:solidFill>
              <a:srgbClr val="7030A0"/>
            </a:solidFill>
            <a:prstDash val="solid"/>
            <a:round/>
            <a:headEnd len="sm" w="sm" type="none"/>
            <a:tailEnd len="sm" w="sm" type="none"/>
          </a:ln>
        </p:spPr>
      </p:cxnSp>
      <p:cxnSp>
        <p:nvCxnSpPr>
          <p:cNvPr id="594" name="Google Shape;594;p35"/>
          <p:cNvCxnSpPr>
            <a:stCxn id="590" idx="1"/>
            <a:endCxn id="589" idx="4"/>
          </p:cNvCxnSpPr>
          <p:nvPr/>
        </p:nvCxnSpPr>
        <p:spPr>
          <a:xfrm rot="10800000">
            <a:off x="6019737" y="2850898"/>
            <a:ext cx="654300" cy="654300"/>
          </a:xfrm>
          <a:prstGeom prst="straightConnector1">
            <a:avLst/>
          </a:prstGeom>
          <a:noFill/>
          <a:ln cap="flat" cmpd="sng" w="38100">
            <a:solidFill>
              <a:srgbClr val="7030A0"/>
            </a:solidFill>
            <a:prstDash val="solid"/>
            <a:round/>
            <a:headEnd len="sm" w="sm" type="none"/>
            <a:tailEnd len="sm" w="sm" type="none"/>
          </a:ln>
        </p:spPr>
      </p:cxnSp>
      <p:cxnSp>
        <p:nvCxnSpPr>
          <p:cNvPr id="595" name="Google Shape;595;p35"/>
          <p:cNvCxnSpPr>
            <a:stCxn id="588" idx="5"/>
            <a:endCxn id="591" idx="0"/>
          </p:cNvCxnSpPr>
          <p:nvPr/>
        </p:nvCxnSpPr>
        <p:spPr>
          <a:xfrm>
            <a:off x="7422963" y="2044324"/>
            <a:ext cx="730500" cy="1340100"/>
          </a:xfrm>
          <a:prstGeom prst="straightConnector1">
            <a:avLst/>
          </a:prstGeom>
          <a:noFill/>
          <a:ln cap="flat" cmpd="sng" w="38100">
            <a:solidFill>
              <a:srgbClr val="7030A0"/>
            </a:solidFill>
            <a:prstDash val="solid"/>
            <a:round/>
            <a:headEnd len="sm" w="sm" type="none"/>
            <a:tailEnd len="sm" w="sm" type="none"/>
          </a:ln>
        </p:spPr>
      </p:cxnSp>
      <p:cxnSp>
        <p:nvCxnSpPr>
          <p:cNvPr id="596" name="Google Shape;596;p35"/>
          <p:cNvCxnSpPr>
            <a:endCxn id="590" idx="0"/>
          </p:cNvCxnSpPr>
          <p:nvPr/>
        </p:nvCxnSpPr>
        <p:spPr>
          <a:xfrm flipH="1">
            <a:off x="6781800" y="2088961"/>
            <a:ext cx="533400" cy="1371600"/>
          </a:xfrm>
          <a:prstGeom prst="straightConnector1">
            <a:avLst/>
          </a:prstGeom>
          <a:noFill/>
          <a:ln cap="flat" cmpd="sng" w="38100">
            <a:solidFill>
              <a:srgbClr val="7030A0"/>
            </a:solidFill>
            <a:prstDash val="solid"/>
            <a:round/>
            <a:headEnd len="sm" w="sm" type="none"/>
            <a:tailEnd len="sm" w="sm" type="none"/>
          </a:ln>
        </p:spPr>
      </p:cxnSp>
      <p:sp>
        <p:nvSpPr>
          <p:cNvPr id="597" name="Google Shape;597;p35"/>
          <p:cNvSpPr/>
          <p:nvPr/>
        </p:nvSpPr>
        <p:spPr>
          <a:xfrm>
            <a:off x="5638800" y="46035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598" name="Google Shape;598;p35"/>
          <p:cNvSpPr/>
          <p:nvPr/>
        </p:nvSpPr>
        <p:spPr>
          <a:xfrm>
            <a:off x="7162800" y="47559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cxnSp>
        <p:nvCxnSpPr>
          <p:cNvPr id="599" name="Google Shape;599;p35"/>
          <p:cNvCxnSpPr>
            <a:stCxn id="597" idx="6"/>
            <a:endCxn id="598" idx="2"/>
          </p:cNvCxnSpPr>
          <p:nvPr/>
        </p:nvCxnSpPr>
        <p:spPr>
          <a:xfrm>
            <a:off x="5943600" y="4755961"/>
            <a:ext cx="1219200" cy="152400"/>
          </a:xfrm>
          <a:prstGeom prst="straightConnector1">
            <a:avLst/>
          </a:prstGeom>
          <a:noFill/>
          <a:ln cap="flat" cmpd="sng" w="38100">
            <a:solidFill>
              <a:srgbClr val="7030A0"/>
            </a:solidFill>
            <a:prstDash val="solid"/>
            <a:round/>
            <a:headEnd len="sm" w="sm" type="none"/>
            <a:tailEnd len="sm" w="sm" type="none"/>
          </a:ln>
        </p:spPr>
      </p:cxnSp>
      <p:cxnSp>
        <p:nvCxnSpPr>
          <p:cNvPr id="600" name="Google Shape;600;p35"/>
          <p:cNvCxnSpPr>
            <a:stCxn id="598" idx="7"/>
            <a:endCxn id="591" idx="4"/>
          </p:cNvCxnSpPr>
          <p:nvPr/>
        </p:nvCxnSpPr>
        <p:spPr>
          <a:xfrm flipH="1" rot="10800000">
            <a:off x="7422963" y="3689098"/>
            <a:ext cx="730500" cy="1111500"/>
          </a:xfrm>
          <a:prstGeom prst="straightConnector1">
            <a:avLst/>
          </a:prstGeom>
          <a:noFill/>
          <a:ln cap="flat" cmpd="sng" w="38100">
            <a:solidFill>
              <a:srgbClr val="7030A0"/>
            </a:solidFill>
            <a:prstDash val="solid"/>
            <a:round/>
            <a:headEnd len="sm" w="sm" type="none"/>
            <a:tailEnd len="sm" w="sm" type="none"/>
          </a:ln>
        </p:spPr>
      </p:cxnSp>
      <p:cxnSp>
        <p:nvCxnSpPr>
          <p:cNvPr id="601" name="Google Shape;601;p35"/>
          <p:cNvCxnSpPr>
            <a:stCxn id="591" idx="2"/>
            <a:endCxn id="590" idx="6"/>
          </p:cNvCxnSpPr>
          <p:nvPr/>
        </p:nvCxnSpPr>
        <p:spPr>
          <a:xfrm flipH="1">
            <a:off x="6934200" y="3536761"/>
            <a:ext cx="1066800" cy="76200"/>
          </a:xfrm>
          <a:prstGeom prst="straightConnector1">
            <a:avLst/>
          </a:prstGeom>
          <a:noFill/>
          <a:ln cap="flat" cmpd="sng" w="38100">
            <a:solidFill>
              <a:srgbClr val="7030A0"/>
            </a:solidFill>
            <a:prstDash val="solid"/>
            <a:round/>
            <a:headEnd len="sm" w="sm" type="none"/>
            <a:tailEnd len="sm" w="sm" type="none"/>
          </a:ln>
        </p:spPr>
      </p:cxnSp>
      <p:cxnSp>
        <p:nvCxnSpPr>
          <p:cNvPr id="602" name="Google Shape;602;p35"/>
          <p:cNvCxnSpPr>
            <a:stCxn id="597" idx="1"/>
            <a:endCxn id="589" idx="3"/>
          </p:cNvCxnSpPr>
          <p:nvPr/>
        </p:nvCxnSpPr>
        <p:spPr>
          <a:xfrm flipH="1" rot="10800000">
            <a:off x="5683437" y="2806198"/>
            <a:ext cx="228600" cy="1842000"/>
          </a:xfrm>
          <a:prstGeom prst="straightConnector1">
            <a:avLst/>
          </a:prstGeom>
          <a:noFill/>
          <a:ln cap="flat" cmpd="sng" w="38100">
            <a:solidFill>
              <a:srgbClr val="7030A0"/>
            </a:solidFill>
            <a:prstDash val="solid"/>
            <a:round/>
            <a:headEnd len="sm" w="sm" type="none"/>
            <a:tailEnd len="sm" w="sm" type="none"/>
          </a:ln>
        </p:spPr>
      </p:cxnSp>
      <p:cxnSp>
        <p:nvCxnSpPr>
          <p:cNvPr id="603" name="Google Shape;603;p35"/>
          <p:cNvCxnSpPr>
            <a:stCxn id="598" idx="1"/>
            <a:endCxn id="590" idx="5"/>
          </p:cNvCxnSpPr>
          <p:nvPr/>
        </p:nvCxnSpPr>
        <p:spPr>
          <a:xfrm rot="10800000">
            <a:off x="6889437" y="3720598"/>
            <a:ext cx="318000" cy="1080000"/>
          </a:xfrm>
          <a:prstGeom prst="straightConnector1">
            <a:avLst/>
          </a:prstGeom>
          <a:noFill/>
          <a:ln cap="flat" cmpd="sng" w="38100">
            <a:solidFill>
              <a:srgbClr val="7030A0"/>
            </a:solidFill>
            <a:prstDash val="solid"/>
            <a:round/>
            <a:headEnd len="sm" w="sm" type="none"/>
            <a:tailEnd len="sm" w="sm" type="none"/>
          </a:ln>
        </p:spPr>
      </p:cxnSp>
      <p:grpSp>
        <p:nvGrpSpPr>
          <p:cNvPr id="604" name="Google Shape;604;p35"/>
          <p:cNvGrpSpPr/>
          <p:nvPr/>
        </p:nvGrpSpPr>
        <p:grpSpPr>
          <a:xfrm>
            <a:off x="1055915" y="3833488"/>
            <a:ext cx="1482725" cy="1031875"/>
            <a:chOff x="576" y="3481"/>
            <a:chExt cx="913" cy="650"/>
          </a:xfrm>
        </p:grpSpPr>
        <p:sp>
          <p:nvSpPr>
            <p:cNvPr id="605" name="Google Shape;605;p35"/>
            <p:cNvSpPr txBox="1"/>
            <p:nvPr/>
          </p:nvSpPr>
          <p:spPr>
            <a:xfrm>
              <a:off x="758" y="3481"/>
              <a:ext cx="62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2060"/>
                  </a:solidFill>
                  <a:latin typeface="Tahoma"/>
                  <a:ea typeface="Tahoma"/>
                  <a:cs typeface="Tahoma"/>
                  <a:sym typeface="Tahoma"/>
                </a:rPr>
                <a:t>{</a:t>
              </a:r>
              <a:r>
                <a:rPr i="1" lang="en-US" sz="2400">
                  <a:solidFill>
                    <a:srgbClr val="002060"/>
                  </a:solidFill>
                  <a:latin typeface="Bookman Old Style"/>
                  <a:ea typeface="Bookman Old Style"/>
                  <a:cs typeface="Bookman Old Style"/>
                  <a:sym typeface="Bookman Old Style"/>
                </a:rPr>
                <a:t>v</a:t>
              </a:r>
              <a:r>
                <a:rPr baseline="-25000" lang="en-US" sz="2400">
                  <a:solidFill>
                    <a:srgbClr val="002060"/>
                  </a:solidFill>
                  <a:latin typeface="Tahoma"/>
                  <a:ea typeface="Tahoma"/>
                  <a:cs typeface="Tahoma"/>
                  <a:sym typeface="Tahoma"/>
                </a:rPr>
                <a:t>i</a:t>
              </a:r>
              <a:r>
                <a:rPr lang="en-US" sz="2400">
                  <a:solidFill>
                    <a:srgbClr val="002060"/>
                  </a:solidFill>
                  <a:latin typeface="Tahoma"/>
                  <a:ea typeface="Tahoma"/>
                  <a:cs typeface="Tahoma"/>
                  <a:sym typeface="Tahoma"/>
                </a:rPr>
                <a:t>,</a:t>
              </a:r>
              <a:r>
                <a:rPr i="1" lang="en-US" sz="2400">
                  <a:solidFill>
                    <a:srgbClr val="002060"/>
                  </a:solidFill>
                  <a:latin typeface="Bookman Old Style"/>
                  <a:ea typeface="Bookman Old Style"/>
                  <a:cs typeface="Bookman Old Style"/>
                  <a:sym typeface="Bookman Old Style"/>
                </a:rPr>
                <a:t>v</a:t>
              </a:r>
              <a:r>
                <a:rPr baseline="-25000" lang="en-US" sz="2400">
                  <a:solidFill>
                    <a:srgbClr val="002060"/>
                  </a:solidFill>
                  <a:latin typeface="Tahoma"/>
                  <a:ea typeface="Tahoma"/>
                  <a:cs typeface="Tahoma"/>
                  <a:sym typeface="Tahoma"/>
                </a:rPr>
                <a:t>j</a:t>
              </a:r>
              <a:r>
                <a:rPr lang="en-US" sz="2400">
                  <a:solidFill>
                    <a:srgbClr val="002060"/>
                  </a:solidFill>
                  <a:latin typeface="Tahoma"/>
                  <a:ea typeface="Tahoma"/>
                  <a:cs typeface="Tahoma"/>
                  <a:sym typeface="Tahoma"/>
                </a:rPr>
                <a:t>}</a:t>
              </a:r>
              <a:endParaRPr/>
            </a:p>
          </p:txBody>
        </p:sp>
        <p:sp>
          <p:nvSpPr>
            <p:cNvPr id="606" name="Google Shape;606;p35"/>
            <p:cNvSpPr txBox="1"/>
            <p:nvPr/>
          </p:nvSpPr>
          <p:spPr>
            <a:xfrm>
              <a:off x="576" y="3840"/>
              <a:ext cx="9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hàng	cột</a:t>
              </a:r>
              <a:endParaRPr sz="2400">
                <a:solidFill>
                  <a:srgbClr val="002060"/>
                </a:solidFill>
                <a:latin typeface="Times New Roman"/>
                <a:ea typeface="Times New Roman"/>
                <a:cs typeface="Times New Roman"/>
                <a:sym typeface="Times New Roman"/>
              </a:endParaRPr>
            </a:p>
          </p:txBody>
        </p:sp>
        <p:cxnSp>
          <p:nvCxnSpPr>
            <p:cNvPr id="607" name="Google Shape;607;p35"/>
            <p:cNvCxnSpPr/>
            <p:nvPr/>
          </p:nvCxnSpPr>
          <p:spPr>
            <a:xfrm flipH="1">
              <a:off x="816" y="3762"/>
              <a:ext cx="144" cy="144"/>
            </a:xfrm>
            <a:prstGeom prst="straightConnector1">
              <a:avLst/>
            </a:prstGeom>
            <a:noFill/>
            <a:ln cap="flat" cmpd="sng" w="28575">
              <a:solidFill>
                <a:schemeClr val="dk1"/>
              </a:solidFill>
              <a:prstDash val="solid"/>
              <a:miter lim="800000"/>
              <a:headEnd len="med" w="med" type="none"/>
              <a:tailEnd len="med" w="med" type="triangle"/>
            </a:ln>
          </p:spPr>
        </p:cxnSp>
        <p:cxnSp>
          <p:nvCxnSpPr>
            <p:cNvPr id="608" name="Google Shape;608;p35"/>
            <p:cNvCxnSpPr/>
            <p:nvPr/>
          </p:nvCxnSpPr>
          <p:spPr>
            <a:xfrm>
              <a:off x="1296" y="3762"/>
              <a:ext cx="144" cy="144"/>
            </a:xfrm>
            <a:prstGeom prst="straightConnector1">
              <a:avLst/>
            </a:prstGeom>
            <a:noFill/>
            <a:ln cap="flat" cmpd="sng" w="28575">
              <a:solidFill>
                <a:schemeClr val="dk1"/>
              </a:solidFill>
              <a:prstDash val="solid"/>
              <a:miter lim="800000"/>
              <a:headEnd len="med" w="med" type="none"/>
              <a:tailEnd len="med" w="med" type="triangle"/>
            </a:ln>
          </p:spPr>
        </p:cxnSp>
      </p:grpSp>
      <p:sp>
        <p:nvSpPr>
          <p:cNvPr id="609" name="Google Shape;609;p35"/>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par>
                                <p:cTn fill="hold" nodeType="with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500"/>
                                        <p:tgtEl>
                                          <p:spTgt spid="589"/>
                                        </p:tgtEl>
                                      </p:cBhvr>
                                    </p:animEffect>
                                  </p:childTnLst>
                                </p:cTn>
                              </p:par>
                              <p:par>
                                <p:cTn fill="hold" nodeType="with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par>
                                <p:cTn fill="hold" nodeType="with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par>
                                <p:cTn fill="hold" nodeType="with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500"/>
                                        <p:tgtEl>
                                          <p:spTgt spid="597"/>
                                        </p:tgtEl>
                                      </p:cBhvr>
                                    </p:animEffect>
                                  </p:childTnLst>
                                </p:cTn>
                              </p:par>
                              <p:par>
                                <p:cTn fill="hold" nodeType="with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500"/>
                                        <p:tgtEl>
                                          <p:spTgt spid="5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6"/>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615" name="Google Shape;615;p36"/>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616" name="Google Shape;616;p36"/>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617" name="Google Shape;617;p3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cxnSp>
        <p:nvCxnSpPr>
          <p:cNvPr id="618" name="Google Shape;618;p36"/>
          <p:cNvCxnSpPr/>
          <p:nvPr/>
        </p:nvCxnSpPr>
        <p:spPr>
          <a:xfrm flipH="1" rot="10800000">
            <a:off x="1310569" y="4016374"/>
            <a:ext cx="754769" cy="838200"/>
          </a:xfrm>
          <a:prstGeom prst="straightConnector1">
            <a:avLst/>
          </a:prstGeom>
          <a:noFill/>
          <a:ln cap="flat" cmpd="sng" w="28575">
            <a:solidFill>
              <a:srgbClr val="0000CC"/>
            </a:solidFill>
            <a:prstDash val="solid"/>
            <a:round/>
            <a:headEnd len="sm" w="sm" type="none"/>
            <a:tailEnd len="sm" w="sm" type="none"/>
          </a:ln>
        </p:spPr>
      </p:cxnSp>
      <p:sp>
        <p:nvSpPr>
          <p:cNvPr id="619" name="Google Shape;619;p36"/>
          <p:cNvSpPr/>
          <p:nvPr/>
        </p:nvSpPr>
        <p:spPr>
          <a:xfrm>
            <a:off x="5495112" y="1983378"/>
            <a:ext cx="3200400" cy="685800"/>
          </a:xfrm>
          <a:prstGeom prst="rect">
            <a:avLst/>
          </a:prstGeom>
          <a:noFill/>
          <a:ln>
            <a:noFill/>
          </a:ln>
        </p:spPr>
        <p:txBody>
          <a:bodyPr anchorCtr="0" anchor="b" bIns="46025" lIns="92075" spcFirstLastPara="1" rIns="92075" wrap="square" tIns="46025">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b    c    d     e    f   </a:t>
            </a:r>
            <a:endParaRPr sz="4000">
              <a:solidFill>
                <a:srgbClr val="002060"/>
              </a:solidFill>
              <a:latin typeface="Times New Roman"/>
              <a:ea typeface="Times New Roman"/>
              <a:cs typeface="Times New Roman"/>
              <a:sym typeface="Times New Roman"/>
            </a:endParaRPr>
          </a:p>
        </p:txBody>
      </p:sp>
      <p:grpSp>
        <p:nvGrpSpPr>
          <p:cNvPr id="620" name="Google Shape;620;p36"/>
          <p:cNvGrpSpPr/>
          <p:nvPr/>
        </p:nvGrpSpPr>
        <p:grpSpPr>
          <a:xfrm>
            <a:off x="5342712" y="2897778"/>
            <a:ext cx="3276600" cy="2971800"/>
            <a:chOff x="3168" y="1824"/>
            <a:chExt cx="1776" cy="1440"/>
          </a:xfrm>
        </p:grpSpPr>
        <p:grpSp>
          <p:nvGrpSpPr>
            <p:cNvPr id="621" name="Google Shape;621;p36"/>
            <p:cNvGrpSpPr/>
            <p:nvPr/>
          </p:nvGrpSpPr>
          <p:grpSpPr>
            <a:xfrm>
              <a:off x="3168" y="1824"/>
              <a:ext cx="192" cy="1440"/>
              <a:chOff x="2928" y="1824"/>
              <a:chExt cx="192" cy="1440"/>
            </a:xfrm>
          </p:grpSpPr>
          <p:cxnSp>
            <p:nvCxnSpPr>
              <p:cNvPr id="622" name="Google Shape;622;p36"/>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623" name="Google Shape;623;p36"/>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624" name="Google Shape;624;p36"/>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nvGrpSpPr>
            <p:cNvPr id="625" name="Google Shape;625;p36"/>
            <p:cNvGrpSpPr/>
            <p:nvPr/>
          </p:nvGrpSpPr>
          <p:grpSpPr>
            <a:xfrm flipH="1">
              <a:off x="4752" y="1824"/>
              <a:ext cx="192" cy="1440"/>
              <a:chOff x="2928" y="1824"/>
              <a:chExt cx="192" cy="1440"/>
            </a:xfrm>
          </p:grpSpPr>
          <p:cxnSp>
            <p:nvCxnSpPr>
              <p:cNvPr id="626" name="Google Shape;626;p36"/>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627" name="Google Shape;627;p36"/>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628" name="Google Shape;628;p36"/>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sp>
        <p:nvSpPr>
          <p:cNvPr id="629" name="Google Shape;629;p36"/>
          <p:cNvSpPr txBox="1"/>
          <p:nvPr/>
        </p:nvSpPr>
        <p:spPr>
          <a:xfrm>
            <a:off x="4641037" y="2861266"/>
            <a:ext cx="3849131" cy="30777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0    1    0    0     1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b</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c</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d</a:t>
            </a:r>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e</a:t>
            </a:r>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f</a:t>
            </a:r>
            <a:endParaRPr sz="1800">
              <a:solidFill>
                <a:srgbClr val="002060"/>
              </a:solidFill>
              <a:latin typeface="Times New Roman"/>
              <a:ea typeface="Times New Roman"/>
              <a:cs typeface="Times New Roman"/>
              <a:sym typeface="Times New Roman"/>
            </a:endParaRPr>
          </a:p>
        </p:txBody>
      </p:sp>
      <p:sp>
        <p:nvSpPr>
          <p:cNvPr id="630" name="Google Shape;630;p36"/>
          <p:cNvSpPr txBox="1"/>
          <p:nvPr/>
        </p:nvSpPr>
        <p:spPr>
          <a:xfrm>
            <a:off x="4656912" y="2440578"/>
            <a:ext cx="5334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Từ</a:t>
            </a:r>
            <a:endParaRPr sz="1800">
              <a:solidFill>
                <a:srgbClr val="002060"/>
              </a:solidFill>
              <a:latin typeface="Times New Roman"/>
              <a:ea typeface="Times New Roman"/>
              <a:cs typeface="Times New Roman"/>
              <a:sym typeface="Times New Roman"/>
            </a:endParaRPr>
          </a:p>
        </p:txBody>
      </p:sp>
      <p:cxnSp>
        <p:nvCxnSpPr>
          <p:cNvPr id="631" name="Google Shape;631;p36"/>
          <p:cNvCxnSpPr/>
          <p:nvPr/>
        </p:nvCxnSpPr>
        <p:spPr>
          <a:xfrm>
            <a:off x="952084" y="3436584"/>
            <a:ext cx="0" cy="1542403"/>
          </a:xfrm>
          <a:prstGeom prst="straightConnector1">
            <a:avLst/>
          </a:prstGeom>
          <a:noFill/>
          <a:ln cap="flat" cmpd="sng" w="28575">
            <a:solidFill>
              <a:srgbClr val="0000CC"/>
            </a:solidFill>
            <a:prstDash val="solid"/>
            <a:round/>
            <a:headEnd len="sm" w="sm" type="none"/>
            <a:tailEnd len="sm" w="sm" type="none"/>
          </a:ln>
        </p:spPr>
      </p:cxnSp>
      <p:cxnSp>
        <p:nvCxnSpPr>
          <p:cNvPr id="632" name="Google Shape;632;p36"/>
          <p:cNvCxnSpPr/>
          <p:nvPr/>
        </p:nvCxnSpPr>
        <p:spPr>
          <a:xfrm rot="10800000">
            <a:off x="1524000" y="5006974"/>
            <a:ext cx="1371600" cy="0"/>
          </a:xfrm>
          <a:prstGeom prst="straightConnector1">
            <a:avLst/>
          </a:prstGeom>
          <a:noFill/>
          <a:ln cap="flat" cmpd="sng" w="28575">
            <a:solidFill>
              <a:srgbClr val="0000CC"/>
            </a:solidFill>
            <a:prstDash val="solid"/>
            <a:round/>
            <a:headEnd len="sm" w="sm" type="none"/>
            <a:tailEnd len="sm" w="sm" type="none"/>
          </a:ln>
        </p:spPr>
      </p:cxnSp>
      <p:cxnSp>
        <p:nvCxnSpPr>
          <p:cNvPr id="633" name="Google Shape;633;p36"/>
          <p:cNvCxnSpPr/>
          <p:nvPr/>
        </p:nvCxnSpPr>
        <p:spPr>
          <a:xfrm rot="-9551623">
            <a:off x="3366587" y="3522571"/>
            <a:ext cx="53487" cy="1413906"/>
          </a:xfrm>
          <a:prstGeom prst="straightConnector1">
            <a:avLst/>
          </a:prstGeom>
          <a:noFill/>
          <a:ln cap="flat" cmpd="sng" w="28575">
            <a:solidFill>
              <a:srgbClr val="990033"/>
            </a:solidFill>
            <a:prstDash val="solid"/>
            <a:round/>
            <a:headEnd len="sm" w="sm" type="none"/>
            <a:tailEnd len="sm" w="sm" type="none"/>
          </a:ln>
        </p:spPr>
      </p:cxnSp>
      <p:cxnSp>
        <p:nvCxnSpPr>
          <p:cNvPr id="634" name="Google Shape;634;p36"/>
          <p:cNvCxnSpPr/>
          <p:nvPr/>
        </p:nvCxnSpPr>
        <p:spPr>
          <a:xfrm>
            <a:off x="2209800" y="2339974"/>
            <a:ext cx="1295400" cy="972196"/>
          </a:xfrm>
          <a:prstGeom prst="straightConnector1">
            <a:avLst/>
          </a:prstGeom>
          <a:noFill/>
          <a:ln cap="flat" cmpd="sng" w="28575">
            <a:solidFill>
              <a:srgbClr val="990033"/>
            </a:solidFill>
            <a:prstDash val="solid"/>
            <a:round/>
            <a:headEnd len="sm" w="sm" type="none"/>
            <a:tailEnd len="sm" w="sm" type="none"/>
          </a:ln>
        </p:spPr>
      </p:cxnSp>
      <p:cxnSp>
        <p:nvCxnSpPr>
          <p:cNvPr id="635" name="Google Shape;635;p36"/>
          <p:cNvCxnSpPr/>
          <p:nvPr/>
        </p:nvCxnSpPr>
        <p:spPr>
          <a:xfrm rot="-5400000">
            <a:off x="838443" y="2111132"/>
            <a:ext cx="1022350" cy="1327633"/>
          </a:xfrm>
          <a:prstGeom prst="straightConnector1">
            <a:avLst/>
          </a:prstGeom>
          <a:noFill/>
          <a:ln cap="flat" cmpd="sng" w="28575">
            <a:solidFill>
              <a:srgbClr val="990033"/>
            </a:solidFill>
            <a:prstDash val="solid"/>
            <a:round/>
            <a:headEnd len="sm" w="sm" type="none"/>
            <a:tailEnd len="sm" w="sm" type="none"/>
          </a:ln>
        </p:spPr>
      </p:cxnSp>
      <p:cxnSp>
        <p:nvCxnSpPr>
          <p:cNvPr id="636" name="Google Shape;636;p36"/>
          <p:cNvCxnSpPr/>
          <p:nvPr/>
        </p:nvCxnSpPr>
        <p:spPr>
          <a:xfrm>
            <a:off x="685801" y="3533096"/>
            <a:ext cx="1371600" cy="419778"/>
          </a:xfrm>
          <a:prstGeom prst="straightConnector1">
            <a:avLst/>
          </a:prstGeom>
          <a:noFill/>
          <a:ln cap="flat" cmpd="sng" w="28575">
            <a:solidFill>
              <a:srgbClr val="990033"/>
            </a:solidFill>
            <a:prstDash val="solid"/>
            <a:round/>
            <a:headEnd len="sm" w="sm" type="none"/>
            <a:tailEnd len="sm" w="sm" type="none"/>
          </a:ln>
        </p:spPr>
      </p:cxnSp>
      <p:cxnSp>
        <p:nvCxnSpPr>
          <p:cNvPr id="637" name="Google Shape;637;p36"/>
          <p:cNvCxnSpPr/>
          <p:nvPr/>
        </p:nvCxnSpPr>
        <p:spPr>
          <a:xfrm>
            <a:off x="1989137" y="3952874"/>
            <a:ext cx="899381" cy="901700"/>
          </a:xfrm>
          <a:prstGeom prst="straightConnector1">
            <a:avLst/>
          </a:prstGeom>
          <a:noFill/>
          <a:ln cap="flat" cmpd="sng" w="28575">
            <a:solidFill>
              <a:srgbClr val="990033"/>
            </a:solidFill>
            <a:prstDash val="solid"/>
            <a:round/>
            <a:headEnd len="sm" w="sm" type="none"/>
            <a:tailEnd len="sm" w="sm" type="none"/>
          </a:ln>
        </p:spPr>
      </p:cxnSp>
      <p:cxnSp>
        <p:nvCxnSpPr>
          <p:cNvPr id="638" name="Google Shape;638;p36"/>
          <p:cNvCxnSpPr/>
          <p:nvPr/>
        </p:nvCxnSpPr>
        <p:spPr>
          <a:xfrm>
            <a:off x="2057400" y="2263774"/>
            <a:ext cx="0" cy="1689100"/>
          </a:xfrm>
          <a:prstGeom prst="straightConnector1">
            <a:avLst/>
          </a:prstGeom>
          <a:noFill/>
          <a:ln cap="flat" cmpd="sng" w="28575">
            <a:solidFill>
              <a:srgbClr val="990033"/>
            </a:solidFill>
            <a:prstDash val="solid"/>
            <a:round/>
            <a:headEnd len="sm" w="sm" type="none"/>
            <a:tailEnd len="sm" w="sm" type="none"/>
          </a:ln>
        </p:spPr>
      </p:cxnSp>
      <p:cxnSp>
        <p:nvCxnSpPr>
          <p:cNvPr id="639" name="Google Shape;639;p36"/>
          <p:cNvCxnSpPr/>
          <p:nvPr/>
        </p:nvCxnSpPr>
        <p:spPr>
          <a:xfrm flipH="1" rot="10800000">
            <a:off x="1989138" y="3529583"/>
            <a:ext cx="1592262" cy="423291"/>
          </a:xfrm>
          <a:prstGeom prst="straightConnector1">
            <a:avLst/>
          </a:prstGeom>
          <a:noFill/>
          <a:ln cap="flat" cmpd="sng" w="28575">
            <a:solidFill>
              <a:srgbClr val="990033"/>
            </a:solidFill>
            <a:prstDash val="solid"/>
            <a:round/>
            <a:headEnd len="sm" w="sm" type="none"/>
            <a:tailEnd len="sm" w="sm" type="none"/>
          </a:ln>
        </p:spPr>
      </p:cxnSp>
      <p:sp>
        <p:nvSpPr>
          <p:cNvPr id="640" name="Google Shape;640;p36"/>
          <p:cNvSpPr/>
          <p:nvPr/>
        </p:nvSpPr>
        <p:spPr>
          <a:xfrm>
            <a:off x="1219200" y="4778374"/>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641" name="Google Shape;641;p36"/>
          <p:cNvSpPr/>
          <p:nvPr/>
        </p:nvSpPr>
        <p:spPr>
          <a:xfrm>
            <a:off x="457200" y="3254374"/>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642" name="Google Shape;642;p36"/>
          <p:cNvSpPr/>
          <p:nvPr/>
        </p:nvSpPr>
        <p:spPr>
          <a:xfrm>
            <a:off x="1981200" y="2035174"/>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
        <p:nvSpPr>
          <p:cNvPr id="643" name="Google Shape;643;p36"/>
          <p:cNvSpPr/>
          <p:nvPr/>
        </p:nvSpPr>
        <p:spPr>
          <a:xfrm>
            <a:off x="3429000" y="3254374"/>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644" name="Google Shape;644;p36"/>
          <p:cNvSpPr/>
          <p:nvPr/>
        </p:nvSpPr>
        <p:spPr>
          <a:xfrm>
            <a:off x="1905000" y="3787774"/>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f</a:t>
            </a:r>
            <a:endParaRPr/>
          </a:p>
        </p:txBody>
      </p:sp>
      <p:sp>
        <p:nvSpPr>
          <p:cNvPr id="645" name="Google Shape;645;p36"/>
          <p:cNvSpPr/>
          <p:nvPr/>
        </p:nvSpPr>
        <p:spPr>
          <a:xfrm>
            <a:off x="2895600" y="4778374"/>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646" name="Google Shape;64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47" name="Google Shape;647;p36"/>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500"/>
                                        <p:tgtEl>
                                          <p:spTgt spid="644"/>
                                        </p:tgtEl>
                                      </p:cBhvr>
                                    </p:animEffect>
                                  </p:childTnLst>
                                </p:cTn>
                              </p:par>
                              <p:par>
                                <p:cTn fill="hold" nodeType="with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500"/>
                                        <p:tgtEl>
                                          <p:spTgt spid="6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37"/>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653" name="Google Shape;653;p37"/>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654" name="Google Shape;654;p37"/>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655" name="Google Shape;655;p3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656" name="Google Shape;656;p37"/>
          <p:cNvSpPr/>
          <p:nvPr/>
        </p:nvSpPr>
        <p:spPr>
          <a:xfrm>
            <a:off x="5429797" y="2087882"/>
            <a:ext cx="3200400" cy="685800"/>
          </a:xfrm>
          <a:prstGeom prst="rect">
            <a:avLst/>
          </a:prstGeom>
          <a:noFill/>
          <a:ln>
            <a:noFill/>
          </a:ln>
        </p:spPr>
        <p:txBody>
          <a:bodyPr anchorCtr="0" anchor="b" bIns="46025" lIns="92075" spcFirstLastPara="1" rIns="92075" wrap="square" tIns="46025">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b    c    d     e    f   </a:t>
            </a:r>
            <a:endParaRPr sz="4000">
              <a:solidFill>
                <a:srgbClr val="002060"/>
              </a:solidFill>
              <a:latin typeface="Times New Roman"/>
              <a:ea typeface="Times New Roman"/>
              <a:cs typeface="Times New Roman"/>
              <a:sym typeface="Times New Roman"/>
            </a:endParaRPr>
          </a:p>
        </p:txBody>
      </p:sp>
      <p:grpSp>
        <p:nvGrpSpPr>
          <p:cNvPr id="657" name="Google Shape;657;p37"/>
          <p:cNvGrpSpPr/>
          <p:nvPr/>
        </p:nvGrpSpPr>
        <p:grpSpPr>
          <a:xfrm>
            <a:off x="5277397" y="3002282"/>
            <a:ext cx="3276600" cy="2971800"/>
            <a:chOff x="3168" y="1824"/>
            <a:chExt cx="1776" cy="1440"/>
          </a:xfrm>
        </p:grpSpPr>
        <p:grpSp>
          <p:nvGrpSpPr>
            <p:cNvPr id="658" name="Google Shape;658;p37"/>
            <p:cNvGrpSpPr/>
            <p:nvPr/>
          </p:nvGrpSpPr>
          <p:grpSpPr>
            <a:xfrm>
              <a:off x="3168" y="1824"/>
              <a:ext cx="192" cy="1440"/>
              <a:chOff x="2928" y="1824"/>
              <a:chExt cx="192" cy="1440"/>
            </a:xfrm>
          </p:grpSpPr>
          <p:cxnSp>
            <p:nvCxnSpPr>
              <p:cNvPr id="659" name="Google Shape;659;p37"/>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660" name="Google Shape;660;p37"/>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661" name="Google Shape;661;p37"/>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nvGrpSpPr>
            <p:cNvPr id="662" name="Google Shape;662;p37"/>
            <p:cNvGrpSpPr/>
            <p:nvPr/>
          </p:nvGrpSpPr>
          <p:grpSpPr>
            <a:xfrm flipH="1">
              <a:off x="4752" y="1824"/>
              <a:ext cx="192" cy="1440"/>
              <a:chOff x="2928" y="1824"/>
              <a:chExt cx="192" cy="1440"/>
            </a:xfrm>
          </p:grpSpPr>
          <p:cxnSp>
            <p:nvCxnSpPr>
              <p:cNvPr id="663" name="Google Shape;663;p37"/>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664" name="Google Shape;664;p37"/>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665" name="Google Shape;665;p37"/>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sp>
        <p:nvSpPr>
          <p:cNvPr id="666" name="Google Shape;666;p37"/>
          <p:cNvSpPr txBox="1"/>
          <p:nvPr/>
        </p:nvSpPr>
        <p:spPr>
          <a:xfrm>
            <a:off x="4575722" y="2965770"/>
            <a:ext cx="3849131" cy="30777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0    1    0    0     1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b        1    0    1     0    0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c</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d</a:t>
            </a:r>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e</a:t>
            </a:r>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f</a:t>
            </a:r>
            <a:endParaRPr sz="1800">
              <a:solidFill>
                <a:srgbClr val="002060"/>
              </a:solidFill>
              <a:latin typeface="Times New Roman"/>
              <a:ea typeface="Times New Roman"/>
              <a:cs typeface="Times New Roman"/>
              <a:sym typeface="Times New Roman"/>
            </a:endParaRPr>
          </a:p>
        </p:txBody>
      </p:sp>
      <p:sp>
        <p:nvSpPr>
          <p:cNvPr id="667" name="Google Shape;667;p37"/>
          <p:cNvSpPr txBox="1"/>
          <p:nvPr/>
        </p:nvSpPr>
        <p:spPr>
          <a:xfrm>
            <a:off x="4515397" y="2468882"/>
            <a:ext cx="1044575"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Từ</a:t>
            </a:r>
            <a:endParaRPr sz="1800">
              <a:solidFill>
                <a:srgbClr val="002060"/>
              </a:solidFill>
              <a:latin typeface="Times New Roman"/>
              <a:ea typeface="Times New Roman"/>
              <a:cs typeface="Times New Roman"/>
              <a:sym typeface="Times New Roman"/>
            </a:endParaRPr>
          </a:p>
        </p:txBody>
      </p:sp>
      <p:cxnSp>
        <p:nvCxnSpPr>
          <p:cNvPr id="668" name="Google Shape;668;p37"/>
          <p:cNvCxnSpPr/>
          <p:nvPr/>
        </p:nvCxnSpPr>
        <p:spPr>
          <a:xfrm flipH="1" rot="10800000">
            <a:off x="1347580" y="4119161"/>
            <a:ext cx="754769" cy="838200"/>
          </a:xfrm>
          <a:prstGeom prst="straightConnector1">
            <a:avLst/>
          </a:prstGeom>
          <a:noFill/>
          <a:ln cap="flat" cmpd="sng" w="28575">
            <a:solidFill>
              <a:srgbClr val="C00000"/>
            </a:solidFill>
            <a:prstDash val="solid"/>
            <a:round/>
            <a:headEnd len="sm" w="sm" type="none"/>
            <a:tailEnd len="sm" w="sm" type="none"/>
          </a:ln>
        </p:spPr>
      </p:cxnSp>
      <p:cxnSp>
        <p:nvCxnSpPr>
          <p:cNvPr id="669" name="Google Shape;669;p37"/>
          <p:cNvCxnSpPr/>
          <p:nvPr/>
        </p:nvCxnSpPr>
        <p:spPr>
          <a:xfrm>
            <a:off x="989095" y="3539371"/>
            <a:ext cx="0" cy="1542403"/>
          </a:xfrm>
          <a:prstGeom prst="straightConnector1">
            <a:avLst/>
          </a:prstGeom>
          <a:noFill/>
          <a:ln cap="flat" cmpd="sng" w="28575">
            <a:solidFill>
              <a:srgbClr val="0000CC"/>
            </a:solidFill>
            <a:prstDash val="solid"/>
            <a:round/>
            <a:headEnd len="sm" w="sm" type="none"/>
            <a:tailEnd len="sm" w="sm" type="none"/>
          </a:ln>
        </p:spPr>
      </p:cxnSp>
      <p:cxnSp>
        <p:nvCxnSpPr>
          <p:cNvPr id="670" name="Google Shape;670;p37"/>
          <p:cNvCxnSpPr/>
          <p:nvPr/>
        </p:nvCxnSpPr>
        <p:spPr>
          <a:xfrm rot="10800000">
            <a:off x="1561011" y="5109761"/>
            <a:ext cx="1371600" cy="0"/>
          </a:xfrm>
          <a:prstGeom prst="straightConnector1">
            <a:avLst/>
          </a:prstGeom>
          <a:noFill/>
          <a:ln cap="flat" cmpd="sng" w="28575">
            <a:solidFill>
              <a:srgbClr val="C00000"/>
            </a:solidFill>
            <a:prstDash val="solid"/>
            <a:round/>
            <a:headEnd len="sm" w="sm" type="none"/>
            <a:tailEnd len="sm" w="sm" type="none"/>
          </a:ln>
        </p:spPr>
      </p:cxnSp>
      <p:cxnSp>
        <p:nvCxnSpPr>
          <p:cNvPr id="671" name="Google Shape;671;p37"/>
          <p:cNvCxnSpPr/>
          <p:nvPr/>
        </p:nvCxnSpPr>
        <p:spPr>
          <a:xfrm rot="-9551623">
            <a:off x="3403598" y="3625358"/>
            <a:ext cx="53487" cy="1413906"/>
          </a:xfrm>
          <a:prstGeom prst="straightConnector1">
            <a:avLst/>
          </a:prstGeom>
          <a:noFill/>
          <a:ln cap="flat" cmpd="sng" w="28575">
            <a:solidFill>
              <a:srgbClr val="990033"/>
            </a:solidFill>
            <a:prstDash val="solid"/>
            <a:round/>
            <a:headEnd len="sm" w="sm" type="none"/>
            <a:tailEnd len="sm" w="sm" type="none"/>
          </a:ln>
        </p:spPr>
      </p:cxnSp>
      <p:cxnSp>
        <p:nvCxnSpPr>
          <p:cNvPr id="672" name="Google Shape;672;p37"/>
          <p:cNvCxnSpPr/>
          <p:nvPr/>
        </p:nvCxnSpPr>
        <p:spPr>
          <a:xfrm>
            <a:off x="2246811" y="2442761"/>
            <a:ext cx="1295400" cy="972196"/>
          </a:xfrm>
          <a:prstGeom prst="straightConnector1">
            <a:avLst/>
          </a:prstGeom>
          <a:noFill/>
          <a:ln cap="flat" cmpd="sng" w="28575">
            <a:solidFill>
              <a:srgbClr val="990033"/>
            </a:solidFill>
            <a:prstDash val="solid"/>
            <a:round/>
            <a:headEnd len="sm" w="sm" type="none"/>
            <a:tailEnd len="sm" w="sm" type="none"/>
          </a:ln>
        </p:spPr>
      </p:cxnSp>
      <p:cxnSp>
        <p:nvCxnSpPr>
          <p:cNvPr id="673" name="Google Shape;673;p37"/>
          <p:cNvCxnSpPr/>
          <p:nvPr/>
        </p:nvCxnSpPr>
        <p:spPr>
          <a:xfrm rot="-5400000">
            <a:off x="875454" y="2213919"/>
            <a:ext cx="1022350" cy="1327633"/>
          </a:xfrm>
          <a:prstGeom prst="straightConnector1">
            <a:avLst/>
          </a:prstGeom>
          <a:noFill/>
          <a:ln cap="flat" cmpd="sng" w="28575">
            <a:solidFill>
              <a:srgbClr val="716355"/>
            </a:solidFill>
            <a:prstDash val="solid"/>
            <a:round/>
            <a:headEnd len="sm" w="sm" type="none"/>
            <a:tailEnd len="sm" w="sm" type="none"/>
          </a:ln>
        </p:spPr>
      </p:cxnSp>
      <p:cxnSp>
        <p:nvCxnSpPr>
          <p:cNvPr id="674" name="Google Shape;674;p37"/>
          <p:cNvCxnSpPr/>
          <p:nvPr/>
        </p:nvCxnSpPr>
        <p:spPr>
          <a:xfrm>
            <a:off x="722812" y="3635883"/>
            <a:ext cx="1371600" cy="419778"/>
          </a:xfrm>
          <a:prstGeom prst="straightConnector1">
            <a:avLst/>
          </a:prstGeom>
          <a:noFill/>
          <a:ln cap="flat" cmpd="sng" w="28575">
            <a:solidFill>
              <a:srgbClr val="716355"/>
            </a:solidFill>
            <a:prstDash val="solid"/>
            <a:round/>
            <a:headEnd len="sm" w="sm" type="none"/>
            <a:tailEnd len="sm" w="sm" type="none"/>
          </a:ln>
        </p:spPr>
      </p:cxnSp>
      <p:cxnSp>
        <p:nvCxnSpPr>
          <p:cNvPr id="675" name="Google Shape;675;p37"/>
          <p:cNvCxnSpPr/>
          <p:nvPr/>
        </p:nvCxnSpPr>
        <p:spPr>
          <a:xfrm>
            <a:off x="2026148" y="4055661"/>
            <a:ext cx="899381" cy="901700"/>
          </a:xfrm>
          <a:prstGeom prst="straightConnector1">
            <a:avLst/>
          </a:prstGeom>
          <a:noFill/>
          <a:ln cap="flat" cmpd="sng" w="28575">
            <a:solidFill>
              <a:srgbClr val="990033"/>
            </a:solidFill>
            <a:prstDash val="solid"/>
            <a:round/>
            <a:headEnd len="sm" w="sm" type="none"/>
            <a:tailEnd len="sm" w="sm" type="none"/>
          </a:ln>
        </p:spPr>
      </p:cxnSp>
      <p:cxnSp>
        <p:nvCxnSpPr>
          <p:cNvPr id="676" name="Google Shape;676;p37"/>
          <p:cNvCxnSpPr/>
          <p:nvPr/>
        </p:nvCxnSpPr>
        <p:spPr>
          <a:xfrm>
            <a:off x="2094411" y="2366561"/>
            <a:ext cx="0" cy="1689100"/>
          </a:xfrm>
          <a:prstGeom prst="straightConnector1">
            <a:avLst/>
          </a:prstGeom>
          <a:noFill/>
          <a:ln cap="flat" cmpd="sng" w="28575">
            <a:solidFill>
              <a:srgbClr val="990033"/>
            </a:solidFill>
            <a:prstDash val="solid"/>
            <a:round/>
            <a:headEnd len="sm" w="sm" type="none"/>
            <a:tailEnd len="sm" w="sm" type="none"/>
          </a:ln>
        </p:spPr>
      </p:cxnSp>
      <p:cxnSp>
        <p:nvCxnSpPr>
          <p:cNvPr id="677" name="Google Shape;677;p37"/>
          <p:cNvCxnSpPr/>
          <p:nvPr/>
        </p:nvCxnSpPr>
        <p:spPr>
          <a:xfrm flipH="1" rot="10800000">
            <a:off x="2026149" y="3632370"/>
            <a:ext cx="1592262" cy="423291"/>
          </a:xfrm>
          <a:prstGeom prst="straightConnector1">
            <a:avLst/>
          </a:prstGeom>
          <a:noFill/>
          <a:ln cap="flat" cmpd="sng" w="28575">
            <a:solidFill>
              <a:srgbClr val="990033"/>
            </a:solidFill>
            <a:prstDash val="solid"/>
            <a:round/>
            <a:headEnd len="sm" w="sm" type="none"/>
            <a:tailEnd len="sm" w="sm" type="none"/>
          </a:ln>
        </p:spPr>
      </p:cxnSp>
      <p:sp>
        <p:nvSpPr>
          <p:cNvPr id="678" name="Google Shape;678;p37"/>
          <p:cNvSpPr/>
          <p:nvPr/>
        </p:nvSpPr>
        <p:spPr>
          <a:xfrm>
            <a:off x="1256211" y="48811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679" name="Google Shape;679;p37"/>
          <p:cNvSpPr/>
          <p:nvPr/>
        </p:nvSpPr>
        <p:spPr>
          <a:xfrm>
            <a:off x="494211" y="33571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680" name="Google Shape;680;p37"/>
          <p:cNvSpPr/>
          <p:nvPr/>
        </p:nvSpPr>
        <p:spPr>
          <a:xfrm>
            <a:off x="2018211" y="21379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
        <p:nvSpPr>
          <p:cNvPr id="681" name="Google Shape;681;p37"/>
          <p:cNvSpPr/>
          <p:nvPr/>
        </p:nvSpPr>
        <p:spPr>
          <a:xfrm>
            <a:off x="3466011" y="33571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682" name="Google Shape;682;p37"/>
          <p:cNvSpPr/>
          <p:nvPr/>
        </p:nvSpPr>
        <p:spPr>
          <a:xfrm>
            <a:off x="1942011" y="38905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f</a:t>
            </a:r>
            <a:endParaRPr/>
          </a:p>
        </p:txBody>
      </p:sp>
      <p:sp>
        <p:nvSpPr>
          <p:cNvPr id="683" name="Google Shape;683;p37"/>
          <p:cNvSpPr/>
          <p:nvPr/>
        </p:nvSpPr>
        <p:spPr>
          <a:xfrm>
            <a:off x="2932611" y="488116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684" name="Google Shape;684;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685" name="Google Shape;685;p37"/>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38"/>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691" name="Google Shape;691;p38"/>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692" name="Google Shape;692;p38"/>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693" name="Google Shape;693;p3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694" name="Google Shape;694;p38"/>
          <p:cNvSpPr/>
          <p:nvPr/>
        </p:nvSpPr>
        <p:spPr>
          <a:xfrm>
            <a:off x="5442860" y="2087882"/>
            <a:ext cx="3200400" cy="685800"/>
          </a:xfrm>
          <a:prstGeom prst="rect">
            <a:avLst/>
          </a:prstGeom>
          <a:noFill/>
          <a:ln>
            <a:noFill/>
          </a:ln>
        </p:spPr>
        <p:txBody>
          <a:bodyPr anchorCtr="0" anchor="b" bIns="46025" lIns="92075" spcFirstLastPara="1" rIns="92075" wrap="square" tIns="46025">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b    c    d     e    f   </a:t>
            </a:r>
            <a:endParaRPr sz="4000">
              <a:solidFill>
                <a:srgbClr val="002060"/>
              </a:solidFill>
              <a:latin typeface="Times New Roman"/>
              <a:ea typeface="Times New Roman"/>
              <a:cs typeface="Times New Roman"/>
              <a:sym typeface="Times New Roman"/>
            </a:endParaRPr>
          </a:p>
        </p:txBody>
      </p:sp>
      <p:grpSp>
        <p:nvGrpSpPr>
          <p:cNvPr id="695" name="Google Shape;695;p38"/>
          <p:cNvGrpSpPr/>
          <p:nvPr/>
        </p:nvGrpSpPr>
        <p:grpSpPr>
          <a:xfrm>
            <a:off x="5290460" y="3002282"/>
            <a:ext cx="3276600" cy="2971800"/>
            <a:chOff x="3168" y="1824"/>
            <a:chExt cx="1776" cy="1440"/>
          </a:xfrm>
        </p:grpSpPr>
        <p:grpSp>
          <p:nvGrpSpPr>
            <p:cNvPr id="696" name="Google Shape;696;p38"/>
            <p:cNvGrpSpPr/>
            <p:nvPr/>
          </p:nvGrpSpPr>
          <p:grpSpPr>
            <a:xfrm>
              <a:off x="3168" y="1824"/>
              <a:ext cx="192" cy="1440"/>
              <a:chOff x="2928" y="1824"/>
              <a:chExt cx="192" cy="1440"/>
            </a:xfrm>
          </p:grpSpPr>
          <p:cxnSp>
            <p:nvCxnSpPr>
              <p:cNvPr id="697" name="Google Shape;697;p38"/>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698" name="Google Shape;698;p38"/>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699" name="Google Shape;699;p38"/>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nvGrpSpPr>
            <p:cNvPr id="700" name="Google Shape;700;p38"/>
            <p:cNvGrpSpPr/>
            <p:nvPr/>
          </p:nvGrpSpPr>
          <p:grpSpPr>
            <a:xfrm flipH="1">
              <a:off x="4752" y="1824"/>
              <a:ext cx="192" cy="1440"/>
              <a:chOff x="2928" y="1824"/>
              <a:chExt cx="192" cy="1440"/>
            </a:xfrm>
          </p:grpSpPr>
          <p:cxnSp>
            <p:nvCxnSpPr>
              <p:cNvPr id="701" name="Google Shape;701;p38"/>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702" name="Google Shape;702;p38"/>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703" name="Google Shape;703;p38"/>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sp>
        <p:nvSpPr>
          <p:cNvPr id="704" name="Google Shape;704;p38"/>
          <p:cNvSpPr txBox="1"/>
          <p:nvPr/>
        </p:nvSpPr>
        <p:spPr>
          <a:xfrm>
            <a:off x="4588785" y="2965770"/>
            <a:ext cx="3849131" cy="30777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0    1    0    0     1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b        1    0    1     0    0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c        0    1    0     1    0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d</a:t>
            </a:r>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e</a:t>
            </a:r>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f</a:t>
            </a:r>
            <a:endParaRPr sz="1800">
              <a:solidFill>
                <a:srgbClr val="002060"/>
              </a:solidFill>
              <a:latin typeface="Times New Roman"/>
              <a:ea typeface="Times New Roman"/>
              <a:cs typeface="Times New Roman"/>
              <a:sym typeface="Times New Roman"/>
            </a:endParaRPr>
          </a:p>
        </p:txBody>
      </p:sp>
      <p:sp>
        <p:nvSpPr>
          <p:cNvPr id="705" name="Google Shape;705;p38"/>
          <p:cNvSpPr txBox="1"/>
          <p:nvPr/>
        </p:nvSpPr>
        <p:spPr>
          <a:xfrm>
            <a:off x="4582890" y="2545082"/>
            <a:ext cx="6858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Từ</a:t>
            </a:r>
            <a:endParaRPr sz="1800">
              <a:solidFill>
                <a:srgbClr val="002060"/>
              </a:solidFill>
              <a:latin typeface="Times New Roman"/>
              <a:ea typeface="Times New Roman"/>
              <a:cs typeface="Times New Roman"/>
              <a:sym typeface="Times New Roman"/>
            </a:endParaRPr>
          </a:p>
        </p:txBody>
      </p:sp>
      <p:cxnSp>
        <p:nvCxnSpPr>
          <p:cNvPr id="706" name="Google Shape;706;p38"/>
          <p:cNvCxnSpPr/>
          <p:nvPr/>
        </p:nvCxnSpPr>
        <p:spPr>
          <a:xfrm flipH="1" rot="10800000">
            <a:off x="1295328" y="4066909"/>
            <a:ext cx="754769" cy="838200"/>
          </a:xfrm>
          <a:prstGeom prst="straightConnector1">
            <a:avLst/>
          </a:prstGeom>
          <a:noFill/>
          <a:ln cap="flat" cmpd="sng" w="28575">
            <a:solidFill>
              <a:srgbClr val="C00000"/>
            </a:solidFill>
            <a:prstDash val="solid"/>
            <a:round/>
            <a:headEnd len="sm" w="sm" type="none"/>
            <a:tailEnd len="sm" w="sm" type="none"/>
          </a:ln>
        </p:spPr>
      </p:cxnSp>
      <p:cxnSp>
        <p:nvCxnSpPr>
          <p:cNvPr id="707" name="Google Shape;707;p38"/>
          <p:cNvCxnSpPr/>
          <p:nvPr/>
        </p:nvCxnSpPr>
        <p:spPr>
          <a:xfrm>
            <a:off x="936843" y="3487119"/>
            <a:ext cx="0" cy="1542403"/>
          </a:xfrm>
          <a:prstGeom prst="straightConnector1">
            <a:avLst/>
          </a:prstGeom>
          <a:noFill/>
          <a:ln cap="flat" cmpd="sng" w="28575">
            <a:solidFill>
              <a:srgbClr val="C00000"/>
            </a:solidFill>
            <a:prstDash val="solid"/>
            <a:round/>
            <a:headEnd len="sm" w="sm" type="none"/>
            <a:tailEnd len="sm" w="sm" type="none"/>
          </a:ln>
        </p:spPr>
      </p:cxnSp>
      <p:cxnSp>
        <p:nvCxnSpPr>
          <p:cNvPr id="708" name="Google Shape;708;p38"/>
          <p:cNvCxnSpPr/>
          <p:nvPr/>
        </p:nvCxnSpPr>
        <p:spPr>
          <a:xfrm rot="10800000">
            <a:off x="1508759" y="5057509"/>
            <a:ext cx="1371600" cy="0"/>
          </a:xfrm>
          <a:prstGeom prst="straightConnector1">
            <a:avLst/>
          </a:prstGeom>
          <a:noFill/>
          <a:ln cap="flat" cmpd="sng" w="28575">
            <a:solidFill>
              <a:srgbClr val="C00000"/>
            </a:solidFill>
            <a:prstDash val="solid"/>
            <a:round/>
            <a:headEnd len="sm" w="sm" type="none"/>
            <a:tailEnd len="sm" w="sm" type="none"/>
          </a:ln>
        </p:spPr>
      </p:cxnSp>
      <p:cxnSp>
        <p:nvCxnSpPr>
          <p:cNvPr id="709" name="Google Shape;709;p38"/>
          <p:cNvCxnSpPr/>
          <p:nvPr/>
        </p:nvCxnSpPr>
        <p:spPr>
          <a:xfrm rot="-9551623">
            <a:off x="3351346" y="3573106"/>
            <a:ext cx="53487" cy="1413906"/>
          </a:xfrm>
          <a:prstGeom prst="straightConnector1">
            <a:avLst/>
          </a:prstGeom>
          <a:noFill/>
          <a:ln cap="flat" cmpd="sng" w="28575">
            <a:solidFill>
              <a:srgbClr val="990033"/>
            </a:solidFill>
            <a:prstDash val="solid"/>
            <a:round/>
            <a:headEnd len="sm" w="sm" type="none"/>
            <a:tailEnd len="sm" w="sm" type="none"/>
          </a:ln>
        </p:spPr>
      </p:cxnSp>
      <p:cxnSp>
        <p:nvCxnSpPr>
          <p:cNvPr id="710" name="Google Shape;710;p38"/>
          <p:cNvCxnSpPr/>
          <p:nvPr/>
        </p:nvCxnSpPr>
        <p:spPr>
          <a:xfrm>
            <a:off x="2194559" y="2390509"/>
            <a:ext cx="1295400" cy="972196"/>
          </a:xfrm>
          <a:prstGeom prst="straightConnector1">
            <a:avLst/>
          </a:prstGeom>
          <a:noFill/>
          <a:ln cap="flat" cmpd="sng" w="28575">
            <a:solidFill>
              <a:srgbClr val="A4978A"/>
            </a:solidFill>
            <a:prstDash val="solid"/>
            <a:round/>
            <a:headEnd len="sm" w="sm" type="none"/>
            <a:tailEnd len="sm" w="sm" type="none"/>
          </a:ln>
        </p:spPr>
      </p:cxnSp>
      <p:cxnSp>
        <p:nvCxnSpPr>
          <p:cNvPr id="711" name="Google Shape;711;p38"/>
          <p:cNvCxnSpPr/>
          <p:nvPr/>
        </p:nvCxnSpPr>
        <p:spPr>
          <a:xfrm rot="-5400000">
            <a:off x="823202" y="2161667"/>
            <a:ext cx="1022350" cy="1327633"/>
          </a:xfrm>
          <a:prstGeom prst="straightConnector1">
            <a:avLst/>
          </a:prstGeom>
          <a:noFill/>
          <a:ln cap="flat" cmpd="sng" w="28575">
            <a:solidFill>
              <a:srgbClr val="716355"/>
            </a:solidFill>
            <a:prstDash val="solid"/>
            <a:round/>
            <a:headEnd len="sm" w="sm" type="none"/>
            <a:tailEnd len="sm" w="sm" type="none"/>
          </a:ln>
        </p:spPr>
      </p:cxnSp>
      <p:cxnSp>
        <p:nvCxnSpPr>
          <p:cNvPr id="712" name="Google Shape;712;p38"/>
          <p:cNvCxnSpPr/>
          <p:nvPr/>
        </p:nvCxnSpPr>
        <p:spPr>
          <a:xfrm>
            <a:off x="670560" y="3583631"/>
            <a:ext cx="1371600" cy="419778"/>
          </a:xfrm>
          <a:prstGeom prst="straightConnector1">
            <a:avLst/>
          </a:prstGeom>
          <a:noFill/>
          <a:ln cap="flat" cmpd="sng" w="28575">
            <a:solidFill>
              <a:srgbClr val="C00000"/>
            </a:solidFill>
            <a:prstDash val="solid"/>
            <a:round/>
            <a:headEnd len="sm" w="sm" type="none"/>
            <a:tailEnd len="sm" w="sm" type="none"/>
          </a:ln>
        </p:spPr>
      </p:cxnSp>
      <p:cxnSp>
        <p:nvCxnSpPr>
          <p:cNvPr id="713" name="Google Shape;713;p38"/>
          <p:cNvCxnSpPr/>
          <p:nvPr/>
        </p:nvCxnSpPr>
        <p:spPr>
          <a:xfrm>
            <a:off x="1973896" y="4003409"/>
            <a:ext cx="899381" cy="901700"/>
          </a:xfrm>
          <a:prstGeom prst="straightConnector1">
            <a:avLst/>
          </a:prstGeom>
          <a:noFill/>
          <a:ln cap="flat" cmpd="sng" w="28575">
            <a:solidFill>
              <a:srgbClr val="990033"/>
            </a:solidFill>
            <a:prstDash val="solid"/>
            <a:round/>
            <a:headEnd len="sm" w="sm" type="none"/>
            <a:tailEnd len="sm" w="sm" type="none"/>
          </a:ln>
        </p:spPr>
      </p:cxnSp>
      <p:cxnSp>
        <p:nvCxnSpPr>
          <p:cNvPr id="714" name="Google Shape;714;p38"/>
          <p:cNvCxnSpPr/>
          <p:nvPr/>
        </p:nvCxnSpPr>
        <p:spPr>
          <a:xfrm>
            <a:off x="2042159" y="2314309"/>
            <a:ext cx="0" cy="1689100"/>
          </a:xfrm>
          <a:prstGeom prst="straightConnector1">
            <a:avLst/>
          </a:prstGeom>
          <a:noFill/>
          <a:ln cap="flat" cmpd="sng" w="28575">
            <a:solidFill>
              <a:srgbClr val="A4978A"/>
            </a:solidFill>
            <a:prstDash val="solid"/>
            <a:round/>
            <a:headEnd len="sm" w="sm" type="none"/>
            <a:tailEnd len="sm" w="sm" type="none"/>
          </a:ln>
        </p:spPr>
      </p:cxnSp>
      <p:cxnSp>
        <p:nvCxnSpPr>
          <p:cNvPr id="715" name="Google Shape;715;p38"/>
          <p:cNvCxnSpPr/>
          <p:nvPr/>
        </p:nvCxnSpPr>
        <p:spPr>
          <a:xfrm flipH="1" rot="10800000">
            <a:off x="1973897" y="3580118"/>
            <a:ext cx="1592262" cy="423291"/>
          </a:xfrm>
          <a:prstGeom prst="straightConnector1">
            <a:avLst/>
          </a:prstGeom>
          <a:noFill/>
          <a:ln cap="flat" cmpd="sng" w="28575">
            <a:solidFill>
              <a:srgbClr val="990033"/>
            </a:solidFill>
            <a:prstDash val="solid"/>
            <a:round/>
            <a:headEnd len="sm" w="sm" type="none"/>
            <a:tailEnd len="sm" w="sm" type="none"/>
          </a:ln>
        </p:spPr>
      </p:cxnSp>
      <p:sp>
        <p:nvSpPr>
          <p:cNvPr id="716" name="Google Shape;716;p38"/>
          <p:cNvSpPr/>
          <p:nvPr/>
        </p:nvSpPr>
        <p:spPr>
          <a:xfrm>
            <a:off x="1203959" y="482890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717" name="Google Shape;717;p38"/>
          <p:cNvSpPr/>
          <p:nvPr/>
        </p:nvSpPr>
        <p:spPr>
          <a:xfrm>
            <a:off x="441959" y="330490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718" name="Google Shape;718;p38"/>
          <p:cNvSpPr/>
          <p:nvPr/>
        </p:nvSpPr>
        <p:spPr>
          <a:xfrm>
            <a:off x="1965959" y="208570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
        <p:nvSpPr>
          <p:cNvPr id="719" name="Google Shape;719;p38"/>
          <p:cNvSpPr/>
          <p:nvPr/>
        </p:nvSpPr>
        <p:spPr>
          <a:xfrm>
            <a:off x="3413759" y="330490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720" name="Google Shape;720;p38"/>
          <p:cNvSpPr/>
          <p:nvPr/>
        </p:nvSpPr>
        <p:spPr>
          <a:xfrm>
            <a:off x="1889759" y="383830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f</a:t>
            </a:r>
            <a:endParaRPr/>
          </a:p>
        </p:txBody>
      </p:sp>
      <p:sp>
        <p:nvSpPr>
          <p:cNvPr id="721" name="Google Shape;721;p38"/>
          <p:cNvSpPr/>
          <p:nvPr/>
        </p:nvSpPr>
        <p:spPr>
          <a:xfrm>
            <a:off x="2880359" y="4828909"/>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722" name="Google Shape;722;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723" name="Google Shape;723;p38"/>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39"/>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729" name="Google Shape;729;p39"/>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730" name="Google Shape;730;p39"/>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731" name="Google Shape;731;p3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732" name="Google Shape;732;p39"/>
          <p:cNvSpPr/>
          <p:nvPr/>
        </p:nvSpPr>
        <p:spPr>
          <a:xfrm>
            <a:off x="5455923" y="1957252"/>
            <a:ext cx="3200400" cy="685800"/>
          </a:xfrm>
          <a:prstGeom prst="rect">
            <a:avLst/>
          </a:prstGeom>
          <a:noFill/>
          <a:ln>
            <a:noFill/>
          </a:ln>
        </p:spPr>
        <p:txBody>
          <a:bodyPr anchorCtr="0" anchor="b" bIns="46025" lIns="92075" spcFirstLastPara="1" rIns="92075" wrap="square" tIns="46025">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b    c    d     e    f   </a:t>
            </a:r>
            <a:endParaRPr sz="4000">
              <a:solidFill>
                <a:srgbClr val="002060"/>
              </a:solidFill>
              <a:latin typeface="Times New Roman"/>
              <a:ea typeface="Times New Roman"/>
              <a:cs typeface="Times New Roman"/>
              <a:sym typeface="Times New Roman"/>
            </a:endParaRPr>
          </a:p>
        </p:txBody>
      </p:sp>
      <p:grpSp>
        <p:nvGrpSpPr>
          <p:cNvPr id="733" name="Google Shape;733;p39"/>
          <p:cNvGrpSpPr/>
          <p:nvPr/>
        </p:nvGrpSpPr>
        <p:grpSpPr>
          <a:xfrm>
            <a:off x="5303523" y="2871652"/>
            <a:ext cx="3276600" cy="2971800"/>
            <a:chOff x="3168" y="1824"/>
            <a:chExt cx="1776" cy="1440"/>
          </a:xfrm>
        </p:grpSpPr>
        <p:grpSp>
          <p:nvGrpSpPr>
            <p:cNvPr id="734" name="Google Shape;734;p39"/>
            <p:cNvGrpSpPr/>
            <p:nvPr/>
          </p:nvGrpSpPr>
          <p:grpSpPr>
            <a:xfrm>
              <a:off x="3168" y="1824"/>
              <a:ext cx="192" cy="1440"/>
              <a:chOff x="2928" y="1824"/>
              <a:chExt cx="192" cy="1440"/>
            </a:xfrm>
          </p:grpSpPr>
          <p:cxnSp>
            <p:nvCxnSpPr>
              <p:cNvPr id="735" name="Google Shape;735;p39"/>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736" name="Google Shape;736;p39"/>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737" name="Google Shape;737;p39"/>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nvGrpSpPr>
            <p:cNvPr id="738" name="Google Shape;738;p39"/>
            <p:cNvGrpSpPr/>
            <p:nvPr/>
          </p:nvGrpSpPr>
          <p:grpSpPr>
            <a:xfrm flipH="1">
              <a:off x="4752" y="1824"/>
              <a:ext cx="192" cy="1440"/>
              <a:chOff x="2928" y="1824"/>
              <a:chExt cx="192" cy="1440"/>
            </a:xfrm>
          </p:grpSpPr>
          <p:cxnSp>
            <p:nvCxnSpPr>
              <p:cNvPr id="739" name="Google Shape;739;p39"/>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740" name="Google Shape;740;p39"/>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741" name="Google Shape;741;p39"/>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sp>
        <p:nvSpPr>
          <p:cNvPr id="742" name="Google Shape;742;p39"/>
          <p:cNvSpPr txBox="1"/>
          <p:nvPr/>
        </p:nvSpPr>
        <p:spPr>
          <a:xfrm>
            <a:off x="4601848" y="2835140"/>
            <a:ext cx="3849688" cy="30781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0    1    0    0     1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b        1    0    1     0    0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c        0    1    0     1    0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d</a:t>
            </a:r>
            <a:endParaRPr/>
          </a:p>
          <a:p>
            <a:pPr indent="0" lvl="0" marL="0" marR="0" rtl="0" algn="l">
              <a:spcBef>
                <a:spcPts val="0"/>
              </a:spcBef>
              <a:spcAft>
                <a:spcPts val="0"/>
              </a:spcAft>
              <a:buNone/>
            </a:pPr>
            <a:r>
              <a:t/>
            </a:r>
            <a:endParaRPr b="1"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e</a:t>
            </a:r>
            <a:endParaRPr/>
          </a:p>
          <a:p>
            <a:pPr indent="0" lvl="0" marL="0" marR="0" rtl="0" algn="l">
              <a:spcBef>
                <a:spcPts val="0"/>
              </a:spcBef>
              <a:spcAft>
                <a:spcPts val="0"/>
              </a:spcAft>
              <a:buNone/>
            </a:pPr>
            <a:r>
              <a:t/>
            </a:r>
            <a:endParaRPr b="1"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f</a:t>
            </a:r>
            <a:endParaRPr b="1" sz="1800">
              <a:solidFill>
                <a:srgbClr val="002060"/>
              </a:solidFill>
              <a:latin typeface="Times New Roman"/>
              <a:ea typeface="Times New Roman"/>
              <a:cs typeface="Times New Roman"/>
              <a:sym typeface="Times New Roman"/>
            </a:endParaRPr>
          </a:p>
        </p:txBody>
      </p:sp>
      <p:sp>
        <p:nvSpPr>
          <p:cNvPr id="743" name="Google Shape;743;p39"/>
          <p:cNvSpPr txBox="1"/>
          <p:nvPr/>
        </p:nvSpPr>
        <p:spPr>
          <a:xfrm>
            <a:off x="4454210" y="2414452"/>
            <a:ext cx="522288"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Từ</a:t>
            </a:r>
            <a:endParaRPr sz="1800">
              <a:solidFill>
                <a:srgbClr val="002060"/>
              </a:solidFill>
              <a:latin typeface="Times New Roman"/>
              <a:ea typeface="Times New Roman"/>
              <a:cs typeface="Times New Roman"/>
              <a:sym typeface="Times New Roman"/>
            </a:endParaRPr>
          </a:p>
        </p:txBody>
      </p:sp>
      <p:cxnSp>
        <p:nvCxnSpPr>
          <p:cNvPr id="744" name="Google Shape;744;p39"/>
          <p:cNvCxnSpPr/>
          <p:nvPr/>
        </p:nvCxnSpPr>
        <p:spPr>
          <a:xfrm flipH="1" rot="10800000">
            <a:off x="1334517" y="4171413"/>
            <a:ext cx="754769" cy="838200"/>
          </a:xfrm>
          <a:prstGeom prst="straightConnector1">
            <a:avLst/>
          </a:prstGeom>
          <a:noFill/>
          <a:ln cap="flat" cmpd="sng" w="28575">
            <a:solidFill>
              <a:srgbClr val="A4978A"/>
            </a:solidFill>
            <a:prstDash val="solid"/>
            <a:round/>
            <a:headEnd len="sm" w="sm" type="none"/>
            <a:tailEnd len="sm" w="sm" type="none"/>
          </a:ln>
        </p:spPr>
      </p:cxnSp>
      <p:cxnSp>
        <p:nvCxnSpPr>
          <p:cNvPr id="745" name="Google Shape;745;p39"/>
          <p:cNvCxnSpPr/>
          <p:nvPr/>
        </p:nvCxnSpPr>
        <p:spPr>
          <a:xfrm>
            <a:off x="976032" y="3591623"/>
            <a:ext cx="0" cy="1542403"/>
          </a:xfrm>
          <a:prstGeom prst="straightConnector1">
            <a:avLst/>
          </a:prstGeom>
          <a:noFill/>
          <a:ln cap="flat" cmpd="sng" w="28575">
            <a:solidFill>
              <a:srgbClr val="C00000"/>
            </a:solidFill>
            <a:prstDash val="solid"/>
            <a:round/>
            <a:headEnd len="sm" w="sm" type="none"/>
            <a:tailEnd len="sm" w="sm" type="none"/>
          </a:ln>
        </p:spPr>
      </p:cxnSp>
      <p:cxnSp>
        <p:nvCxnSpPr>
          <p:cNvPr id="746" name="Google Shape;746;p39"/>
          <p:cNvCxnSpPr/>
          <p:nvPr/>
        </p:nvCxnSpPr>
        <p:spPr>
          <a:xfrm rot="10800000">
            <a:off x="1547948" y="5162013"/>
            <a:ext cx="1371600" cy="0"/>
          </a:xfrm>
          <a:prstGeom prst="straightConnector1">
            <a:avLst/>
          </a:prstGeom>
          <a:noFill/>
          <a:ln cap="flat" cmpd="sng" w="28575">
            <a:solidFill>
              <a:srgbClr val="A4978A"/>
            </a:solidFill>
            <a:prstDash val="solid"/>
            <a:round/>
            <a:headEnd len="sm" w="sm" type="none"/>
            <a:tailEnd len="sm" w="sm" type="none"/>
          </a:ln>
        </p:spPr>
      </p:cxnSp>
      <p:cxnSp>
        <p:nvCxnSpPr>
          <p:cNvPr id="747" name="Google Shape;747;p39"/>
          <p:cNvCxnSpPr/>
          <p:nvPr/>
        </p:nvCxnSpPr>
        <p:spPr>
          <a:xfrm rot="-9551623">
            <a:off x="3390535" y="3677610"/>
            <a:ext cx="53487" cy="1413906"/>
          </a:xfrm>
          <a:prstGeom prst="straightConnector1">
            <a:avLst/>
          </a:prstGeom>
          <a:noFill/>
          <a:ln cap="flat" cmpd="sng" w="28575">
            <a:solidFill>
              <a:srgbClr val="A4978A"/>
            </a:solidFill>
            <a:prstDash val="solid"/>
            <a:round/>
            <a:headEnd len="sm" w="sm" type="none"/>
            <a:tailEnd len="sm" w="sm" type="none"/>
          </a:ln>
        </p:spPr>
      </p:cxnSp>
      <p:cxnSp>
        <p:nvCxnSpPr>
          <p:cNvPr id="748" name="Google Shape;748;p39"/>
          <p:cNvCxnSpPr/>
          <p:nvPr/>
        </p:nvCxnSpPr>
        <p:spPr>
          <a:xfrm>
            <a:off x="2233748" y="2495013"/>
            <a:ext cx="1295400" cy="972196"/>
          </a:xfrm>
          <a:prstGeom prst="straightConnector1">
            <a:avLst/>
          </a:prstGeom>
          <a:noFill/>
          <a:ln cap="flat" cmpd="sng" w="28575">
            <a:solidFill>
              <a:srgbClr val="A4978A"/>
            </a:solidFill>
            <a:prstDash val="solid"/>
            <a:round/>
            <a:headEnd len="sm" w="sm" type="none"/>
            <a:tailEnd len="sm" w="sm" type="none"/>
          </a:ln>
        </p:spPr>
      </p:cxnSp>
      <p:cxnSp>
        <p:nvCxnSpPr>
          <p:cNvPr id="749" name="Google Shape;749;p39"/>
          <p:cNvCxnSpPr/>
          <p:nvPr/>
        </p:nvCxnSpPr>
        <p:spPr>
          <a:xfrm rot="-5400000">
            <a:off x="862391" y="2266171"/>
            <a:ext cx="1022350" cy="1327633"/>
          </a:xfrm>
          <a:prstGeom prst="straightConnector1">
            <a:avLst/>
          </a:prstGeom>
          <a:noFill/>
          <a:ln cap="flat" cmpd="sng" w="28575">
            <a:solidFill>
              <a:srgbClr val="C00000"/>
            </a:solidFill>
            <a:prstDash val="solid"/>
            <a:round/>
            <a:headEnd len="sm" w="sm" type="none"/>
            <a:tailEnd len="sm" w="sm" type="none"/>
          </a:ln>
        </p:spPr>
      </p:cxnSp>
      <p:cxnSp>
        <p:nvCxnSpPr>
          <p:cNvPr id="750" name="Google Shape;750;p39"/>
          <p:cNvCxnSpPr/>
          <p:nvPr/>
        </p:nvCxnSpPr>
        <p:spPr>
          <a:xfrm>
            <a:off x="709749" y="3688135"/>
            <a:ext cx="1371600" cy="419778"/>
          </a:xfrm>
          <a:prstGeom prst="straightConnector1">
            <a:avLst/>
          </a:prstGeom>
          <a:noFill/>
          <a:ln cap="flat" cmpd="sng" w="28575">
            <a:solidFill>
              <a:srgbClr val="A4978A"/>
            </a:solidFill>
            <a:prstDash val="solid"/>
            <a:round/>
            <a:headEnd len="sm" w="sm" type="none"/>
            <a:tailEnd len="sm" w="sm" type="none"/>
          </a:ln>
        </p:spPr>
      </p:cxnSp>
      <p:cxnSp>
        <p:nvCxnSpPr>
          <p:cNvPr id="751" name="Google Shape;751;p39"/>
          <p:cNvCxnSpPr/>
          <p:nvPr/>
        </p:nvCxnSpPr>
        <p:spPr>
          <a:xfrm>
            <a:off x="2013085" y="4107913"/>
            <a:ext cx="899381" cy="901700"/>
          </a:xfrm>
          <a:prstGeom prst="straightConnector1">
            <a:avLst/>
          </a:prstGeom>
          <a:noFill/>
          <a:ln cap="flat" cmpd="sng" w="28575">
            <a:solidFill>
              <a:srgbClr val="A4978A"/>
            </a:solidFill>
            <a:prstDash val="solid"/>
            <a:round/>
            <a:headEnd len="sm" w="sm" type="none"/>
            <a:tailEnd len="sm" w="sm" type="none"/>
          </a:ln>
        </p:spPr>
      </p:cxnSp>
      <p:cxnSp>
        <p:nvCxnSpPr>
          <p:cNvPr id="752" name="Google Shape;752;p39"/>
          <p:cNvCxnSpPr/>
          <p:nvPr/>
        </p:nvCxnSpPr>
        <p:spPr>
          <a:xfrm>
            <a:off x="2081348" y="2418813"/>
            <a:ext cx="0" cy="1689100"/>
          </a:xfrm>
          <a:prstGeom prst="straightConnector1">
            <a:avLst/>
          </a:prstGeom>
          <a:noFill/>
          <a:ln cap="flat" cmpd="sng" w="28575">
            <a:solidFill>
              <a:srgbClr val="A4978A"/>
            </a:solidFill>
            <a:prstDash val="solid"/>
            <a:round/>
            <a:headEnd len="sm" w="sm" type="none"/>
            <a:tailEnd len="sm" w="sm" type="none"/>
          </a:ln>
        </p:spPr>
      </p:cxnSp>
      <p:cxnSp>
        <p:nvCxnSpPr>
          <p:cNvPr id="753" name="Google Shape;753;p39"/>
          <p:cNvCxnSpPr/>
          <p:nvPr/>
        </p:nvCxnSpPr>
        <p:spPr>
          <a:xfrm flipH="1" rot="10800000">
            <a:off x="2013086" y="3684622"/>
            <a:ext cx="1592262" cy="423291"/>
          </a:xfrm>
          <a:prstGeom prst="straightConnector1">
            <a:avLst/>
          </a:prstGeom>
          <a:noFill/>
          <a:ln cap="flat" cmpd="sng" w="28575">
            <a:solidFill>
              <a:srgbClr val="A4978A"/>
            </a:solidFill>
            <a:prstDash val="solid"/>
            <a:round/>
            <a:headEnd len="sm" w="sm" type="none"/>
            <a:tailEnd len="sm" w="sm" type="none"/>
          </a:ln>
        </p:spPr>
      </p:cxnSp>
      <p:sp>
        <p:nvSpPr>
          <p:cNvPr id="754" name="Google Shape;754;p39"/>
          <p:cNvSpPr/>
          <p:nvPr/>
        </p:nvSpPr>
        <p:spPr>
          <a:xfrm>
            <a:off x="1243148" y="4933413"/>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755" name="Google Shape;755;p39"/>
          <p:cNvSpPr/>
          <p:nvPr/>
        </p:nvSpPr>
        <p:spPr>
          <a:xfrm>
            <a:off x="481148" y="3409413"/>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756" name="Google Shape;756;p39"/>
          <p:cNvSpPr/>
          <p:nvPr/>
        </p:nvSpPr>
        <p:spPr>
          <a:xfrm>
            <a:off x="2005148" y="2190213"/>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
        <p:nvSpPr>
          <p:cNvPr id="757" name="Google Shape;757;p39"/>
          <p:cNvSpPr/>
          <p:nvPr/>
        </p:nvSpPr>
        <p:spPr>
          <a:xfrm>
            <a:off x="3452948" y="3409413"/>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758" name="Google Shape;758;p39"/>
          <p:cNvSpPr/>
          <p:nvPr/>
        </p:nvSpPr>
        <p:spPr>
          <a:xfrm>
            <a:off x="1928948" y="3942813"/>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f</a:t>
            </a:r>
            <a:endParaRPr/>
          </a:p>
        </p:txBody>
      </p:sp>
      <p:sp>
        <p:nvSpPr>
          <p:cNvPr id="759" name="Google Shape;759;p39"/>
          <p:cNvSpPr/>
          <p:nvPr/>
        </p:nvSpPr>
        <p:spPr>
          <a:xfrm>
            <a:off x="2919548" y="4933413"/>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760" name="Google Shape;760;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761" name="Google Shape;761;p39"/>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40"/>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767" name="Google Shape;767;p40"/>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768" name="Google Shape;768;p40"/>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769" name="Google Shape;769;p4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770" name="Google Shape;770;p40"/>
          <p:cNvSpPr/>
          <p:nvPr/>
        </p:nvSpPr>
        <p:spPr>
          <a:xfrm>
            <a:off x="5521238" y="1957252"/>
            <a:ext cx="3200400" cy="685800"/>
          </a:xfrm>
          <a:prstGeom prst="rect">
            <a:avLst/>
          </a:prstGeom>
          <a:noFill/>
          <a:ln>
            <a:noFill/>
          </a:ln>
        </p:spPr>
        <p:txBody>
          <a:bodyPr anchorCtr="0" anchor="b" bIns="46025" lIns="92075" spcFirstLastPara="1" rIns="92075" wrap="square" tIns="46025">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b    c    d     e    f   </a:t>
            </a:r>
            <a:endParaRPr sz="4000">
              <a:solidFill>
                <a:srgbClr val="002060"/>
              </a:solidFill>
              <a:latin typeface="Times New Roman"/>
              <a:ea typeface="Times New Roman"/>
              <a:cs typeface="Times New Roman"/>
              <a:sym typeface="Times New Roman"/>
            </a:endParaRPr>
          </a:p>
        </p:txBody>
      </p:sp>
      <p:grpSp>
        <p:nvGrpSpPr>
          <p:cNvPr id="771" name="Google Shape;771;p40"/>
          <p:cNvGrpSpPr/>
          <p:nvPr/>
        </p:nvGrpSpPr>
        <p:grpSpPr>
          <a:xfrm>
            <a:off x="5368838" y="2871652"/>
            <a:ext cx="3276600" cy="2971800"/>
            <a:chOff x="3168" y="1824"/>
            <a:chExt cx="1776" cy="1440"/>
          </a:xfrm>
        </p:grpSpPr>
        <p:grpSp>
          <p:nvGrpSpPr>
            <p:cNvPr id="772" name="Google Shape;772;p40"/>
            <p:cNvGrpSpPr/>
            <p:nvPr/>
          </p:nvGrpSpPr>
          <p:grpSpPr>
            <a:xfrm>
              <a:off x="3168" y="1824"/>
              <a:ext cx="192" cy="1440"/>
              <a:chOff x="2928" y="1824"/>
              <a:chExt cx="192" cy="1440"/>
            </a:xfrm>
          </p:grpSpPr>
          <p:cxnSp>
            <p:nvCxnSpPr>
              <p:cNvPr id="773" name="Google Shape;773;p40"/>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774" name="Google Shape;774;p40"/>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775" name="Google Shape;775;p40"/>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nvGrpSpPr>
            <p:cNvPr id="776" name="Google Shape;776;p40"/>
            <p:cNvGrpSpPr/>
            <p:nvPr/>
          </p:nvGrpSpPr>
          <p:grpSpPr>
            <a:xfrm flipH="1">
              <a:off x="4752" y="1824"/>
              <a:ext cx="192" cy="1440"/>
              <a:chOff x="2928" y="1824"/>
              <a:chExt cx="192" cy="1440"/>
            </a:xfrm>
          </p:grpSpPr>
          <p:cxnSp>
            <p:nvCxnSpPr>
              <p:cNvPr id="777" name="Google Shape;777;p40"/>
              <p:cNvCxnSpPr/>
              <p:nvPr/>
            </p:nvCxnSpPr>
            <p:spPr>
              <a:xfrm>
                <a:off x="2928" y="1824"/>
                <a:ext cx="192" cy="0"/>
              </a:xfrm>
              <a:prstGeom prst="straightConnector1">
                <a:avLst/>
              </a:prstGeom>
              <a:noFill/>
              <a:ln cap="flat" cmpd="sng" w="38100">
                <a:solidFill>
                  <a:srgbClr val="FF0000"/>
                </a:solidFill>
                <a:prstDash val="solid"/>
                <a:round/>
                <a:headEnd len="sm" w="sm" type="none"/>
                <a:tailEnd len="sm" w="sm" type="none"/>
              </a:ln>
            </p:spPr>
          </p:cxnSp>
          <p:cxnSp>
            <p:nvCxnSpPr>
              <p:cNvPr id="778" name="Google Shape;778;p40"/>
              <p:cNvCxnSpPr/>
              <p:nvPr/>
            </p:nvCxnSpPr>
            <p:spPr>
              <a:xfrm>
                <a:off x="2928" y="3264"/>
                <a:ext cx="192" cy="0"/>
              </a:xfrm>
              <a:prstGeom prst="straightConnector1">
                <a:avLst/>
              </a:prstGeom>
              <a:noFill/>
              <a:ln cap="flat" cmpd="sng" w="38100">
                <a:solidFill>
                  <a:srgbClr val="FF0000"/>
                </a:solidFill>
                <a:prstDash val="solid"/>
                <a:round/>
                <a:headEnd len="sm" w="sm" type="none"/>
                <a:tailEnd len="sm" w="sm" type="none"/>
              </a:ln>
            </p:spPr>
          </p:cxnSp>
          <p:cxnSp>
            <p:nvCxnSpPr>
              <p:cNvPr id="779" name="Google Shape;779;p40"/>
              <p:cNvCxnSpPr/>
              <p:nvPr/>
            </p:nvCxnSpPr>
            <p:spPr>
              <a:xfrm>
                <a:off x="2928" y="1824"/>
                <a:ext cx="0" cy="1440"/>
              </a:xfrm>
              <a:prstGeom prst="straightConnector1">
                <a:avLst/>
              </a:prstGeom>
              <a:noFill/>
              <a:ln cap="flat" cmpd="sng" w="38100">
                <a:solidFill>
                  <a:srgbClr val="FF0000"/>
                </a:solidFill>
                <a:prstDash val="solid"/>
                <a:round/>
                <a:headEnd len="sm" w="sm" type="none"/>
                <a:tailEnd len="sm" w="sm" type="none"/>
              </a:ln>
            </p:spPr>
          </p:cxnSp>
        </p:grpSp>
      </p:grpSp>
      <p:sp>
        <p:nvSpPr>
          <p:cNvPr id="780" name="Google Shape;780;p40"/>
          <p:cNvSpPr txBox="1"/>
          <p:nvPr/>
        </p:nvSpPr>
        <p:spPr>
          <a:xfrm>
            <a:off x="4667163" y="2835140"/>
            <a:ext cx="3849131" cy="30777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a        0    1    0    0     1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b        1    0    1     0    0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c        0    1    0     1    0    1</a:t>
            </a:r>
            <a:endParaRPr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d        0    0    1     0    1    1</a:t>
            </a:r>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e        1    0    0     1    0    1</a:t>
            </a:r>
            <a:endParaRPr/>
          </a:p>
          <a:p>
            <a:pPr indent="0" lvl="0" marL="0" marR="0" rtl="0" algn="l">
              <a:spcBef>
                <a:spcPts val="0"/>
              </a:spcBef>
              <a:spcAft>
                <a:spcPts val="0"/>
              </a:spcAft>
              <a:buNone/>
            </a:pPr>
            <a:r>
              <a:t/>
            </a:r>
            <a:endParaRPr sz="10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f         1    1    1     1    1    0</a:t>
            </a:r>
            <a:endParaRPr sz="1800">
              <a:solidFill>
                <a:srgbClr val="002060"/>
              </a:solidFill>
              <a:latin typeface="Times New Roman"/>
              <a:ea typeface="Times New Roman"/>
              <a:cs typeface="Times New Roman"/>
              <a:sym typeface="Times New Roman"/>
            </a:endParaRPr>
          </a:p>
        </p:txBody>
      </p:sp>
      <p:sp>
        <p:nvSpPr>
          <p:cNvPr id="781" name="Google Shape;781;p40"/>
          <p:cNvSpPr txBox="1"/>
          <p:nvPr/>
        </p:nvSpPr>
        <p:spPr>
          <a:xfrm>
            <a:off x="4667163" y="2375270"/>
            <a:ext cx="7556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Từ</a:t>
            </a:r>
            <a:endParaRPr sz="1800">
              <a:solidFill>
                <a:srgbClr val="002060"/>
              </a:solidFill>
              <a:latin typeface="Times New Roman"/>
              <a:ea typeface="Times New Roman"/>
              <a:cs typeface="Times New Roman"/>
              <a:sym typeface="Times New Roman"/>
            </a:endParaRPr>
          </a:p>
        </p:txBody>
      </p:sp>
      <p:cxnSp>
        <p:nvCxnSpPr>
          <p:cNvPr id="782" name="Google Shape;782;p40"/>
          <p:cNvCxnSpPr/>
          <p:nvPr/>
        </p:nvCxnSpPr>
        <p:spPr>
          <a:xfrm flipH="1" rot="10800000">
            <a:off x="1269202" y="4079972"/>
            <a:ext cx="754769" cy="838200"/>
          </a:xfrm>
          <a:prstGeom prst="straightConnector1">
            <a:avLst/>
          </a:prstGeom>
          <a:noFill/>
          <a:ln cap="flat" cmpd="sng" w="28575">
            <a:solidFill>
              <a:srgbClr val="FF0000"/>
            </a:solidFill>
            <a:prstDash val="solid"/>
            <a:round/>
            <a:headEnd len="sm" w="sm" type="none"/>
            <a:tailEnd len="sm" w="sm" type="none"/>
          </a:ln>
        </p:spPr>
      </p:cxnSp>
      <p:cxnSp>
        <p:nvCxnSpPr>
          <p:cNvPr id="783" name="Google Shape;783;p40"/>
          <p:cNvCxnSpPr/>
          <p:nvPr/>
        </p:nvCxnSpPr>
        <p:spPr>
          <a:xfrm>
            <a:off x="910717" y="3500182"/>
            <a:ext cx="0" cy="1542403"/>
          </a:xfrm>
          <a:prstGeom prst="straightConnector1">
            <a:avLst/>
          </a:prstGeom>
          <a:noFill/>
          <a:ln cap="flat" cmpd="sng" w="28575">
            <a:solidFill>
              <a:srgbClr val="FF0000"/>
            </a:solidFill>
            <a:prstDash val="solid"/>
            <a:round/>
            <a:headEnd len="sm" w="sm" type="none"/>
            <a:tailEnd len="sm" w="sm" type="none"/>
          </a:ln>
        </p:spPr>
      </p:cxnSp>
      <p:cxnSp>
        <p:nvCxnSpPr>
          <p:cNvPr id="784" name="Google Shape;784;p40"/>
          <p:cNvCxnSpPr/>
          <p:nvPr/>
        </p:nvCxnSpPr>
        <p:spPr>
          <a:xfrm rot="10800000">
            <a:off x="1482633" y="5070572"/>
            <a:ext cx="1371600" cy="0"/>
          </a:xfrm>
          <a:prstGeom prst="straightConnector1">
            <a:avLst/>
          </a:prstGeom>
          <a:noFill/>
          <a:ln cap="flat" cmpd="sng" w="28575">
            <a:solidFill>
              <a:srgbClr val="FF0000"/>
            </a:solidFill>
            <a:prstDash val="solid"/>
            <a:round/>
            <a:headEnd len="sm" w="sm" type="none"/>
            <a:tailEnd len="sm" w="sm" type="none"/>
          </a:ln>
        </p:spPr>
      </p:cxnSp>
      <p:cxnSp>
        <p:nvCxnSpPr>
          <p:cNvPr id="785" name="Google Shape;785;p40"/>
          <p:cNvCxnSpPr/>
          <p:nvPr/>
        </p:nvCxnSpPr>
        <p:spPr>
          <a:xfrm rot="-9551623">
            <a:off x="3325220" y="3586169"/>
            <a:ext cx="53487" cy="1413906"/>
          </a:xfrm>
          <a:prstGeom prst="straightConnector1">
            <a:avLst/>
          </a:prstGeom>
          <a:noFill/>
          <a:ln cap="flat" cmpd="sng" w="28575">
            <a:solidFill>
              <a:srgbClr val="FF0000"/>
            </a:solidFill>
            <a:prstDash val="solid"/>
            <a:round/>
            <a:headEnd len="sm" w="sm" type="none"/>
            <a:tailEnd len="sm" w="sm" type="none"/>
          </a:ln>
        </p:spPr>
      </p:cxnSp>
      <p:cxnSp>
        <p:nvCxnSpPr>
          <p:cNvPr id="786" name="Google Shape;786;p40"/>
          <p:cNvCxnSpPr/>
          <p:nvPr/>
        </p:nvCxnSpPr>
        <p:spPr>
          <a:xfrm>
            <a:off x="2168433" y="2403572"/>
            <a:ext cx="1295400" cy="972196"/>
          </a:xfrm>
          <a:prstGeom prst="straightConnector1">
            <a:avLst/>
          </a:prstGeom>
          <a:noFill/>
          <a:ln cap="flat" cmpd="sng" w="28575">
            <a:solidFill>
              <a:srgbClr val="FF0000"/>
            </a:solidFill>
            <a:prstDash val="solid"/>
            <a:round/>
            <a:headEnd len="sm" w="sm" type="none"/>
            <a:tailEnd len="sm" w="sm" type="none"/>
          </a:ln>
        </p:spPr>
      </p:cxnSp>
      <p:cxnSp>
        <p:nvCxnSpPr>
          <p:cNvPr id="787" name="Google Shape;787;p40"/>
          <p:cNvCxnSpPr/>
          <p:nvPr/>
        </p:nvCxnSpPr>
        <p:spPr>
          <a:xfrm rot="-5400000">
            <a:off x="797076" y="2174730"/>
            <a:ext cx="1022350" cy="1327633"/>
          </a:xfrm>
          <a:prstGeom prst="straightConnector1">
            <a:avLst/>
          </a:prstGeom>
          <a:noFill/>
          <a:ln cap="flat" cmpd="sng" w="28575">
            <a:solidFill>
              <a:srgbClr val="FF0000"/>
            </a:solidFill>
            <a:prstDash val="solid"/>
            <a:round/>
            <a:headEnd len="sm" w="sm" type="none"/>
            <a:tailEnd len="sm" w="sm" type="none"/>
          </a:ln>
        </p:spPr>
      </p:cxnSp>
      <p:cxnSp>
        <p:nvCxnSpPr>
          <p:cNvPr id="788" name="Google Shape;788;p40"/>
          <p:cNvCxnSpPr/>
          <p:nvPr/>
        </p:nvCxnSpPr>
        <p:spPr>
          <a:xfrm>
            <a:off x="644434" y="3596694"/>
            <a:ext cx="1371600" cy="419778"/>
          </a:xfrm>
          <a:prstGeom prst="straightConnector1">
            <a:avLst/>
          </a:prstGeom>
          <a:noFill/>
          <a:ln cap="flat" cmpd="sng" w="28575">
            <a:solidFill>
              <a:srgbClr val="FF0000"/>
            </a:solidFill>
            <a:prstDash val="solid"/>
            <a:round/>
            <a:headEnd len="sm" w="sm" type="none"/>
            <a:tailEnd len="sm" w="sm" type="none"/>
          </a:ln>
        </p:spPr>
      </p:cxnSp>
      <p:cxnSp>
        <p:nvCxnSpPr>
          <p:cNvPr id="789" name="Google Shape;789;p40"/>
          <p:cNvCxnSpPr/>
          <p:nvPr/>
        </p:nvCxnSpPr>
        <p:spPr>
          <a:xfrm>
            <a:off x="1947770" y="4016472"/>
            <a:ext cx="975385" cy="977900"/>
          </a:xfrm>
          <a:prstGeom prst="straightConnector1">
            <a:avLst/>
          </a:prstGeom>
          <a:noFill/>
          <a:ln cap="flat" cmpd="sng" w="28575">
            <a:solidFill>
              <a:srgbClr val="FF0000"/>
            </a:solidFill>
            <a:prstDash val="solid"/>
            <a:round/>
            <a:headEnd len="sm" w="sm" type="none"/>
            <a:tailEnd len="sm" w="sm" type="none"/>
          </a:ln>
        </p:spPr>
      </p:cxnSp>
      <p:cxnSp>
        <p:nvCxnSpPr>
          <p:cNvPr id="790" name="Google Shape;790;p40"/>
          <p:cNvCxnSpPr/>
          <p:nvPr/>
        </p:nvCxnSpPr>
        <p:spPr>
          <a:xfrm>
            <a:off x="2016033" y="2327372"/>
            <a:ext cx="0" cy="1689100"/>
          </a:xfrm>
          <a:prstGeom prst="straightConnector1">
            <a:avLst/>
          </a:prstGeom>
          <a:noFill/>
          <a:ln cap="flat" cmpd="sng" w="28575">
            <a:solidFill>
              <a:srgbClr val="FF0000"/>
            </a:solidFill>
            <a:prstDash val="solid"/>
            <a:round/>
            <a:headEnd len="sm" w="sm" type="none"/>
            <a:tailEnd len="sm" w="sm" type="none"/>
          </a:ln>
        </p:spPr>
      </p:cxnSp>
      <p:cxnSp>
        <p:nvCxnSpPr>
          <p:cNvPr id="791" name="Google Shape;791;p40"/>
          <p:cNvCxnSpPr/>
          <p:nvPr/>
        </p:nvCxnSpPr>
        <p:spPr>
          <a:xfrm flipH="1" rot="10800000">
            <a:off x="1947771" y="3593181"/>
            <a:ext cx="1592262" cy="423291"/>
          </a:xfrm>
          <a:prstGeom prst="straightConnector1">
            <a:avLst/>
          </a:prstGeom>
          <a:noFill/>
          <a:ln cap="flat" cmpd="sng" w="28575">
            <a:solidFill>
              <a:srgbClr val="FF0000"/>
            </a:solidFill>
            <a:prstDash val="solid"/>
            <a:round/>
            <a:headEnd len="sm" w="sm" type="none"/>
            <a:tailEnd len="sm" w="sm" type="none"/>
          </a:ln>
        </p:spPr>
      </p:cxnSp>
      <p:sp>
        <p:nvSpPr>
          <p:cNvPr id="792" name="Google Shape;792;p40"/>
          <p:cNvSpPr/>
          <p:nvPr/>
        </p:nvSpPr>
        <p:spPr>
          <a:xfrm>
            <a:off x="1177833" y="4841972"/>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793" name="Google Shape;793;p40"/>
          <p:cNvSpPr/>
          <p:nvPr/>
        </p:nvSpPr>
        <p:spPr>
          <a:xfrm>
            <a:off x="415833" y="3317972"/>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794" name="Google Shape;794;p40"/>
          <p:cNvSpPr/>
          <p:nvPr/>
        </p:nvSpPr>
        <p:spPr>
          <a:xfrm>
            <a:off x="1939833" y="2098772"/>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
        <p:nvSpPr>
          <p:cNvPr id="795" name="Google Shape;795;p40"/>
          <p:cNvSpPr/>
          <p:nvPr/>
        </p:nvSpPr>
        <p:spPr>
          <a:xfrm>
            <a:off x="3387633" y="3317972"/>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796" name="Google Shape;796;p40"/>
          <p:cNvSpPr/>
          <p:nvPr/>
        </p:nvSpPr>
        <p:spPr>
          <a:xfrm>
            <a:off x="1863633" y="3851372"/>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f</a:t>
            </a:r>
            <a:endParaRPr/>
          </a:p>
        </p:txBody>
      </p:sp>
      <p:sp>
        <p:nvSpPr>
          <p:cNvPr id="797" name="Google Shape;797;p40"/>
          <p:cNvSpPr/>
          <p:nvPr/>
        </p:nvSpPr>
        <p:spPr>
          <a:xfrm>
            <a:off x="2854233" y="4841972"/>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798" name="Google Shape;79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799" name="Google Shape;799;p40"/>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41"/>
          <p:cNvSpPr txBox="1"/>
          <p:nvPr>
            <p:ph idx="1" type="body"/>
          </p:nvPr>
        </p:nvSpPr>
        <p:spPr>
          <a:xfrm>
            <a:off x="457200" y="2124399"/>
            <a:ext cx="4038600" cy="4001700"/>
          </a:xfrm>
          <a:prstGeom prst="rect">
            <a:avLst/>
          </a:prstGeom>
          <a:blipFill rotWithShape="1">
            <a:blip r:embed="rId3">
              <a:alphaModFix/>
            </a:blip>
            <a:stretch>
              <a:fillRect b="0" l="-1960" r="-1809" t="-107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sp>
        <p:nvSpPr>
          <p:cNvPr id="806" name="Google Shape;806;p41"/>
          <p:cNvSpPr txBox="1"/>
          <p:nvPr>
            <p:ph idx="2" type="body"/>
          </p:nvPr>
        </p:nvSpPr>
        <p:spPr>
          <a:xfrm>
            <a:off x="4648200" y="2124474"/>
            <a:ext cx="4038600" cy="4001700"/>
          </a:xfrm>
          <a:prstGeom prst="rect">
            <a:avLst/>
          </a:prstGeom>
          <a:solidFill>
            <a:srgbClr val="00B05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lang="en-US" sz="2400">
                <a:solidFill>
                  <a:srgbClr val="002060"/>
                </a:solidFill>
              </a:rPr>
              <a:t>Xây dựng ma trận trọng số </a:t>
            </a:r>
            <a:endParaRPr sz="2400">
              <a:solidFill>
                <a:srgbClr val="002060"/>
              </a:solidFill>
            </a:endParaRPr>
          </a:p>
        </p:txBody>
      </p:sp>
      <p:sp>
        <p:nvSpPr>
          <p:cNvPr id="807" name="Google Shape;807;p41"/>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808" name="Google Shape;808;p4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cxnSp>
        <p:nvCxnSpPr>
          <p:cNvPr id="809" name="Google Shape;809;p41"/>
          <p:cNvCxnSpPr/>
          <p:nvPr/>
        </p:nvCxnSpPr>
        <p:spPr>
          <a:xfrm flipH="1" rot="10800000">
            <a:off x="5934900" y="4616030"/>
            <a:ext cx="754769" cy="838200"/>
          </a:xfrm>
          <a:prstGeom prst="straightConnector1">
            <a:avLst/>
          </a:prstGeom>
          <a:noFill/>
          <a:ln cap="flat" cmpd="sng" w="28575">
            <a:solidFill>
              <a:srgbClr val="FF0000"/>
            </a:solidFill>
            <a:prstDash val="solid"/>
            <a:round/>
            <a:headEnd len="sm" w="sm" type="none"/>
            <a:tailEnd len="sm" w="sm" type="none"/>
          </a:ln>
        </p:spPr>
      </p:cxnSp>
      <p:cxnSp>
        <p:nvCxnSpPr>
          <p:cNvPr id="810" name="Google Shape;810;p41"/>
          <p:cNvCxnSpPr/>
          <p:nvPr/>
        </p:nvCxnSpPr>
        <p:spPr>
          <a:xfrm>
            <a:off x="5561145" y="3992210"/>
            <a:ext cx="0" cy="1542403"/>
          </a:xfrm>
          <a:prstGeom prst="straightConnector1">
            <a:avLst/>
          </a:prstGeom>
          <a:noFill/>
          <a:ln cap="flat" cmpd="sng" w="28575">
            <a:solidFill>
              <a:srgbClr val="FF0000"/>
            </a:solidFill>
            <a:prstDash val="solid"/>
            <a:round/>
            <a:headEnd len="sm" w="sm" type="none"/>
            <a:tailEnd len="sm" w="sm" type="none"/>
          </a:ln>
        </p:spPr>
      </p:cxnSp>
      <p:cxnSp>
        <p:nvCxnSpPr>
          <p:cNvPr id="811" name="Google Shape;811;p41"/>
          <p:cNvCxnSpPr/>
          <p:nvPr/>
        </p:nvCxnSpPr>
        <p:spPr>
          <a:xfrm rot="10800000">
            <a:off x="6133061" y="5562600"/>
            <a:ext cx="1371600" cy="0"/>
          </a:xfrm>
          <a:prstGeom prst="straightConnector1">
            <a:avLst/>
          </a:prstGeom>
          <a:noFill/>
          <a:ln cap="flat" cmpd="sng" w="28575">
            <a:solidFill>
              <a:srgbClr val="FF0000"/>
            </a:solidFill>
            <a:prstDash val="solid"/>
            <a:round/>
            <a:headEnd len="sm" w="sm" type="none"/>
            <a:tailEnd len="sm" w="sm" type="none"/>
          </a:ln>
        </p:spPr>
      </p:cxnSp>
      <p:cxnSp>
        <p:nvCxnSpPr>
          <p:cNvPr id="812" name="Google Shape;812;p41"/>
          <p:cNvCxnSpPr/>
          <p:nvPr/>
        </p:nvCxnSpPr>
        <p:spPr>
          <a:xfrm rot="-9551623">
            <a:off x="7975648" y="4078197"/>
            <a:ext cx="53487" cy="1413906"/>
          </a:xfrm>
          <a:prstGeom prst="straightConnector1">
            <a:avLst/>
          </a:prstGeom>
          <a:noFill/>
          <a:ln cap="flat" cmpd="sng" w="28575">
            <a:solidFill>
              <a:srgbClr val="FF0000"/>
            </a:solidFill>
            <a:prstDash val="solid"/>
            <a:round/>
            <a:headEnd len="sm" w="sm" type="none"/>
            <a:tailEnd len="sm" w="sm" type="none"/>
          </a:ln>
        </p:spPr>
      </p:cxnSp>
      <p:cxnSp>
        <p:nvCxnSpPr>
          <p:cNvPr id="813" name="Google Shape;813;p41"/>
          <p:cNvCxnSpPr/>
          <p:nvPr/>
        </p:nvCxnSpPr>
        <p:spPr>
          <a:xfrm>
            <a:off x="6818861" y="2895600"/>
            <a:ext cx="1295400" cy="972196"/>
          </a:xfrm>
          <a:prstGeom prst="straightConnector1">
            <a:avLst/>
          </a:prstGeom>
          <a:noFill/>
          <a:ln cap="flat" cmpd="sng" w="28575">
            <a:solidFill>
              <a:srgbClr val="FF0000"/>
            </a:solidFill>
            <a:prstDash val="solid"/>
            <a:round/>
            <a:headEnd len="sm" w="sm" type="none"/>
            <a:tailEnd len="sm" w="sm" type="none"/>
          </a:ln>
        </p:spPr>
      </p:cxnSp>
      <p:cxnSp>
        <p:nvCxnSpPr>
          <p:cNvPr id="814" name="Google Shape;814;p41"/>
          <p:cNvCxnSpPr/>
          <p:nvPr/>
        </p:nvCxnSpPr>
        <p:spPr>
          <a:xfrm rot="-5400000">
            <a:off x="5447504" y="2666758"/>
            <a:ext cx="1022350" cy="1327633"/>
          </a:xfrm>
          <a:prstGeom prst="straightConnector1">
            <a:avLst/>
          </a:prstGeom>
          <a:noFill/>
          <a:ln cap="flat" cmpd="sng" w="28575">
            <a:solidFill>
              <a:srgbClr val="FF0000"/>
            </a:solidFill>
            <a:prstDash val="solid"/>
            <a:round/>
            <a:headEnd len="sm" w="sm" type="none"/>
            <a:tailEnd len="sm" w="sm" type="none"/>
          </a:ln>
        </p:spPr>
      </p:cxnSp>
      <p:cxnSp>
        <p:nvCxnSpPr>
          <p:cNvPr id="815" name="Google Shape;815;p41"/>
          <p:cNvCxnSpPr/>
          <p:nvPr/>
        </p:nvCxnSpPr>
        <p:spPr>
          <a:xfrm>
            <a:off x="5294862" y="4088722"/>
            <a:ext cx="1371600" cy="419778"/>
          </a:xfrm>
          <a:prstGeom prst="straightConnector1">
            <a:avLst/>
          </a:prstGeom>
          <a:noFill/>
          <a:ln cap="flat" cmpd="sng" w="28575">
            <a:solidFill>
              <a:srgbClr val="FF0000"/>
            </a:solidFill>
            <a:prstDash val="solid"/>
            <a:round/>
            <a:headEnd len="sm" w="sm" type="none"/>
            <a:tailEnd len="sm" w="sm" type="none"/>
          </a:ln>
        </p:spPr>
      </p:cxnSp>
      <p:cxnSp>
        <p:nvCxnSpPr>
          <p:cNvPr id="816" name="Google Shape;816;p41"/>
          <p:cNvCxnSpPr/>
          <p:nvPr/>
        </p:nvCxnSpPr>
        <p:spPr>
          <a:xfrm>
            <a:off x="6598198" y="4508500"/>
            <a:ext cx="975385" cy="977900"/>
          </a:xfrm>
          <a:prstGeom prst="straightConnector1">
            <a:avLst/>
          </a:prstGeom>
          <a:noFill/>
          <a:ln cap="flat" cmpd="sng" w="28575">
            <a:solidFill>
              <a:srgbClr val="FF0000"/>
            </a:solidFill>
            <a:prstDash val="solid"/>
            <a:round/>
            <a:headEnd len="sm" w="sm" type="none"/>
            <a:tailEnd len="sm" w="sm" type="none"/>
          </a:ln>
        </p:spPr>
      </p:cxnSp>
      <p:cxnSp>
        <p:nvCxnSpPr>
          <p:cNvPr id="817" name="Google Shape;817;p41"/>
          <p:cNvCxnSpPr/>
          <p:nvPr/>
        </p:nvCxnSpPr>
        <p:spPr>
          <a:xfrm>
            <a:off x="6666461" y="2819400"/>
            <a:ext cx="0" cy="1689100"/>
          </a:xfrm>
          <a:prstGeom prst="straightConnector1">
            <a:avLst/>
          </a:prstGeom>
          <a:noFill/>
          <a:ln cap="flat" cmpd="sng" w="28575">
            <a:solidFill>
              <a:srgbClr val="FF0000"/>
            </a:solidFill>
            <a:prstDash val="solid"/>
            <a:round/>
            <a:headEnd len="sm" w="sm" type="none"/>
            <a:tailEnd len="sm" w="sm" type="none"/>
          </a:ln>
        </p:spPr>
      </p:cxnSp>
      <p:cxnSp>
        <p:nvCxnSpPr>
          <p:cNvPr id="818" name="Google Shape;818;p41"/>
          <p:cNvCxnSpPr/>
          <p:nvPr/>
        </p:nvCxnSpPr>
        <p:spPr>
          <a:xfrm flipH="1" rot="10800000">
            <a:off x="6598199" y="4085209"/>
            <a:ext cx="1592262" cy="423291"/>
          </a:xfrm>
          <a:prstGeom prst="straightConnector1">
            <a:avLst/>
          </a:prstGeom>
          <a:noFill/>
          <a:ln cap="flat" cmpd="sng" w="28575">
            <a:solidFill>
              <a:srgbClr val="FF0000"/>
            </a:solidFill>
            <a:prstDash val="solid"/>
            <a:round/>
            <a:headEnd len="sm" w="sm" type="none"/>
            <a:tailEnd len="sm" w="sm" type="none"/>
          </a:ln>
        </p:spPr>
      </p:cxnSp>
      <p:sp>
        <p:nvSpPr>
          <p:cNvPr id="819" name="Google Shape;819;p41"/>
          <p:cNvSpPr/>
          <p:nvPr/>
        </p:nvSpPr>
        <p:spPr>
          <a:xfrm>
            <a:off x="5828261" y="53340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820" name="Google Shape;820;p41"/>
          <p:cNvSpPr/>
          <p:nvPr/>
        </p:nvSpPr>
        <p:spPr>
          <a:xfrm>
            <a:off x="5066261" y="38100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821" name="Google Shape;821;p41"/>
          <p:cNvSpPr/>
          <p:nvPr/>
        </p:nvSpPr>
        <p:spPr>
          <a:xfrm>
            <a:off x="6590261" y="25908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
        <p:nvSpPr>
          <p:cNvPr id="822" name="Google Shape;822;p41"/>
          <p:cNvSpPr/>
          <p:nvPr/>
        </p:nvSpPr>
        <p:spPr>
          <a:xfrm>
            <a:off x="8038061" y="38100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823" name="Google Shape;823;p41"/>
          <p:cNvSpPr/>
          <p:nvPr/>
        </p:nvSpPr>
        <p:spPr>
          <a:xfrm>
            <a:off x="6514061" y="43434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f</a:t>
            </a:r>
            <a:endParaRPr/>
          </a:p>
        </p:txBody>
      </p:sp>
      <p:sp>
        <p:nvSpPr>
          <p:cNvPr id="824" name="Google Shape;824;p41"/>
          <p:cNvSpPr/>
          <p:nvPr/>
        </p:nvSpPr>
        <p:spPr>
          <a:xfrm>
            <a:off x="7504661" y="53340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825" name="Google Shape;825;p41"/>
          <p:cNvSpPr txBox="1"/>
          <p:nvPr/>
        </p:nvSpPr>
        <p:spPr>
          <a:xfrm>
            <a:off x="7315200" y="3006628"/>
            <a:ext cx="258383" cy="375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5</a:t>
            </a:r>
            <a:endParaRPr/>
          </a:p>
        </p:txBody>
      </p:sp>
      <p:sp>
        <p:nvSpPr>
          <p:cNvPr id="826" name="Google Shape;826;p41"/>
          <p:cNvSpPr txBox="1"/>
          <p:nvPr/>
        </p:nvSpPr>
        <p:spPr>
          <a:xfrm>
            <a:off x="7309408" y="3968330"/>
            <a:ext cx="258383" cy="375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4</a:t>
            </a:r>
            <a:endParaRPr/>
          </a:p>
        </p:txBody>
      </p:sp>
      <p:sp>
        <p:nvSpPr>
          <p:cNvPr id="827" name="Google Shape;827;p41"/>
          <p:cNvSpPr txBox="1"/>
          <p:nvPr/>
        </p:nvSpPr>
        <p:spPr>
          <a:xfrm>
            <a:off x="5218661" y="4616030"/>
            <a:ext cx="2583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1</a:t>
            </a:r>
            <a:endParaRPr/>
          </a:p>
        </p:txBody>
      </p:sp>
      <p:sp>
        <p:nvSpPr>
          <p:cNvPr id="828" name="Google Shape;828;p41"/>
          <p:cNvSpPr txBox="1"/>
          <p:nvPr/>
        </p:nvSpPr>
        <p:spPr>
          <a:xfrm>
            <a:off x="5711268" y="3005879"/>
            <a:ext cx="258383" cy="375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3</a:t>
            </a:r>
            <a:endParaRPr/>
          </a:p>
        </p:txBody>
      </p:sp>
      <p:sp>
        <p:nvSpPr>
          <p:cNvPr id="829" name="Google Shape;829;p41"/>
          <p:cNvSpPr txBox="1"/>
          <p:nvPr/>
        </p:nvSpPr>
        <p:spPr>
          <a:xfrm>
            <a:off x="7180216" y="4809915"/>
            <a:ext cx="258383" cy="375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2</a:t>
            </a:r>
            <a:endParaRPr/>
          </a:p>
        </p:txBody>
      </p:sp>
      <p:sp>
        <p:nvSpPr>
          <p:cNvPr id="830" name="Google Shape;830;p41"/>
          <p:cNvSpPr txBox="1"/>
          <p:nvPr/>
        </p:nvSpPr>
        <p:spPr>
          <a:xfrm>
            <a:off x="6560478" y="5263730"/>
            <a:ext cx="258383" cy="375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4</a:t>
            </a:r>
            <a:endParaRPr/>
          </a:p>
        </p:txBody>
      </p:sp>
      <p:sp>
        <p:nvSpPr>
          <p:cNvPr id="831" name="Google Shape;831;p41"/>
          <p:cNvSpPr txBox="1"/>
          <p:nvPr/>
        </p:nvSpPr>
        <p:spPr>
          <a:xfrm>
            <a:off x="6040110" y="4786045"/>
            <a:ext cx="258383" cy="375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4</a:t>
            </a:r>
            <a:endParaRPr/>
          </a:p>
        </p:txBody>
      </p:sp>
      <p:sp>
        <p:nvSpPr>
          <p:cNvPr id="832" name="Google Shape;832;p41"/>
          <p:cNvSpPr txBox="1"/>
          <p:nvPr/>
        </p:nvSpPr>
        <p:spPr>
          <a:xfrm>
            <a:off x="7794968" y="4589855"/>
            <a:ext cx="258383" cy="375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3</a:t>
            </a:r>
            <a:endParaRPr/>
          </a:p>
        </p:txBody>
      </p:sp>
      <p:sp>
        <p:nvSpPr>
          <p:cNvPr id="833" name="Google Shape;833;p41"/>
          <p:cNvSpPr txBox="1"/>
          <p:nvPr/>
        </p:nvSpPr>
        <p:spPr>
          <a:xfrm>
            <a:off x="6416016" y="3434930"/>
            <a:ext cx="258383" cy="375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4</a:t>
            </a:r>
            <a:endParaRPr/>
          </a:p>
        </p:txBody>
      </p:sp>
      <p:sp>
        <p:nvSpPr>
          <p:cNvPr id="834" name="Google Shape;834;p41"/>
          <p:cNvSpPr txBox="1"/>
          <p:nvPr/>
        </p:nvSpPr>
        <p:spPr>
          <a:xfrm>
            <a:off x="5781727" y="3866260"/>
            <a:ext cx="258383" cy="375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1</a:t>
            </a:r>
            <a:endParaRPr/>
          </a:p>
        </p:txBody>
      </p:sp>
      <p:sp>
        <p:nvSpPr>
          <p:cNvPr id="835" name="Google Shape;835;p41"/>
          <p:cNvSpPr txBox="1"/>
          <p:nvPr/>
        </p:nvSpPr>
        <p:spPr>
          <a:xfrm>
            <a:off x="457200" y="380988"/>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
        <p:nvSpPr>
          <p:cNvPr id="836" name="Google Shape;836;p41"/>
          <p:cNvSpPr txBox="1"/>
          <p:nvPr>
            <p:ph idx="1" type="body"/>
          </p:nvPr>
        </p:nvSpPr>
        <p:spPr>
          <a:xfrm>
            <a:off x="457200" y="1535113"/>
            <a:ext cx="4040100" cy="639900"/>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t>
            </a:r>
            <a:r>
              <a:rPr lang="en-US"/>
              <a:t>A TRẬN TRỌNG SỐ</a:t>
            </a:r>
            <a:endParaRPr/>
          </a:p>
        </p:txBody>
      </p:sp>
      <p:sp>
        <p:nvSpPr>
          <p:cNvPr id="837" name="Google Shape;837;p41"/>
          <p:cNvSpPr txBox="1"/>
          <p:nvPr>
            <p:ph idx="1" type="body"/>
          </p:nvPr>
        </p:nvSpPr>
        <p:spPr>
          <a:xfrm>
            <a:off x="4647450" y="1508838"/>
            <a:ext cx="4040100" cy="639900"/>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 TRẬN TRỌNG SỐ</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42"/>
          <p:cNvSpPr txBox="1"/>
          <p:nvPr>
            <p:ph type="title"/>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Nội dung</a:t>
            </a:r>
            <a:endParaRPr/>
          </a:p>
        </p:txBody>
      </p:sp>
      <p:sp>
        <p:nvSpPr>
          <p:cNvPr id="843" name="Google Shape;843;p42"/>
          <p:cNvSpPr txBox="1"/>
          <p:nvPr>
            <p:ph idx="1" type="body"/>
          </p:nvPr>
        </p:nvSpPr>
        <p:spPr>
          <a:xfrm>
            <a:off x="762000" y="1600200"/>
            <a:ext cx="7467600" cy="4525963"/>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lang="en-US" sz="2800"/>
              <a:t>Giới thiệu</a:t>
            </a:r>
            <a:endParaRPr sz="2800"/>
          </a:p>
          <a:p>
            <a:pPr indent="-342900" lvl="0" marL="342900" rtl="0" algn="l">
              <a:spcBef>
                <a:spcPts val="560"/>
              </a:spcBef>
              <a:spcAft>
                <a:spcPts val="0"/>
              </a:spcAft>
              <a:buClr>
                <a:schemeClr val="dk1"/>
              </a:buClr>
              <a:buSzPts val="2800"/>
              <a:buFont typeface="Noto Sans Symbols"/>
              <a:buChar char="▪"/>
            </a:pPr>
            <a:r>
              <a:rPr lang="en-US" sz="2800"/>
              <a:t>Khái niệm cơ bản</a:t>
            </a:r>
            <a:endParaRPr sz="2800"/>
          </a:p>
          <a:p>
            <a:pPr indent="-285750" lvl="1" marL="742950" rtl="0" algn="l">
              <a:spcBef>
                <a:spcPts val="480"/>
              </a:spcBef>
              <a:spcAft>
                <a:spcPts val="0"/>
              </a:spcAft>
              <a:buClr>
                <a:schemeClr val="dk1"/>
              </a:buClr>
              <a:buSzPts val="2400"/>
              <a:buFont typeface="Noto Sans Symbols"/>
              <a:buChar char="▪"/>
            </a:pPr>
            <a:r>
              <a:rPr lang="en-US" sz="2400"/>
              <a:t>Đồ thị có hướng và đồ thị vô hướng</a:t>
            </a:r>
            <a:endParaRPr sz="2400"/>
          </a:p>
          <a:p>
            <a:pPr indent="-285750" lvl="1" marL="742950" rtl="0" algn="l">
              <a:spcBef>
                <a:spcPts val="480"/>
              </a:spcBef>
              <a:spcAft>
                <a:spcPts val="0"/>
              </a:spcAft>
              <a:buClr>
                <a:schemeClr val="dk1"/>
              </a:buClr>
              <a:buSzPts val="2400"/>
              <a:buFont typeface="Noto Sans Symbols"/>
              <a:buChar char="▪"/>
            </a:pPr>
            <a:r>
              <a:rPr lang="en-US" sz="2400"/>
              <a:t>Bậc, nửa bậc vào, nửa bậc ra</a:t>
            </a:r>
            <a:endParaRPr sz="2400"/>
          </a:p>
          <a:p>
            <a:pPr indent="-285750" lvl="1" marL="742950" rtl="0" algn="l">
              <a:spcBef>
                <a:spcPts val="480"/>
              </a:spcBef>
              <a:spcAft>
                <a:spcPts val="0"/>
              </a:spcAft>
              <a:buClr>
                <a:schemeClr val="dk1"/>
              </a:buClr>
              <a:buSzPts val="2400"/>
              <a:buFont typeface="Noto Sans Symbols"/>
              <a:buChar char="▪"/>
            </a:pPr>
            <a:r>
              <a:rPr lang="en-US" sz="2400"/>
              <a:t>Đường đi chu trình, tính liên thông</a:t>
            </a:r>
            <a:endParaRPr sz="2400"/>
          </a:p>
          <a:p>
            <a:pPr indent="-342900" lvl="0" marL="342900" rtl="0" algn="l">
              <a:spcBef>
                <a:spcPts val="560"/>
              </a:spcBef>
              <a:spcAft>
                <a:spcPts val="0"/>
              </a:spcAft>
              <a:buClr>
                <a:schemeClr val="dk1"/>
              </a:buClr>
              <a:buSzPts val="2800"/>
              <a:buFont typeface="Noto Sans Symbols"/>
              <a:buChar char="▪"/>
            </a:pPr>
            <a:r>
              <a:rPr lang="en-US" sz="2800"/>
              <a:t>Biểu diễn đồ thị</a:t>
            </a:r>
            <a:endParaRPr sz="2800"/>
          </a:p>
          <a:p>
            <a:pPr indent="-285750" lvl="1" marL="742950" rtl="0" algn="l">
              <a:spcBef>
                <a:spcPts val="480"/>
              </a:spcBef>
              <a:spcAft>
                <a:spcPts val="0"/>
              </a:spcAft>
              <a:buClr>
                <a:schemeClr val="dk1"/>
              </a:buClr>
              <a:buSzPts val="2400"/>
              <a:buFont typeface="Noto Sans Symbols"/>
              <a:buChar char="▪"/>
            </a:pPr>
            <a:r>
              <a:rPr lang="en-US" sz="2400"/>
              <a:t>Ma trận kề, ma trận trọng số</a:t>
            </a:r>
            <a:endParaRPr sz="2400"/>
          </a:p>
          <a:p>
            <a:pPr indent="-285750" lvl="1" marL="742950" rtl="0" algn="l">
              <a:spcBef>
                <a:spcPts val="480"/>
              </a:spcBef>
              <a:spcAft>
                <a:spcPts val="0"/>
              </a:spcAft>
              <a:buClr>
                <a:schemeClr val="dk1"/>
              </a:buClr>
              <a:buSzPts val="2400"/>
              <a:buFont typeface="Noto Sans Symbols"/>
              <a:buChar char="▪"/>
            </a:pPr>
            <a:r>
              <a:rPr b="1" lang="en-US" sz="2400"/>
              <a:t>Ma trận liên thuộc</a:t>
            </a:r>
            <a:endParaRPr b="1" sz="2400"/>
          </a:p>
          <a:p>
            <a:pPr indent="-285750" lvl="1" marL="742950" rtl="0" algn="l">
              <a:spcBef>
                <a:spcPts val="480"/>
              </a:spcBef>
              <a:spcAft>
                <a:spcPts val="0"/>
              </a:spcAft>
              <a:buClr>
                <a:schemeClr val="dk1"/>
              </a:buClr>
              <a:buSzPts val="2400"/>
              <a:buFont typeface="Noto Sans Symbols"/>
              <a:buChar char="▪"/>
            </a:pPr>
            <a:r>
              <a:rPr lang="en-US" sz="2400"/>
              <a:t>Danh sách cạnh (cung)</a:t>
            </a:r>
            <a:endParaRPr/>
          </a:p>
          <a:p>
            <a:pPr indent="-285750" lvl="1" marL="742950" rtl="0" algn="l">
              <a:spcBef>
                <a:spcPts val="480"/>
              </a:spcBef>
              <a:spcAft>
                <a:spcPts val="0"/>
              </a:spcAft>
              <a:buClr>
                <a:schemeClr val="dk1"/>
              </a:buClr>
              <a:buSzPts val="2400"/>
              <a:buFont typeface="Noto Sans Symbols"/>
              <a:buChar char="▪"/>
            </a:pPr>
            <a:r>
              <a:rPr lang="en-US" sz="2400"/>
              <a:t>Danh sách kề</a:t>
            </a:r>
            <a:endParaRPr sz="2400"/>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850" name="Google Shape;850;p43"/>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t>
            </a:r>
            <a:r>
              <a:rPr lang="en-US"/>
              <a:t>A TRẬN LIÊN THUỘC</a:t>
            </a:r>
            <a:endParaRPr/>
          </a:p>
        </p:txBody>
      </p:sp>
      <p:sp>
        <p:nvSpPr>
          <p:cNvPr id="851" name="Google Shape;851;p43"/>
          <p:cNvSpPr txBox="1"/>
          <p:nvPr>
            <p:ph idx="2" type="body"/>
          </p:nvPr>
        </p:nvSpPr>
        <p:spPr>
          <a:xfrm>
            <a:off x="457200" y="2174875"/>
            <a:ext cx="4040188" cy="3951288"/>
          </a:xfrm>
          <a:prstGeom prst="rect">
            <a:avLst/>
          </a:prstGeom>
          <a:blipFill rotWithShape="1">
            <a:blip r:embed="rId3">
              <a:alphaModFix/>
            </a:blip>
            <a:stretch>
              <a:fillRect b="0" l="-2259" r="0" t="-1234"/>
            </a:stretch>
          </a:blipFill>
          <a:ln>
            <a:noFill/>
          </a:ln>
        </p:spPr>
        <p:txBody>
          <a:bodyPr anchorCtr="0" anchor="t" bIns="45700" lIns="91425" spcFirstLastPara="1" rIns="91425" wrap="square" tIns="45700">
            <a:noAutofit/>
          </a:bodyPr>
          <a:lstStyle/>
          <a:p>
            <a:pPr indent="0" lvl="0" marL="342900" rtl="0" algn="l">
              <a:spcBef>
                <a:spcPts val="0"/>
              </a:spcBef>
              <a:spcAft>
                <a:spcPts val="0"/>
              </a:spcAft>
              <a:buNone/>
            </a:pPr>
            <a:r>
              <a:rPr lang="en-US"/>
              <a:t> </a:t>
            </a:r>
            <a:endParaRPr/>
          </a:p>
        </p:txBody>
      </p:sp>
      <p:sp>
        <p:nvSpPr>
          <p:cNvPr id="852" name="Google Shape;852;p43"/>
          <p:cNvSpPr txBox="1"/>
          <p:nvPr>
            <p:ph idx="4" type="body"/>
          </p:nvPr>
        </p:nvSpPr>
        <p:spPr>
          <a:xfrm>
            <a:off x="4645025" y="2174875"/>
            <a:ext cx="4041775" cy="3951288"/>
          </a:xfrm>
          <a:prstGeom prst="rect">
            <a:avLst/>
          </a:prstGeom>
          <a:solidFill>
            <a:srgbClr val="E6E2E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lang="en-US">
                <a:solidFill>
                  <a:srgbClr val="002060"/>
                </a:solidFill>
              </a:rPr>
              <a:t>Đồ thị vô hướng</a:t>
            </a:r>
            <a:endParaRPr>
              <a:solidFill>
                <a:srgbClr val="002060"/>
              </a:solidFill>
            </a:endParaRPr>
          </a:p>
          <a:p>
            <a:pPr indent="-285750" lvl="1" marL="742950" rtl="0" algn="l">
              <a:spcBef>
                <a:spcPts val="400"/>
              </a:spcBef>
              <a:spcAft>
                <a:spcPts val="0"/>
              </a:spcAft>
              <a:buClr>
                <a:srgbClr val="002060"/>
              </a:buClr>
              <a:buSzPts val="2000"/>
              <a:buFont typeface="Noto Sans Symbols"/>
              <a:buChar char="▪"/>
            </a:pPr>
            <a:r>
              <a:rPr lang="en-US">
                <a:solidFill>
                  <a:srgbClr val="002060"/>
                </a:solidFill>
              </a:rPr>
              <a:t>Số lượng các </a:t>
            </a:r>
            <a:r>
              <a:rPr lang="en-US">
                <a:solidFill>
                  <a:srgbClr val="FF0000"/>
                </a:solidFill>
              </a:rPr>
              <a:t>phần tử khác không </a:t>
            </a:r>
            <a:r>
              <a:rPr lang="en-US">
                <a:solidFill>
                  <a:srgbClr val="002060"/>
                </a:solidFill>
              </a:rPr>
              <a:t>trên một dòng chính là bậc của đỉnh tương ứng với dòng đó.</a:t>
            </a:r>
            <a:endParaRPr/>
          </a:p>
          <a:p>
            <a:pPr indent="-190500" lvl="0" marL="342900" rtl="0" algn="l">
              <a:spcBef>
                <a:spcPts val="480"/>
              </a:spcBef>
              <a:spcAft>
                <a:spcPts val="0"/>
              </a:spcAft>
              <a:buClr>
                <a:schemeClr val="dk1"/>
              </a:buClr>
              <a:buSzPts val="2400"/>
              <a:buFont typeface="Noto Sans Symbols"/>
              <a:buNone/>
            </a:pPr>
            <a:r>
              <a:t/>
            </a:r>
            <a:endParaRPr>
              <a:solidFill>
                <a:srgbClr val="002060"/>
              </a:solidFill>
            </a:endParaRPr>
          </a:p>
          <a:p>
            <a:pPr indent="-190500" lvl="0" marL="342900" rtl="0" algn="l">
              <a:spcBef>
                <a:spcPts val="480"/>
              </a:spcBef>
              <a:spcAft>
                <a:spcPts val="0"/>
              </a:spcAft>
              <a:buClr>
                <a:schemeClr val="dk1"/>
              </a:buClr>
              <a:buSzPts val="2400"/>
              <a:buNone/>
            </a:pPr>
            <a:r>
              <a:t/>
            </a:r>
            <a:endParaRPr/>
          </a:p>
        </p:txBody>
      </p:sp>
      <p:sp>
        <p:nvSpPr>
          <p:cNvPr id="853" name="Google Shape;853;p4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854" name="Google Shape;854;p4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55" name="Google Shape;855;p43"/>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
        <p:nvSpPr>
          <p:cNvPr id="856" name="Google Shape;856;p43"/>
          <p:cNvSpPr txBox="1"/>
          <p:nvPr>
            <p:ph idx="1" type="body"/>
          </p:nvPr>
        </p:nvSpPr>
        <p:spPr>
          <a:xfrm>
            <a:off x="4645863" y="1535038"/>
            <a:ext cx="4040100" cy="639900"/>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 TRẬN LIÊN THUỘC</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863" name="Google Shape;863;p44"/>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 trận liên thuộc</a:t>
            </a:r>
            <a:endParaRPr/>
          </a:p>
        </p:txBody>
      </p:sp>
      <p:sp>
        <p:nvSpPr>
          <p:cNvPr id="864" name="Google Shape;864;p44"/>
          <p:cNvSpPr txBox="1"/>
          <p:nvPr>
            <p:ph idx="2" type="body"/>
          </p:nvPr>
        </p:nvSpPr>
        <p:spPr>
          <a:xfrm>
            <a:off x="457200" y="2174875"/>
            <a:ext cx="4040188" cy="3997326"/>
          </a:xfrm>
          <a:prstGeom prst="rect">
            <a:avLst/>
          </a:prstGeom>
          <a:blipFill rotWithShape="1">
            <a:blip r:embed="rId3">
              <a:alphaModFix/>
            </a:blip>
            <a:stretch>
              <a:fillRect b="0" l="-2261" r="-751" t="-1219"/>
            </a:stretch>
          </a:blipFill>
          <a:ln>
            <a:noFill/>
          </a:ln>
        </p:spPr>
        <p:txBody>
          <a:bodyPr anchorCtr="0" anchor="t" bIns="45700" lIns="91425" spcFirstLastPara="1" rIns="91425" wrap="square" tIns="45700">
            <a:noAutofit/>
          </a:bodyPr>
          <a:lstStyle/>
          <a:p>
            <a:pPr indent="0" lvl="0" marL="342900" rtl="0" algn="l">
              <a:spcBef>
                <a:spcPts val="0"/>
              </a:spcBef>
              <a:spcAft>
                <a:spcPts val="0"/>
              </a:spcAft>
              <a:buNone/>
            </a:pPr>
            <a:r>
              <a:rPr lang="en-US"/>
              <a:t> </a:t>
            </a:r>
            <a:endParaRPr/>
          </a:p>
        </p:txBody>
      </p:sp>
      <p:sp>
        <p:nvSpPr>
          <p:cNvPr id="865" name="Google Shape;865;p44"/>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 trận liên thuộc</a:t>
            </a:r>
            <a:endParaRPr/>
          </a:p>
        </p:txBody>
      </p:sp>
      <p:sp>
        <p:nvSpPr>
          <p:cNvPr id="866" name="Google Shape;866;p44"/>
          <p:cNvSpPr txBox="1"/>
          <p:nvPr>
            <p:ph idx="4" type="body"/>
          </p:nvPr>
        </p:nvSpPr>
        <p:spPr>
          <a:xfrm>
            <a:off x="4645025" y="2174874"/>
            <a:ext cx="4041775" cy="3997325"/>
          </a:xfrm>
          <a:prstGeom prst="rect">
            <a:avLst/>
          </a:prstGeom>
          <a:solidFill>
            <a:srgbClr val="00B05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lang="en-US">
                <a:solidFill>
                  <a:srgbClr val="002060"/>
                </a:solidFill>
              </a:rPr>
              <a:t>Đồ thị có hướng</a:t>
            </a:r>
            <a:endParaRPr>
              <a:solidFill>
                <a:srgbClr val="002060"/>
              </a:solidFill>
            </a:endParaRPr>
          </a:p>
          <a:p>
            <a:pPr indent="-285750" lvl="1" marL="742950" rtl="0" algn="l">
              <a:spcBef>
                <a:spcPts val="400"/>
              </a:spcBef>
              <a:spcAft>
                <a:spcPts val="0"/>
              </a:spcAft>
              <a:buClr>
                <a:srgbClr val="002060"/>
              </a:buClr>
              <a:buSzPts val="2000"/>
              <a:buFont typeface="Noto Sans Symbols"/>
              <a:buChar char="▪"/>
            </a:pPr>
            <a:r>
              <a:rPr lang="en-US">
                <a:solidFill>
                  <a:srgbClr val="002060"/>
                </a:solidFill>
              </a:rPr>
              <a:t>Số lượng các </a:t>
            </a:r>
            <a:r>
              <a:rPr lang="en-US">
                <a:solidFill>
                  <a:srgbClr val="FF0000"/>
                </a:solidFill>
              </a:rPr>
              <a:t>phần tử 1 </a:t>
            </a:r>
            <a:r>
              <a:rPr lang="en-US">
                <a:solidFill>
                  <a:srgbClr val="002060"/>
                </a:solidFill>
              </a:rPr>
              <a:t>trên dòng chính là bán bậc ra của đỉnh tương ứng với dòng đó.</a:t>
            </a:r>
            <a:endParaRPr/>
          </a:p>
          <a:p>
            <a:pPr indent="-285750" lvl="1" marL="742950" rtl="0" algn="l">
              <a:spcBef>
                <a:spcPts val="400"/>
              </a:spcBef>
              <a:spcAft>
                <a:spcPts val="0"/>
              </a:spcAft>
              <a:buClr>
                <a:srgbClr val="002060"/>
              </a:buClr>
              <a:buSzPts val="2000"/>
              <a:buFont typeface="Noto Sans Symbols"/>
              <a:buChar char="▪"/>
            </a:pPr>
            <a:r>
              <a:rPr lang="en-US">
                <a:solidFill>
                  <a:srgbClr val="002060"/>
                </a:solidFill>
              </a:rPr>
              <a:t>Số lượng các </a:t>
            </a:r>
            <a:r>
              <a:rPr lang="en-US">
                <a:solidFill>
                  <a:srgbClr val="FF0000"/>
                </a:solidFill>
              </a:rPr>
              <a:t>phần tử -1 </a:t>
            </a:r>
            <a:r>
              <a:rPr lang="en-US">
                <a:solidFill>
                  <a:srgbClr val="002060"/>
                </a:solidFill>
              </a:rPr>
              <a:t>trên dòng chính là bán bậc vào của đỉnh tương ứng với dòng đó.</a:t>
            </a:r>
            <a:endParaRPr sz="3200"/>
          </a:p>
          <a:p>
            <a:pPr indent="-190500" lvl="0" marL="342900" rtl="0" algn="l">
              <a:spcBef>
                <a:spcPts val="480"/>
              </a:spcBef>
              <a:spcAft>
                <a:spcPts val="0"/>
              </a:spcAft>
              <a:buClr>
                <a:schemeClr val="dk1"/>
              </a:buClr>
              <a:buSzPts val="2400"/>
              <a:buFont typeface="Noto Sans Symbols"/>
              <a:buNone/>
            </a:pPr>
            <a:r>
              <a:t/>
            </a:r>
            <a:endParaRPr>
              <a:solidFill>
                <a:srgbClr val="002060"/>
              </a:solidFill>
            </a:endParaRPr>
          </a:p>
          <a:p>
            <a:pPr indent="-215900" lvl="0" marL="342900" rtl="0" algn="l">
              <a:spcBef>
                <a:spcPts val="400"/>
              </a:spcBef>
              <a:spcAft>
                <a:spcPts val="0"/>
              </a:spcAft>
              <a:buClr>
                <a:schemeClr val="dk1"/>
              </a:buClr>
              <a:buSzPts val="2000"/>
              <a:buFont typeface="Noto Sans Symbols"/>
              <a:buNone/>
            </a:pPr>
            <a:r>
              <a:t/>
            </a:r>
            <a:endParaRPr sz="2000">
              <a:solidFill>
                <a:srgbClr val="002060"/>
              </a:solidFill>
            </a:endParaRPr>
          </a:p>
          <a:p>
            <a:pPr indent="-190500" lvl="0" marL="342900" rtl="0" algn="l">
              <a:spcBef>
                <a:spcPts val="480"/>
              </a:spcBef>
              <a:spcAft>
                <a:spcPts val="0"/>
              </a:spcAft>
              <a:buClr>
                <a:schemeClr val="dk1"/>
              </a:buClr>
              <a:buSzPts val="2400"/>
              <a:buNone/>
            </a:pPr>
            <a:r>
              <a:t/>
            </a:r>
            <a:endParaRPr/>
          </a:p>
        </p:txBody>
      </p:sp>
      <p:sp>
        <p:nvSpPr>
          <p:cNvPr id="867" name="Google Shape;867;p44"/>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868" name="Google Shape;868;p4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69" name="Google Shape;869;p44"/>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45"/>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875" name="Google Shape;875;p45"/>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876" name="Google Shape;876;p45"/>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877" name="Google Shape;877;p4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pic>
        <p:nvPicPr>
          <p:cNvPr id="878" name="Google Shape;878;p45"/>
          <p:cNvPicPr preferRelativeResize="0"/>
          <p:nvPr/>
        </p:nvPicPr>
        <p:blipFill rotWithShape="1">
          <a:blip r:embed="rId3">
            <a:alphaModFix/>
          </a:blip>
          <a:srcRect b="0" l="0" r="0" t="0"/>
          <a:stretch/>
        </p:blipFill>
        <p:spPr>
          <a:xfrm>
            <a:off x="4114079" y="2627908"/>
            <a:ext cx="4768850" cy="3279775"/>
          </a:xfrm>
          <a:prstGeom prst="rect">
            <a:avLst/>
          </a:prstGeom>
          <a:noFill/>
          <a:ln>
            <a:noFill/>
          </a:ln>
        </p:spPr>
      </p:pic>
      <p:sp>
        <p:nvSpPr>
          <p:cNvPr id="879" name="Google Shape;879;p45"/>
          <p:cNvSpPr/>
          <p:nvPr/>
        </p:nvSpPr>
        <p:spPr>
          <a:xfrm>
            <a:off x="3048000" y="2159736"/>
            <a:ext cx="838200" cy="733663"/>
          </a:xfrm>
          <a:prstGeom prst="rightArrow">
            <a:avLst>
              <a:gd fmla="val 50000" name="adj1"/>
              <a:gd fmla="val 50005" name="adj2"/>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880" name="Google Shape;880;p45"/>
          <p:cNvSpPr txBox="1"/>
          <p:nvPr/>
        </p:nvSpPr>
        <p:spPr>
          <a:xfrm>
            <a:off x="1066800" y="2845536"/>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1</a:t>
            </a:r>
            <a:endParaRPr b="1" baseline="-25000" sz="2800">
              <a:solidFill>
                <a:srgbClr val="FF0000"/>
              </a:solidFill>
              <a:latin typeface="Times New Roman"/>
              <a:ea typeface="Times New Roman"/>
              <a:cs typeface="Times New Roman"/>
              <a:sym typeface="Times New Roman"/>
            </a:endParaRPr>
          </a:p>
        </p:txBody>
      </p:sp>
      <p:sp>
        <p:nvSpPr>
          <p:cNvPr id="881" name="Google Shape;881;p45"/>
          <p:cNvSpPr txBox="1"/>
          <p:nvPr/>
        </p:nvSpPr>
        <p:spPr>
          <a:xfrm>
            <a:off x="2667000" y="3074136"/>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2</a:t>
            </a:r>
            <a:endParaRPr b="1" baseline="-25000" sz="2800">
              <a:solidFill>
                <a:srgbClr val="FF0000"/>
              </a:solidFill>
              <a:latin typeface="Times New Roman"/>
              <a:ea typeface="Times New Roman"/>
              <a:cs typeface="Times New Roman"/>
              <a:sym typeface="Times New Roman"/>
            </a:endParaRPr>
          </a:p>
        </p:txBody>
      </p:sp>
      <p:sp>
        <p:nvSpPr>
          <p:cNvPr id="882" name="Google Shape;882;p45"/>
          <p:cNvSpPr txBox="1"/>
          <p:nvPr/>
        </p:nvSpPr>
        <p:spPr>
          <a:xfrm>
            <a:off x="685800" y="4521936"/>
            <a:ext cx="590550" cy="595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3</a:t>
            </a:r>
            <a:endParaRPr b="1" baseline="-25000" sz="2800">
              <a:solidFill>
                <a:srgbClr val="FF0000"/>
              </a:solidFill>
              <a:latin typeface="Times New Roman"/>
              <a:ea typeface="Times New Roman"/>
              <a:cs typeface="Times New Roman"/>
              <a:sym typeface="Times New Roman"/>
            </a:endParaRPr>
          </a:p>
        </p:txBody>
      </p:sp>
      <p:sp>
        <p:nvSpPr>
          <p:cNvPr id="883" name="Google Shape;883;p45"/>
          <p:cNvSpPr txBox="1"/>
          <p:nvPr/>
        </p:nvSpPr>
        <p:spPr>
          <a:xfrm>
            <a:off x="1066800" y="3531336"/>
            <a:ext cx="590550" cy="595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4</a:t>
            </a:r>
            <a:endParaRPr b="1" baseline="-25000" sz="2800">
              <a:solidFill>
                <a:srgbClr val="FF0000"/>
              </a:solidFill>
              <a:latin typeface="Times New Roman"/>
              <a:ea typeface="Times New Roman"/>
              <a:cs typeface="Times New Roman"/>
              <a:sym typeface="Times New Roman"/>
            </a:endParaRPr>
          </a:p>
        </p:txBody>
      </p:sp>
      <p:sp>
        <p:nvSpPr>
          <p:cNvPr id="884" name="Google Shape;884;p45"/>
          <p:cNvSpPr txBox="1"/>
          <p:nvPr/>
        </p:nvSpPr>
        <p:spPr>
          <a:xfrm>
            <a:off x="1143000" y="4217136"/>
            <a:ext cx="590550" cy="595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5</a:t>
            </a:r>
            <a:endParaRPr b="1" baseline="-25000" sz="2800">
              <a:solidFill>
                <a:srgbClr val="FF0000"/>
              </a:solidFill>
              <a:latin typeface="Times New Roman"/>
              <a:ea typeface="Times New Roman"/>
              <a:cs typeface="Times New Roman"/>
              <a:sym typeface="Times New Roman"/>
            </a:endParaRPr>
          </a:p>
        </p:txBody>
      </p:sp>
      <p:sp>
        <p:nvSpPr>
          <p:cNvPr id="885" name="Google Shape;885;p45"/>
          <p:cNvSpPr txBox="1"/>
          <p:nvPr/>
        </p:nvSpPr>
        <p:spPr>
          <a:xfrm>
            <a:off x="1752600" y="4750536"/>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6</a:t>
            </a:r>
            <a:endParaRPr b="1" baseline="-25000" sz="2800">
              <a:solidFill>
                <a:srgbClr val="FF0000"/>
              </a:solidFill>
              <a:latin typeface="Times New Roman"/>
              <a:ea typeface="Times New Roman"/>
              <a:cs typeface="Times New Roman"/>
              <a:sym typeface="Times New Roman"/>
            </a:endParaRPr>
          </a:p>
        </p:txBody>
      </p:sp>
      <p:sp>
        <p:nvSpPr>
          <p:cNvPr id="886" name="Google Shape;886;p45"/>
          <p:cNvSpPr txBox="1"/>
          <p:nvPr/>
        </p:nvSpPr>
        <p:spPr>
          <a:xfrm>
            <a:off x="2362200" y="3455136"/>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7</a:t>
            </a:r>
            <a:endParaRPr b="1" baseline="-25000" sz="2800">
              <a:solidFill>
                <a:srgbClr val="FF0000"/>
              </a:solidFill>
              <a:latin typeface="Times New Roman"/>
              <a:ea typeface="Times New Roman"/>
              <a:cs typeface="Times New Roman"/>
              <a:sym typeface="Times New Roman"/>
            </a:endParaRPr>
          </a:p>
        </p:txBody>
      </p:sp>
      <p:pic>
        <p:nvPicPr>
          <p:cNvPr id="887" name="Google Shape;887;p45"/>
          <p:cNvPicPr preferRelativeResize="0"/>
          <p:nvPr/>
        </p:nvPicPr>
        <p:blipFill rotWithShape="1">
          <a:blip r:embed="rId4">
            <a:alphaModFix/>
          </a:blip>
          <a:srcRect b="0" l="0" r="0" t="0"/>
          <a:stretch/>
        </p:blipFill>
        <p:spPr>
          <a:xfrm>
            <a:off x="5155479" y="2211983"/>
            <a:ext cx="3657600" cy="495300"/>
          </a:xfrm>
          <a:prstGeom prst="rect">
            <a:avLst/>
          </a:prstGeom>
          <a:noFill/>
          <a:ln>
            <a:noFill/>
          </a:ln>
        </p:spPr>
      </p:pic>
      <p:sp>
        <p:nvSpPr>
          <p:cNvPr id="888" name="Google Shape;888;p45"/>
          <p:cNvSpPr/>
          <p:nvPr/>
        </p:nvSpPr>
        <p:spPr>
          <a:xfrm>
            <a:off x="5141690" y="2707283"/>
            <a:ext cx="381000" cy="3048000"/>
          </a:xfrm>
          <a:prstGeom prst="rect">
            <a:avLst/>
          </a:prstGeom>
          <a:solidFill>
            <a:srgbClr val="D9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889" name="Google Shape;889;p45"/>
          <p:cNvSpPr/>
          <p:nvPr/>
        </p:nvSpPr>
        <p:spPr>
          <a:xfrm>
            <a:off x="5700490" y="2707283"/>
            <a:ext cx="381000" cy="3048000"/>
          </a:xfrm>
          <a:prstGeom prst="rect">
            <a:avLst/>
          </a:prstGeom>
          <a:solidFill>
            <a:srgbClr val="D9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890" name="Google Shape;890;p45"/>
          <p:cNvSpPr/>
          <p:nvPr/>
        </p:nvSpPr>
        <p:spPr>
          <a:xfrm>
            <a:off x="6284690" y="2707283"/>
            <a:ext cx="381000" cy="3048000"/>
          </a:xfrm>
          <a:prstGeom prst="rect">
            <a:avLst/>
          </a:prstGeom>
          <a:solidFill>
            <a:srgbClr val="D9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891" name="Google Shape;891;p45"/>
          <p:cNvSpPr/>
          <p:nvPr/>
        </p:nvSpPr>
        <p:spPr>
          <a:xfrm>
            <a:off x="6818090" y="2707283"/>
            <a:ext cx="381000" cy="3048000"/>
          </a:xfrm>
          <a:prstGeom prst="rect">
            <a:avLst/>
          </a:prstGeom>
          <a:solidFill>
            <a:srgbClr val="D9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892" name="Google Shape;892;p45"/>
          <p:cNvSpPr/>
          <p:nvPr/>
        </p:nvSpPr>
        <p:spPr>
          <a:xfrm>
            <a:off x="7275290" y="2707283"/>
            <a:ext cx="1371600" cy="3048000"/>
          </a:xfrm>
          <a:prstGeom prst="rect">
            <a:avLst/>
          </a:prstGeom>
          <a:solidFill>
            <a:srgbClr val="D9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893" name="Google Shape;893;p45"/>
          <p:cNvCxnSpPr/>
          <p:nvPr/>
        </p:nvCxnSpPr>
        <p:spPr>
          <a:xfrm>
            <a:off x="1028284" y="3865946"/>
            <a:ext cx="0" cy="1542403"/>
          </a:xfrm>
          <a:prstGeom prst="straightConnector1">
            <a:avLst/>
          </a:prstGeom>
          <a:noFill/>
          <a:ln cap="flat" cmpd="sng" w="28575">
            <a:solidFill>
              <a:srgbClr val="FF0000"/>
            </a:solidFill>
            <a:prstDash val="solid"/>
            <a:round/>
            <a:headEnd len="sm" w="sm" type="none"/>
            <a:tailEnd len="sm" w="sm" type="none"/>
          </a:ln>
        </p:spPr>
      </p:cxnSp>
      <p:cxnSp>
        <p:nvCxnSpPr>
          <p:cNvPr id="894" name="Google Shape;894;p45"/>
          <p:cNvCxnSpPr/>
          <p:nvPr/>
        </p:nvCxnSpPr>
        <p:spPr>
          <a:xfrm>
            <a:off x="2286000" y="2769336"/>
            <a:ext cx="1295400" cy="972196"/>
          </a:xfrm>
          <a:prstGeom prst="straightConnector1">
            <a:avLst/>
          </a:prstGeom>
          <a:noFill/>
          <a:ln cap="flat" cmpd="sng" w="28575">
            <a:solidFill>
              <a:srgbClr val="FF0000"/>
            </a:solidFill>
            <a:prstDash val="solid"/>
            <a:round/>
            <a:headEnd len="sm" w="sm" type="none"/>
            <a:tailEnd len="sm" w="sm" type="none"/>
          </a:ln>
        </p:spPr>
      </p:cxnSp>
      <p:cxnSp>
        <p:nvCxnSpPr>
          <p:cNvPr id="895" name="Google Shape;895;p45"/>
          <p:cNvCxnSpPr/>
          <p:nvPr/>
        </p:nvCxnSpPr>
        <p:spPr>
          <a:xfrm rot="-5400000">
            <a:off x="914643" y="2540494"/>
            <a:ext cx="1022350" cy="1327633"/>
          </a:xfrm>
          <a:prstGeom prst="straightConnector1">
            <a:avLst/>
          </a:prstGeom>
          <a:noFill/>
          <a:ln cap="flat" cmpd="sng" w="28575">
            <a:solidFill>
              <a:srgbClr val="FF0000"/>
            </a:solidFill>
            <a:prstDash val="solid"/>
            <a:round/>
            <a:headEnd len="sm" w="sm" type="none"/>
            <a:tailEnd len="sm" w="sm" type="none"/>
          </a:ln>
        </p:spPr>
      </p:cxnSp>
      <p:sp>
        <p:nvSpPr>
          <p:cNvPr id="896" name="Google Shape;896;p45"/>
          <p:cNvSpPr/>
          <p:nvPr/>
        </p:nvSpPr>
        <p:spPr>
          <a:xfrm>
            <a:off x="1295400" y="52077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sp>
        <p:nvSpPr>
          <p:cNvPr id="897" name="Google Shape;897;p45"/>
          <p:cNvSpPr/>
          <p:nvPr/>
        </p:nvSpPr>
        <p:spPr>
          <a:xfrm>
            <a:off x="533400" y="36837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898" name="Google Shape;898;p45"/>
          <p:cNvSpPr/>
          <p:nvPr/>
        </p:nvSpPr>
        <p:spPr>
          <a:xfrm>
            <a:off x="2057400" y="24645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sp>
        <p:nvSpPr>
          <p:cNvPr id="899" name="Google Shape;899;p45"/>
          <p:cNvSpPr/>
          <p:nvPr/>
        </p:nvSpPr>
        <p:spPr>
          <a:xfrm>
            <a:off x="3505200" y="36837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900" name="Google Shape;900;p45"/>
          <p:cNvSpPr/>
          <p:nvPr/>
        </p:nvSpPr>
        <p:spPr>
          <a:xfrm>
            <a:off x="2743200" y="49791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6</a:t>
            </a:r>
            <a:endParaRPr/>
          </a:p>
        </p:txBody>
      </p:sp>
      <p:cxnSp>
        <p:nvCxnSpPr>
          <p:cNvPr id="901" name="Google Shape;901;p45"/>
          <p:cNvCxnSpPr>
            <a:stCxn id="896" idx="7"/>
          </p:cNvCxnSpPr>
          <p:nvPr/>
        </p:nvCxnSpPr>
        <p:spPr>
          <a:xfrm flipH="1" rot="10800000">
            <a:off x="1555563" y="4477173"/>
            <a:ext cx="775200" cy="775200"/>
          </a:xfrm>
          <a:prstGeom prst="straightConnector1">
            <a:avLst/>
          </a:prstGeom>
          <a:noFill/>
          <a:ln cap="flat" cmpd="sng" w="28575">
            <a:solidFill>
              <a:srgbClr val="FF0000"/>
            </a:solidFill>
            <a:prstDash val="solid"/>
            <a:round/>
            <a:headEnd len="sm" w="sm" type="none"/>
            <a:tailEnd len="sm" w="sm" type="none"/>
          </a:ln>
        </p:spPr>
      </p:cxnSp>
      <p:cxnSp>
        <p:nvCxnSpPr>
          <p:cNvPr id="902" name="Google Shape;902;p45"/>
          <p:cNvCxnSpPr>
            <a:endCxn id="898" idx="4"/>
          </p:cNvCxnSpPr>
          <p:nvPr/>
        </p:nvCxnSpPr>
        <p:spPr>
          <a:xfrm rot="10800000">
            <a:off x="2209800" y="2769336"/>
            <a:ext cx="304800" cy="1461000"/>
          </a:xfrm>
          <a:prstGeom prst="straightConnector1">
            <a:avLst/>
          </a:prstGeom>
          <a:noFill/>
          <a:ln cap="flat" cmpd="sng" w="28575">
            <a:solidFill>
              <a:srgbClr val="FF0000"/>
            </a:solidFill>
            <a:prstDash val="solid"/>
            <a:round/>
            <a:headEnd len="sm" w="sm" type="none"/>
            <a:tailEnd len="sm" w="sm" type="none"/>
          </a:ln>
        </p:spPr>
      </p:cxnSp>
      <p:cxnSp>
        <p:nvCxnSpPr>
          <p:cNvPr id="903" name="Google Shape;903;p45"/>
          <p:cNvCxnSpPr>
            <a:endCxn id="898" idx="4"/>
          </p:cNvCxnSpPr>
          <p:nvPr/>
        </p:nvCxnSpPr>
        <p:spPr>
          <a:xfrm flipH="1" rot="10800000">
            <a:off x="1371600" y="2769336"/>
            <a:ext cx="838200" cy="2527800"/>
          </a:xfrm>
          <a:prstGeom prst="straightConnector1">
            <a:avLst/>
          </a:prstGeom>
          <a:noFill/>
          <a:ln cap="flat" cmpd="sng" w="28575">
            <a:solidFill>
              <a:srgbClr val="FF0000"/>
            </a:solidFill>
            <a:prstDash val="solid"/>
            <a:round/>
            <a:headEnd len="sm" w="sm" type="none"/>
            <a:tailEnd len="sm" w="sm" type="none"/>
          </a:ln>
        </p:spPr>
      </p:cxnSp>
      <p:cxnSp>
        <p:nvCxnSpPr>
          <p:cNvPr id="904" name="Google Shape;904;p45"/>
          <p:cNvCxnSpPr>
            <a:stCxn id="897" idx="6"/>
          </p:cNvCxnSpPr>
          <p:nvPr/>
        </p:nvCxnSpPr>
        <p:spPr>
          <a:xfrm>
            <a:off x="838200" y="3836136"/>
            <a:ext cx="1447800" cy="533400"/>
          </a:xfrm>
          <a:prstGeom prst="straightConnector1">
            <a:avLst/>
          </a:prstGeom>
          <a:noFill/>
          <a:ln cap="flat" cmpd="sng" w="28575">
            <a:solidFill>
              <a:srgbClr val="FF0000"/>
            </a:solidFill>
            <a:prstDash val="solid"/>
            <a:round/>
            <a:headEnd len="sm" w="sm" type="none"/>
            <a:tailEnd len="sm" w="sm" type="none"/>
          </a:ln>
        </p:spPr>
      </p:cxnSp>
      <p:sp>
        <p:nvSpPr>
          <p:cNvPr id="905" name="Google Shape;905;p45"/>
          <p:cNvSpPr/>
          <p:nvPr/>
        </p:nvSpPr>
        <p:spPr>
          <a:xfrm>
            <a:off x="2286000" y="42171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906" name="Google Shape;906;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907" name="Google Shape;907;p45"/>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500"/>
                                        <p:tgtEl>
                                          <p:spTgt spid="882"/>
                                        </p:tgtEl>
                                      </p:cBhvr>
                                    </p:animEffect>
                                  </p:childTnLst>
                                </p:cTn>
                              </p:par>
                              <p:par>
                                <p:cTn fill="hold" nodeType="with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500"/>
                                        <p:tgtEl>
                                          <p:spTgt spid="880"/>
                                        </p:tgtEl>
                                      </p:cBhvr>
                                    </p:animEffect>
                                  </p:childTnLst>
                                </p:cTn>
                              </p:par>
                              <p:par>
                                <p:cTn fill="hold" nodeType="with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500"/>
                                        <p:tgtEl>
                                          <p:spTgt spid="881"/>
                                        </p:tgtEl>
                                      </p:cBhvr>
                                    </p:animEffect>
                                  </p:childTnLst>
                                </p:cTn>
                              </p:par>
                              <p:par>
                                <p:cTn fill="hold" nodeType="with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500"/>
                                        <p:tgtEl>
                                          <p:spTgt spid="883"/>
                                        </p:tgtEl>
                                      </p:cBhvr>
                                    </p:animEffect>
                                  </p:childTnLst>
                                </p:cTn>
                              </p:par>
                              <p:par>
                                <p:cTn fill="hold" nodeType="with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500"/>
                                        <p:tgtEl>
                                          <p:spTgt spid="886"/>
                                        </p:tgtEl>
                                      </p:cBhvr>
                                    </p:animEffect>
                                  </p:childTnLst>
                                </p:cTn>
                              </p:par>
                              <p:par>
                                <p:cTn fill="hold" nodeType="with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500"/>
                                        <p:tgtEl>
                                          <p:spTgt spid="884"/>
                                        </p:tgtEl>
                                      </p:cBhvr>
                                    </p:animEffect>
                                  </p:childTnLst>
                                </p:cTn>
                              </p:par>
                              <p:par>
                                <p:cTn fill="hold" nodeType="with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500"/>
                                        <p:tgtEl>
                                          <p:spTgt spid="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879"/>
                                        </p:tgtEl>
                                        <p:attrNameLst>
                                          <p:attrName>r</p:attrName>
                                        </p:attrNameLst>
                                      </p:cBhvr>
                                    </p:animRot>
                                  </p:childTnLst>
                                </p:cTn>
                              </p:par>
                              <p:par>
                                <p:cTn fill="hold" nodeType="with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500"/>
                                        <p:tgtEl>
                                          <p:spTgt spid="888"/>
                                        </p:tgtEl>
                                      </p:cBhvr>
                                    </p:animEffect>
                                  </p:childTnLst>
                                </p:cTn>
                              </p:par>
                              <p:par>
                                <p:cTn fill="hold" nodeType="with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500"/>
                                        <p:tgtEl>
                                          <p:spTgt spid="889"/>
                                        </p:tgtEl>
                                      </p:cBhvr>
                                    </p:animEffect>
                                  </p:childTnLst>
                                </p:cTn>
                              </p:par>
                              <p:par>
                                <p:cTn fill="hold" nodeType="with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500"/>
                                        <p:tgtEl>
                                          <p:spTgt spid="890"/>
                                        </p:tgtEl>
                                      </p:cBhvr>
                                    </p:animEffect>
                                  </p:childTnLst>
                                </p:cTn>
                              </p:par>
                              <p:par>
                                <p:cTn fill="hold" nodeType="with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500"/>
                                        <p:tgtEl>
                                          <p:spTgt spid="891"/>
                                        </p:tgtEl>
                                      </p:cBhvr>
                                    </p:animEffect>
                                  </p:childTnLst>
                                </p:cTn>
                              </p:par>
                              <p:par>
                                <p:cTn fill="hold" nodeType="with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500"/>
                                        <p:tgtEl>
                                          <p:spTgt spid="8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8"/>
                                        </p:tgtEl>
                                      </p:cBhvr>
                                    </p:animEffect>
                                    <p:set>
                                      <p:cBhvr>
                                        <p:cTn dur="1" fill="hold">
                                          <p:stCondLst>
                                            <p:cond delay="500"/>
                                          </p:stCondLst>
                                        </p:cTn>
                                        <p:tgtEl>
                                          <p:spTgt spid="8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9"/>
                                        </p:tgtEl>
                                      </p:cBhvr>
                                    </p:animEffect>
                                    <p:set>
                                      <p:cBhvr>
                                        <p:cTn dur="1" fill="hold">
                                          <p:stCondLst>
                                            <p:cond delay="500"/>
                                          </p:stCondLst>
                                        </p:cTn>
                                        <p:tgtEl>
                                          <p:spTgt spid="8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90"/>
                                        </p:tgtEl>
                                      </p:cBhvr>
                                    </p:animEffect>
                                    <p:set>
                                      <p:cBhvr>
                                        <p:cTn dur="1" fill="hold">
                                          <p:stCondLst>
                                            <p:cond delay="500"/>
                                          </p:stCondLst>
                                        </p:cTn>
                                        <p:tgtEl>
                                          <p:spTgt spid="8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91"/>
                                        </p:tgtEl>
                                      </p:cBhvr>
                                    </p:animEffect>
                                    <p:set>
                                      <p:cBhvr>
                                        <p:cTn dur="1" fill="hold">
                                          <p:stCondLst>
                                            <p:cond delay="500"/>
                                          </p:stCondLst>
                                        </p:cTn>
                                        <p:tgtEl>
                                          <p:spTgt spid="8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92"/>
                                        </p:tgtEl>
                                      </p:cBhvr>
                                    </p:animEffect>
                                    <p:set>
                                      <p:cBhvr>
                                        <p:cTn dur="1" fill="hold">
                                          <p:stCondLst>
                                            <p:cond delay="500"/>
                                          </p:stCondLst>
                                        </p:cTn>
                                        <p:tgtEl>
                                          <p:spTgt spid="89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46"/>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913" name="Google Shape;913;p46"/>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914" name="Google Shape;914;p46"/>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915" name="Google Shape;915;p4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16" name="Google Shape;916;p46"/>
          <p:cNvSpPr/>
          <p:nvPr/>
        </p:nvSpPr>
        <p:spPr>
          <a:xfrm>
            <a:off x="3581400" y="3770821"/>
            <a:ext cx="558800" cy="733425"/>
          </a:xfrm>
          <a:prstGeom prst="rightArrow">
            <a:avLst>
              <a:gd fmla="val 50000" name="adj1"/>
              <a:gd fmla="val 50019" name="adj2"/>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917" name="Google Shape;917;p46"/>
          <p:cNvPicPr preferRelativeResize="0"/>
          <p:nvPr/>
        </p:nvPicPr>
        <p:blipFill rotWithShape="1">
          <a:blip r:embed="rId3">
            <a:alphaModFix/>
          </a:blip>
          <a:srcRect b="0" l="0" r="0" t="0"/>
          <a:stretch/>
        </p:blipFill>
        <p:spPr>
          <a:xfrm>
            <a:off x="4215268" y="3213473"/>
            <a:ext cx="4586287" cy="2200275"/>
          </a:xfrm>
          <a:prstGeom prst="rect">
            <a:avLst/>
          </a:prstGeom>
          <a:noFill/>
          <a:ln>
            <a:noFill/>
          </a:ln>
        </p:spPr>
      </p:pic>
      <p:sp>
        <p:nvSpPr>
          <p:cNvPr id="918" name="Google Shape;918;p46"/>
          <p:cNvSpPr/>
          <p:nvPr/>
        </p:nvSpPr>
        <p:spPr>
          <a:xfrm>
            <a:off x="5312230" y="3289673"/>
            <a:ext cx="457200" cy="2057400"/>
          </a:xfrm>
          <a:prstGeom prst="rect">
            <a:avLst/>
          </a:prstGeom>
          <a:solidFill>
            <a:srgbClr val="D9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919" name="Google Shape;919;p46"/>
          <p:cNvSpPr txBox="1"/>
          <p:nvPr/>
        </p:nvSpPr>
        <p:spPr>
          <a:xfrm>
            <a:off x="2438400" y="3085021"/>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4</a:t>
            </a:r>
            <a:endParaRPr b="1" baseline="-25000" sz="2800">
              <a:solidFill>
                <a:srgbClr val="FF0000"/>
              </a:solidFill>
              <a:latin typeface="Times New Roman"/>
              <a:ea typeface="Times New Roman"/>
              <a:cs typeface="Times New Roman"/>
              <a:sym typeface="Times New Roman"/>
            </a:endParaRPr>
          </a:p>
        </p:txBody>
      </p:sp>
      <p:sp>
        <p:nvSpPr>
          <p:cNvPr id="920" name="Google Shape;920;p46"/>
          <p:cNvSpPr txBox="1"/>
          <p:nvPr/>
        </p:nvSpPr>
        <p:spPr>
          <a:xfrm>
            <a:off x="2819400" y="2704021"/>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5</a:t>
            </a:r>
            <a:endParaRPr b="1" baseline="-25000" sz="2800">
              <a:solidFill>
                <a:srgbClr val="FF0000"/>
              </a:solidFill>
              <a:latin typeface="Times New Roman"/>
              <a:ea typeface="Times New Roman"/>
              <a:cs typeface="Times New Roman"/>
              <a:sym typeface="Times New Roman"/>
            </a:endParaRPr>
          </a:p>
        </p:txBody>
      </p:sp>
      <p:sp>
        <p:nvSpPr>
          <p:cNvPr id="921" name="Google Shape;921;p46"/>
          <p:cNvSpPr/>
          <p:nvPr/>
        </p:nvSpPr>
        <p:spPr>
          <a:xfrm>
            <a:off x="5998030" y="3289673"/>
            <a:ext cx="457200" cy="2057400"/>
          </a:xfrm>
          <a:prstGeom prst="rect">
            <a:avLst/>
          </a:prstGeom>
          <a:solidFill>
            <a:srgbClr val="D9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922" name="Google Shape;922;p46"/>
          <p:cNvSpPr/>
          <p:nvPr/>
        </p:nvSpPr>
        <p:spPr>
          <a:xfrm>
            <a:off x="6683830" y="3289673"/>
            <a:ext cx="457200" cy="2057400"/>
          </a:xfrm>
          <a:prstGeom prst="rect">
            <a:avLst/>
          </a:prstGeom>
          <a:solidFill>
            <a:srgbClr val="D9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923" name="Google Shape;923;p46"/>
          <p:cNvSpPr/>
          <p:nvPr/>
        </p:nvSpPr>
        <p:spPr>
          <a:xfrm>
            <a:off x="7293430" y="3289673"/>
            <a:ext cx="1295400" cy="2057400"/>
          </a:xfrm>
          <a:prstGeom prst="rect">
            <a:avLst/>
          </a:prstGeom>
          <a:solidFill>
            <a:srgbClr val="D9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924" name="Google Shape;924;p46"/>
          <p:cNvPicPr preferRelativeResize="0"/>
          <p:nvPr/>
        </p:nvPicPr>
        <p:blipFill rotWithShape="1">
          <a:blip r:embed="rId4">
            <a:alphaModFix/>
          </a:blip>
          <a:srcRect b="0" l="0" r="0" t="0"/>
          <a:stretch/>
        </p:blipFill>
        <p:spPr>
          <a:xfrm>
            <a:off x="5388430" y="2680073"/>
            <a:ext cx="3352800" cy="495300"/>
          </a:xfrm>
          <a:prstGeom prst="rect">
            <a:avLst/>
          </a:prstGeom>
          <a:noFill/>
          <a:ln>
            <a:noFill/>
          </a:ln>
        </p:spPr>
      </p:pic>
      <p:sp>
        <p:nvSpPr>
          <p:cNvPr id="925" name="Google Shape;925;p46"/>
          <p:cNvSpPr txBox="1"/>
          <p:nvPr/>
        </p:nvSpPr>
        <p:spPr>
          <a:xfrm>
            <a:off x="533400" y="4228021"/>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1</a:t>
            </a:r>
            <a:endParaRPr b="1" baseline="-25000" sz="2800">
              <a:solidFill>
                <a:srgbClr val="FF0000"/>
              </a:solidFill>
              <a:latin typeface="Times New Roman"/>
              <a:ea typeface="Times New Roman"/>
              <a:cs typeface="Times New Roman"/>
              <a:sym typeface="Times New Roman"/>
            </a:endParaRPr>
          </a:p>
        </p:txBody>
      </p:sp>
      <p:sp>
        <p:nvSpPr>
          <p:cNvPr id="926" name="Google Shape;926;p46"/>
          <p:cNvSpPr txBox="1"/>
          <p:nvPr/>
        </p:nvSpPr>
        <p:spPr>
          <a:xfrm>
            <a:off x="1143000" y="2551621"/>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2</a:t>
            </a:r>
            <a:endParaRPr b="1" baseline="-25000" sz="2800">
              <a:solidFill>
                <a:srgbClr val="FF0000"/>
              </a:solidFill>
              <a:latin typeface="Times New Roman"/>
              <a:ea typeface="Times New Roman"/>
              <a:cs typeface="Times New Roman"/>
              <a:sym typeface="Times New Roman"/>
            </a:endParaRPr>
          </a:p>
        </p:txBody>
      </p:sp>
      <p:sp>
        <p:nvSpPr>
          <p:cNvPr id="927" name="Google Shape;927;p46"/>
          <p:cNvSpPr txBox="1"/>
          <p:nvPr/>
        </p:nvSpPr>
        <p:spPr>
          <a:xfrm>
            <a:off x="1295400" y="3694621"/>
            <a:ext cx="590550" cy="595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3</a:t>
            </a:r>
            <a:endParaRPr b="1" baseline="-25000" sz="2800">
              <a:solidFill>
                <a:srgbClr val="FF0000"/>
              </a:solidFill>
              <a:latin typeface="Times New Roman"/>
              <a:ea typeface="Times New Roman"/>
              <a:cs typeface="Times New Roman"/>
              <a:sym typeface="Times New Roman"/>
            </a:endParaRPr>
          </a:p>
        </p:txBody>
      </p:sp>
      <p:cxnSp>
        <p:nvCxnSpPr>
          <p:cNvPr id="928" name="Google Shape;928;p46"/>
          <p:cNvCxnSpPr/>
          <p:nvPr/>
        </p:nvCxnSpPr>
        <p:spPr>
          <a:xfrm>
            <a:off x="886943" y="3829456"/>
            <a:ext cx="0" cy="820502"/>
          </a:xfrm>
          <a:prstGeom prst="straightConnector1">
            <a:avLst/>
          </a:prstGeom>
          <a:noFill/>
          <a:ln cap="flat" cmpd="sng" w="28575">
            <a:solidFill>
              <a:srgbClr val="FF0000"/>
            </a:solidFill>
            <a:prstDash val="solid"/>
            <a:round/>
            <a:headEnd len="sm" w="sm" type="none"/>
            <a:tailEnd len="med" w="med" type="stealth"/>
          </a:ln>
        </p:spPr>
      </p:cxnSp>
      <p:cxnSp>
        <p:nvCxnSpPr>
          <p:cNvPr id="929" name="Google Shape;929;p46"/>
          <p:cNvCxnSpPr/>
          <p:nvPr/>
        </p:nvCxnSpPr>
        <p:spPr>
          <a:xfrm rot="-5400000">
            <a:off x="1389019" y="2536805"/>
            <a:ext cx="609600" cy="791632"/>
          </a:xfrm>
          <a:prstGeom prst="straightConnector1">
            <a:avLst/>
          </a:prstGeom>
          <a:noFill/>
          <a:ln cap="flat" cmpd="sng" w="28575">
            <a:solidFill>
              <a:srgbClr val="FF0000"/>
            </a:solidFill>
            <a:prstDash val="solid"/>
            <a:round/>
            <a:headEnd len="med" w="med" type="stealth"/>
            <a:tailEnd len="sm" w="sm" type="none"/>
          </a:ln>
        </p:spPr>
      </p:cxnSp>
      <p:sp>
        <p:nvSpPr>
          <p:cNvPr id="930" name="Google Shape;930;p46"/>
          <p:cNvSpPr/>
          <p:nvPr/>
        </p:nvSpPr>
        <p:spPr>
          <a:xfrm>
            <a:off x="1295400" y="514242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931" name="Google Shape;931;p46"/>
          <p:cNvSpPr/>
          <p:nvPr/>
        </p:nvSpPr>
        <p:spPr>
          <a:xfrm>
            <a:off x="533400" y="361842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932" name="Google Shape;932;p46"/>
          <p:cNvSpPr/>
          <p:nvPr/>
        </p:nvSpPr>
        <p:spPr>
          <a:xfrm>
            <a:off x="2057400" y="239922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cxnSp>
        <p:nvCxnSpPr>
          <p:cNvPr id="933" name="Google Shape;933;p46"/>
          <p:cNvCxnSpPr/>
          <p:nvPr/>
        </p:nvCxnSpPr>
        <p:spPr>
          <a:xfrm rot="-5400000">
            <a:off x="945963" y="4348858"/>
            <a:ext cx="1308474" cy="457200"/>
          </a:xfrm>
          <a:prstGeom prst="straightConnector1">
            <a:avLst/>
          </a:prstGeom>
          <a:noFill/>
          <a:ln cap="flat" cmpd="sng" w="28575">
            <a:solidFill>
              <a:srgbClr val="FF0000"/>
            </a:solidFill>
            <a:prstDash val="solid"/>
            <a:round/>
            <a:headEnd len="sm" w="sm" type="none"/>
            <a:tailEnd len="med" w="med" type="stealth"/>
          </a:ln>
        </p:spPr>
      </p:cxnSp>
      <p:sp>
        <p:nvSpPr>
          <p:cNvPr id="934" name="Google Shape;934;p46"/>
          <p:cNvSpPr/>
          <p:nvPr/>
        </p:nvSpPr>
        <p:spPr>
          <a:xfrm>
            <a:off x="2514600" y="407562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cxnSp>
        <p:nvCxnSpPr>
          <p:cNvPr id="935" name="Google Shape;935;p46"/>
          <p:cNvCxnSpPr>
            <a:stCxn id="929" idx="0"/>
            <a:endCxn id="931" idx="7"/>
          </p:cNvCxnSpPr>
          <p:nvPr/>
        </p:nvCxnSpPr>
        <p:spPr>
          <a:xfrm flipH="1">
            <a:off x="793563" y="3237358"/>
            <a:ext cx="504300" cy="425700"/>
          </a:xfrm>
          <a:prstGeom prst="straightConnector1">
            <a:avLst/>
          </a:prstGeom>
          <a:noFill/>
          <a:ln cap="flat" cmpd="sng" w="28575">
            <a:solidFill>
              <a:srgbClr val="FF0000"/>
            </a:solidFill>
            <a:prstDash val="solid"/>
            <a:round/>
            <a:headEnd len="sm" w="sm" type="none"/>
            <a:tailEnd len="sm" w="sm" type="none"/>
          </a:ln>
        </p:spPr>
      </p:cxnSp>
      <p:cxnSp>
        <p:nvCxnSpPr>
          <p:cNvPr id="936" name="Google Shape;936;p46"/>
          <p:cNvCxnSpPr>
            <a:stCxn id="930" idx="1"/>
            <a:endCxn id="928" idx="1"/>
          </p:cNvCxnSpPr>
          <p:nvPr/>
        </p:nvCxnSpPr>
        <p:spPr>
          <a:xfrm rot="10800000">
            <a:off x="1047537" y="4617058"/>
            <a:ext cx="292500" cy="570000"/>
          </a:xfrm>
          <a:prstGeom prst="straightConnector1">
            <a:avLst/>
          </a:prstGeom>
          <a:noFill/>
          <a:ln cap="flat" cmpd="sng" w="28575">
            <a:solidFill>
              <a:srgbClr val="FF0000"/>
            </a:solidFill>
            <a:prstDash val="solid"/>
            <a:round/>
            <a:headEnd len="sm" w="sm" type="none"/>
            <a:tailEnd len="sm" w="sm" type="none"/>
          </a:ln>
        </p:spPr>
      </p:cxnSp>
      <p:cxnSp>
        <p:nvCxnSpPr>
          <p:cNvPr id="937" name="Google Shape;937;p46"/>
          <p:cNvCxnSpPr>
            <a:endCxn id="932" idx="4"/>
          </p:cNvCxnSpPr>
          <p:nvPr/>
        </p:nvCxnSpPr>
        <p:spPr>
          <a:xfrm flipH="1" rot="10800000">
            <a:off x="1828800" y="2704021"/>
            <a:ext cx="381000" cy="1219200"/>
          </a:xfrm>
          <a:prstGeom prst="straightConnector1">
            <a:avLst/>
          </a:prstGeom>
          <a:noFill/>
          <a:ln cap="flat" cmpd="sng" w="28575">
            <a:solidFill>
              <a:srgbClr val="FF0000"/>
            </a:solidFill>
            <a:prstDash val="solid"/>
            <a:round/>
            <a:headEnd len="sm" w="sm" type="none"/>
            <a:tailEnd len="sm" w="sm" type="none"/>
          </a:ln>
        </p:spPr>
      </p:cxnSp>
      <p:sp>
        <p:nvSpPr>
          <p:cNvPr id="938" name="Google Shape;938;p46"/>
          <p:cNvSpPr/>
          <p:nvPr/>
        </p:nvSpPr>
        <p:spPr>
          <a:xfrm>
            <a:off x="2133600" y="2475421"/>
            <a:ext cx="1143000" cy="1676400"/>
          </a:xfrm>
          <a:prstGeom prst="arc">
            <a:avLst>
              <a:gd fmla="val 14605763" name="adj1"/>
              <a:gd fmla="val 5057365" name="adj2"/>
            </a:avLst>
          </a:prstGeom>
          <a:noFill/>
          <a:ln cap="flat" cmpd="sng" w="2857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939" name="Google Shape;939;p46"/>
          <p:cNvCxnSpPr>
            <a:stCxn id="934" idx="1"/>
            <a:endCxn id="932" idx="5"/>
          </p:cNvCxnSpPr>
          <p:nvPr/>
        </p:nvCxnSpPr>
        <p:spPr>
          <a:xfrm rot="10800000">
            <a:off x="2317437" y="2659258"/>
            <a:ext cx="241800" cy="1461000"/>
          </a:xfrm>
          <a:prstGeom prst="straightConnector1">
            <a:avLst/>
          </a:prstGeom>
          <a:noFill/>
          <a:ln cap="flat" cmpd="sng" w="28575">
            <a:solidFill>
              <a:srgbClr val="FF0000"/>
            </a:solidFill>
            <a:prstDash val="solid"/>
            <a:round/>
            <a:headEnd len="sm" w="sm" type="none"/>
            <a:tailEnd len="med" w="med" type="stealth"/>
          </a:ln>
        </p:spPr>
      </p:cxnSp>
      <p:sp>
        <p:nvSpPr>
          <p:cNvPr id="940" name="Google Shape;940;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941" name="Google Shape;941;p46"/>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916"/>
                                        </p:tgtEl>
                                        <p:attrNameLst>
                                          <p:attrName>r</p:attrName>
                                        </p:attrNameLst>
                                      </p:cBhvr>
                                    </p:animRot>
                                  </p:childTnLst>
                                </p:cTn>
                              </p:par>
                              <p:par>
                                <p:cTn fill="hold" nodeType="withEffect" presetClass="entr" presetID="10" presetSubtype="0">
                                  <p:stCondLst>
                                    <p:cond delay="0"/>
                                  </p:stCondLst>
                                  <p:childTnLst>
                                    <p:set>
                                      <p:cBhvr>
                                        <p:cTn dur="1" fill="hold">
                                          <p:stCondLst>
                                            <p:cond delay="0"/>
                                          </p:stCondLst>
                                        </p:cTn>
                                        <p:tgtEl>
                                          <p:spTgt spid="918"/>
                                        </p:tgtEl>
                                        <p:attrNameLst>
                                          <p:attrName>style.visibility</p:attrName>
                                        </p:attrNameLst>
                                      </p:cBhvr>
                                      <p:to>
                                        <p:strVal val="visible"/>
                                      </p:to>
                                    </p:set>
                                    <p:animEffect filter="fade" transition="in">
                                      <p:cBhvr>
                                        <p:cTn dur="500"/>
                                        <p:tgtEl>
                                          <p:spTgt spid="918"/>
                                        </p:tgtEl>
                                      </p:cBhvr>
                                    </p:animEffect>
                                  </p:childTnLst>
                                </p:cTn>
                              </p:par>
                              <p:par>
                                <p:cTn fill="hold" nodeType="withEffect" presetClass="entr" presetID="10" presetSubtype="0">
                                  <p:stCondLst>
                                    <p:cond delay="0"/>
                                  </p:stCondLst>
                                  <p:childTnLst>
                                    <p:set>
                                      <p:cBhvr>
                                        <p:cTn dur="1" fill="hold">
                                          <p:stCondLst>
                                            <p:cond delay="0"/>
                                          </p:stCondLst>
                                        </p:cTn>
                                        <p:tgtEl>
                                          <p:spTgt spid="921"/>
                                        </p:tgtEl>
                                        <p:attrNameLst>
                                          <p:attrName>style.visibility</p:attrName>
                                        </p:attrNameLst>
                                      </p:cBhvr>
                                      <p:to>
                                        <p:strVal val="visible"/>
                                      </p:to>
                                    </p:set>
                                    <p:animEffect filter="fade" transition="in">
                                      <p:cBhvr>
                                        <p:cTn dur="500"/>
                                        <p:tgtEl>
                                          <p:spTgt spid="921"/>
                                        </p:tgtEl>
                                      </p:cBhvr>
                                    </p:animEffect>
                                  </p:childTnLst>
                                </p:cTn>
                              </p:par>
                              <p:par>
                                <p:cTn fill="hold" nodeType="withEffect" presetClass="entr" presetID="10" presetSubtype="0">
                                  <p:stCondLst>
                                    <p:cond delay="0"/>
                                  </p:stCondLst>
                                  <p:childTnLst>
                                    <p:set>
                                      <p:cBhvr>
                                        <p:cTn dur="1" fill="hold">
                                          <p:stCondLst>
                                            <p:cond delay="0"/>
                                          </p:stCondLst>
                                        </p:cTn>
                                        <p:tgtEl>
                                          <p:spTgt spid="922"/>
                                        </p:tgtEl>
                                        <p:attrNameLst>
                                          <p:attrName>style.visibility</p:attrName>
                                        </p:attrNameLst>
                                      </p:cBhvr>
                                      <p:to>
                                        <p:strVal val="visible"/>
                                      </p:to>
                                    </p:set>
                                    <p:animEffect filter="fade" transition="in">
                                      <p:cBhvr>
                                        <p:cTn dur="500"/>
                                        <p:tgtEl>
                                          <p:spTgt spid="922"/>
                                        </p:tgtEl>
                                      </p:cBhvr>
                                    </p:animEffect>
                                  </p:childTnLst>
                                </p:cTn>
                              </p:par>
                              <p:par>
                                <p:cTn fill="hold" nodeType="withEffect" presetClass="entr" presetID="10" presetSubtype="0">
                                  <p:stCondLst>
                                    <p:cond delay="0"/>
                                  </p:stCondLst>
                                  <p:childTnLst>
                                    <p:set>
                                      <p:cBhvr>
                                        <p:cTn dur="1" fill="hold">
                                          <p:stCondLst>
                                            <p:cond delay="0"/>
                                          </p:stCondLst>
                                        </p:cTn>
                                        <p:tgtEl>
                                          <p:spTgt spid="923"/>
                                        </p:tgtEl>
                                        <p:attrNameLst>
                                          <p:attrName>style.visibility</p:attrName>
                                        </p:attrNameLst>
                                      </p:cBhvr>
                                      <p:to>
                                        <p:strVal val="visible"/>
                                      </p:to>
                                    </p:set>
                                    <p:animEffect filter="fade" transition="in">
                                      <p:cBhvr>
                                        <p:cTn dur="500"/>
                                        <p:tgtEl>
                                          <p:spTgt spid="9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18"/>
                                        </p:tgtEl>
                                      </p:cBhvr>
                                    </p:animEffect>
                                    <p:set>
                                      <p:cBhvr>
                                        <p:cTn dur="1" fill="hold">
                                          <p:stCondLst>
                                            <p:cond delay="500"/>
                                          </p:stCondLst>
                                        </p:cTn>
                                        <p:tgtEl>
                                          <p:spTgt spid="9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21"/>
                                        </p:tgtEl>
                                      </p:cBhvr>
                                    </p:animEffect>
                                    <p:set>
                                      <p:cBhvr>
                                        <p:cTn dur="1" fill="hold">
                                          <p:stCondLst>
                                            <p:cond delay="500"/>
                                          </p:stCondLst>
                                        </p:cTn>
                                        <p:tgtEl>
                                          <p:spTgt spid="9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22"/>
                                        </p:tgtEl>
                                      </p:cBhvr>
                                    </p:animEffect>
                                    <p:set>
                                      <p:cBhvr>
                                        <p:cTn dur="1" fill="hold">
                                          <p:stCondLst>
                                            <p:cond delay="500"/>
                                          </p:stCondLst>
                                        </p:cTn>
                                        <p:tgtEl>
                                          <p:spTgt spid="9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23"/>
                                        </p:tgtEl>
                                      </p:cBhvr>
                                    </p:animEffect>
                                    <p:set>
                                      <p:cBhvr>
                                        <p:cTn dur="1" fill="hold">
                                          <p:stCondLst>
                                            <p:cond delay="500"/>
                                          </p:stCondLst>
                                        </p:cTn>
                                        <p:tgtEl>
                                          <p:spTgt spid="92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47"/>
          <p:cNvSpPr txBox="1"/>
          <p:nvPr>
            <p:ph type="title"/>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Nội dung</a:t>
            </a:r>
            <a:endParaRPr/>
          </a:p>
        </p:txBody>
      </p:sp>
      <p:sp>
        <p:nvSpPr>
          <p:cNvPr id="947" name="Google Shape;947;p47"/>
          <p:cNvSpPr txBox="1"/>
          <p:nvPr>
            <p:ph idx="1" type="body"/>
          </p:nvPr>
        </p:nvSpPr>
        <p:spPr>
          <a:xfrm>
            <a:off x="762000" y="1600200"/>
            <a:ext cx="7467600" cy="4525963"/>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lang="en-US" sz="2800"/>
              <a:t>Giới thiệu</a:t>
            </a:r>
            <a:endParaRPr sz="2800"/>
          </a:p>
          <a:p>
            <a:pPr indent="-342900" lvl="0" marL="342900" rtl="0" algn="l">
              <a:spcBef>
                <a:spcPts val="560"/>
              </a:spcBef>
              <a:spcAft>
                <a:spcPts val="0"/>
              </a:spcAft>
              <a:buClr>
                <a:schemeClr val="dk1"/>
              </a:buClr>
              <a:buSzPts val="2800"/>
              <a:buFont typeface="Noto Sans Symbols"/>
              <a:buChar char="▪"/>
            </a:pPr>
            <a:r>
              <a:rPr lang="en-US" sz="2800"/>
              <a:t>Khái niệm cơ bản</a:t>
            </a:r>
            <a:endParaRPr sz="2800"/>
          </a:p>
          <a:p>
            <a:pPr indent="-285750" lvl="1" marL="742950" rtl="0" algn="l">
              <a:spcBef>
                <a:spcPts val="480"/>
              </a:spcBef>
              <a:spcAft>
                <a:spcPts val="0"/>
              </a:spcAft>
              <a:buClr>
                <a:schemeClr val="dk1"/>
              </a:buClr>
              <a:buSzPts val="2400"/>
              <a:buFont typeface="Noto Sans Symbols"/>
              <a:buChar char="▪"/>
            </a:pPr>
            <a:r>
              <a:rPr lang="en-US" sz="2400"/>
              <a:t>Đồ thị có hướng và đồ thị vô hướng</a:t>
            </a:r>
            <a:endParaRPr sz="2400"/>
          </a:p>
          <a:p>
            <a:pPr indent="-285750" lvl="1" marL="742950" rtl="0" algn="l">
              <a:spcBef>
                <a:spcPts val="480"/>
              </a:spcBef>
              <a:spcAft>
                <a:spcPts val="0"/>
              </a:spcAft>
              <a:buClr>
                <a:schemeClr val="dk1"/>
              </a:buClr>
              <a:buSzPts val="2400"/>
              <a:buFont typeface="Noto Sans Symbols"/>
              <a:buChar char="▪"/>
            </a:pPr>
            <a:r>
              <a:rPr lang="en-US" sz="2400"/>
              <a:t>Bậc, nửa bậc vào, nửa bậc ra</a:t>
            </a:r>
            <a:endParaRPr sz="2400"/>
          </a:p>
          <a:p>
            <a:pPr indent="-285750" lvl="1" marL="742950" rtl="0" algn="l">
              <a:spcBef>
                <a:spcPts val="480"/>
              </a:spcBef>
              <a:spcAft>
                <a:spcPts val="0"/>
              </a:spcAft>
              <a:buClr>
                <a:schemeClr val="dk1"/>
              </a:buClr>
              <a:buSzPts val="2400"/>
              <a:buFont typeface="Noto Sans Symbols"/>
              <a:buChar char="▪"/>
            </a:pPr>
            <a:r>
              <a:rPr lang="en-US" sz="2400"/>
              <a:t>Đường đi chu trình, tính liên thông</a:t>
            </a:r>
            <a:endParaRPr sz="2400"/>
          </a:p>
          <a:p>
            <a:pPr indent="-342900" lvl="0" marL="342900" rtl="0" algn="l">
              <a:spcBef>
                <a:spcPts val="560"/>
              </a:spcBef>
              <a:spcAft>
                <a:spcPts val="0"/>
              </a:spcAft>
              <a:buClr>
                <a:schemeClr val="dk1"/>
              </a:buClr>
              <a:buSzPts val="2800"/>
              <a:buFont typeface="Noto Sans Symbols"/>
              <a:buChar char="▪"/>
            </a:pPr>
            <a:r>
              <a:rPr lang="en-US" sz="2800"/>
              <a:t>Biểu diễn đồ thị</a:t>
            </a:r>
            <a:endParaRPr sz="2800"/>
          </a:p>
          <a:p>
            <a:pPr indent="-285750" lvl="1" marL="742950" rtl="0" algn="l">
              <a:spcBef>
                <a:spcPts val="480"/>
              </a:spcBef>
              <a:spcAft>
                <a:spcPts val="0"/>
              </a:spcAft>
              <a:buClr>
                <a:schemeClr val="dk1"/>
              </a:buClr>
              <a:buSzPts val="2400"/>
              <a:buFont typeface="Noto Sans Symbols"/>
              <a:buChar char="▪"/>
            </a:pPr>
            <a:r>
              <a:rPr lang="en-US" sz="2400"/>
              <a:t>Ma trận kề</a:t>
            </a:r>
            <a:endParaRPr sz="2400"/>
          </a:p>
          <a:p>
            <a:pPr indent="-285750" lvl="1" marL="742950" rtl="0" algn="l">
              <a:spcBef>
                <a:spcPts val="480"/>
              </a:spcBef>
              <a:spcAft>
                <a:spcPts val="0"/>
              </a:spcAft>
              <a:buClr>
                <a:schemeClr val="dk1"/>
              </a:buClr>
              <a:buSzPts val="2400"/>
              <a:buFont typeface="Noto Sans Symbols"/>
              <a:buChar char="▪"/>
            </a:pPr>
            <a:r>
              <a:rPr lang="en-US" sz="2400"/>
              <a:t>Ma trận liên thuộc</a:t>
            </a:r>
            <a:endParaRPr sz="2400"/>
          </a:p>
          <a:p>
            <a:pPr indent="-285750" lvl="1" marL="742950" rtl="0" algn="l">
              <a:spcBef>
                <a:spcPts val="480"/>
              </a:spcBef>
              <a:spcAft>
                <a:spcPts val="0"/>
              </a:spcAft>
              <a:buClr>
                <a:schemeClr val="dk1"/>
              </a:buClr>
              <a:buSzPts val="2400"/>
              <a:buFont typeface="Noto Sans Symbols"/>
              <a:buChar char="▪"/>
            </a:pPr>
            <a:r>
              <a:rPr b="1" lang="en-US" sz="2400"/>
              <a:t>Danh sách cạnh (cung)</a:t>
            </a:r>
            <a:endParaRPr/>
          </a:p>
          <a:p>
            <a:pPr indent="-285750" lvl="1" marL="742950" rtl="0" algn="l">
              <a:spcBef>
                <a:spcPts val="480"/>
              </a:spcBef>
              <a:spcAft>
                <a:spcPts val="0"/>
              </a:spcAft>
              <a:buClr>
                <a:schemeClr val="dk1"/>
              </a:buClr>
              <a:buSzPts val="2400"/>
              <a:buFont typeface="Noto Sans Symbols"/>
              <a:buChar char="▪"/>
            </a:pPr>
            <a:r>
              <a:rPr lang="en-US" sz="2400"/>
              <a:t>Danh sách kề</a:t>
            </a:r>
            <a:endParaRPr sz="2400"/>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954" name="Google Shape;954;p48"/>
          <p:cNvSpPr txBox="1"/>
          <p:nvPr>
            <p:ph idx="1" type="body"/>
          </p:nvPr>
        </p:nvSpPr>
        <p:spPr>
          <a:xfrm>
            <a:off x="457200" y="1535125"/>
            <a:ext cx="4114800" cy="639900"/>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D</a:t>
            </a:r>
            <a:r>
              <a:rPr lang="en-US"/>
              <a:t>ANH SÁCH CUNG</a:t>
            </a:r>
            <a:endParaRPr/>
          </a:p>
        </p:txBody>
      </p:sp>
      <p:sp>
        <p:nvSpPr>
          <p:cNvPr id="955" name="Google Shape;955;p48"/>
          <p:cNvSpPr txBox="1"/>
          <p:nvPr>
            <p:ph idx="2" type="body"/>
          </p:nvPr>
        </p:nvSpPr>
        <p:spPr>
          <a:xfrm>
            <a:off x="457200" y="2174875"/>
            <a:ext cx="4114800" cy="3951300"/>
          </a:xfrm>
          <a:prstGeom prst="rect">
            <a:avLst/>
          </a:prstGeom>
          <a:solidFill>
            <a:srgbClr val="00B05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lang="en-US">
                <a:solidFill>
                  <a:srgbClr val="002060"/>
                </a:solidFill>
              </a:rPr>
              <a:t>Dùng với đồ thị: </a:t>
            </a:r>
            <a:r>
              <a:rPr lang="en-US" sz="2400">
                <a:solidFill>
                  <a:srgbClr val="002060"/>
                </a:solidFill>
              </a:rPr>
              <a:t>|E| &lt; 6|V| </a:t>
            </a:r>
            <a:endParaRPr/>
          </a:p>
          <a:p>
            <a:pPr indent="-342900" lvl="0" marL="342900" rtl="0" algn="l">
              <a:spcBef>
                <a:spcPts val="480"/>
              </a:spcBef>
              <a:spcAft>
                <a:spcPts val="0"/>
              </a:spcAft>
              <a:buClr>
                <a:srgbClr val="002060"/>
              </a:buClr>
              <a:buSzPts val="2400"/>
              <a:buFont typeface="Noto Sans Symbols"/>
              <a:buChar char="▪"/>
            </a:pPr>
            <a:r>
              <a:rPr lang="en-US" sz="2400">
                <a:solidFill>
                  <a:srgbClr val="002060"/>
                </a:solidFill>
              </a:rPr>
              <a:t>Danh sách cung(cạnh) của G sẽ bao gồm hai mảng 1 chiều có kích thước |E|: </a:t>
            </a:r>
            <a:endParaRPr/>
          </a:p>
          <a:p>
            <a:pPr indent="-285750" lvl="1" marL="742950" rtl="0" algn="l">
              <a:spcBef>
                <a:spcPts val="400"/>
              </a:spcBef>
              <a:spcAft>
                <a:spcPts val="0"/>
              </a:spcAft>
              <a:buClr>
                <a:srgbClr val="002060"/>
              </a:buClr>
              <a:buSzPts val="2000"/>
              <a:buFont typeface="Noto Sans Symbols"/>
              <a:buChar char="▪"/>
            </a:pPr>
            <a:r>
              <a:rPr lang="en-US">
                <a:solidFill>
                  <a:srgbClr val="002060"/>
                </a:solidFill>
              </a:rPr>
              <a:t>Mảng </a:t>
            </a:r>
            <a:r>
              <a:rPr b="1" lang="en-US">
                <a:solidFill>
                  <a:srgbClr val="FF0000"/>
                </a:solidFill>
              </a:rPr>
              <a:t>Đầu</a:t>
            </a:r>
            <a:r>
              <a:rPr lang="en-US">
                <a:solidFill>
                  <a:srgbClr val="FF0000"/>
                </a:solidFill>
              </a:rPr>
              <a:t> </a:t>
            </a:r>
            <a:r>
              <a:rPr lang="en-US">
                <a:solidFill>
                  <a:srgbClr val="002060"/>
                </a:solidFill>
              </a:rPr>
              <a:t>lưu các đỉnh đầu của các cung</a:t>
            </a:r>
            <a:endParaRPr>
              <a:solidFill>
                <a:srgbClr val="002060"/>
              </a:solidFill>
            </a:endParaRPr>
          </a:p>
          <a:p>
            <a:pPr indent="-285750" lvl="1" marL="742950" rtl="0" algn="l">
              <a:spcBef>
                <a:spcPts val="400"/>
              </a:spcBef>
              <a:spcAft>
                <a:spcPts val="0"/>
              </a:spcAft>
              <a:buClr>
                <a:srgbClr val="002060"/>
              </a:buClr>
              <a:buSzPts val="2000"/>
              <a:buFont typeface="Noto Sans Symbols"/>
              <a:buChar char="▪"/>
            </a:pPr>
            <a:r>
              <a:rPr lang="en-US">
                <a:solidFill>
                  <a:srgbClr val="002060"/>
                </a:solidFill>
              </a:rPr>
              <a:t> Mảng </a:t>
            </a:r>
            <a:r>
              <a:rPr b="1" lang="en-US">
                <a:solidFill>
                  <a:srgbClr val="FF0000"/>
                </a:solidFill>
              </a:rPr>
              <a:t>Cuối </a:t>
            </a:r>
            <a:r>
              <a:rPr lang="en-US">
                <a:solidFill>
                  <a:srgbClr val="002060"/>
                </a:solidFill>
              </a:rPr>
              <a:t>lưu đỉnh cuối của các cung</a:t>
            </a:r>
            <a:endParaRPr>
              <a:solidFill>
                <a:srgbClr val="002060"/>
              </a:solidFill>
            </a:endParaRPr>
          </a:p>
        </p:txBody>
      </p:sp>
      <p:sp>
        <p:nvSpPr>
          <p:cNvPr id="956" name="Google Shape;956;p48"/>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Danh sách cung</a:t>
            </a:r>
            <a:endParaRPr/>
          </a:p>
        </p:txBody>
      </p:sp>
      <p:sp>
        <p:nvSpPr>
          <p:cNvPr id="957" name="Google Shape;957;p48"/>
          <p:cNvSpPr txBox="1"/>
          <p:nvPr>
            <p:ph idx="4" type="body"/>
          </p:nvPr>
        </p:nvSpPr>
        <p:spPr>
          <a:xfrm>
            <a:off x="4645025" y="2174875"/>
            <a:ext cx="4041775" cy="3951288"/>
          </a:xfrm>
          <a:prstGeom prst="rect">
            <a:avLst/>
          </a:prstGeom>
          <a:solidFill>
            <a:srgbClr val="00B050"/>
          </a:solid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Đồ thị  có hướng</a:t>
            </a:r>
            <a:endParaRPr/>
          </a:p>
          <a:p>
            <a:pPr indent="-285750" lvl="1" marL="742950" rtl="0" algn="l">
              <a:spcBef>
                <a:spcPts val="400"/>
              </a:spcBef>
              <a:spcAft>
                <a:spcPts val="0"/>
              </a:spcAft>
              <a:buClr>
                <a:srgbClr val="002060"/>
              </a:buClr>
              <a:buSzPts val="2000"/>
              <a:buFont typeface="Noto Sans Symbols"/>
              <a:buChar char="▪"/>
            </a:pPr>
            <a:r>
              <a:rPr lang="en-US">
                <a:solidFill>
                  <a:srgbClr val="002060"/>
                </a:solidFill>
              </a:rPr>
              <a:t>Số lần xuất hiện của một đỉnh trên mảng Đầu, chính là bán bậc ra của đỉnh đó.</a:t>
            </a:r>
            <a:endParaRPr/>
          </a:p>
          <a:p>
            <a:pPr indent="-285750" lvl="1" marL="742950" rtl="0" algn="l">
              <a:spcBef>
                <a:spcPts val="400"/>
              </a:spcBef>
              <a:spcAft>
                <a:spcPts val="0"/>
              </a:spcAft>
              <a:buClr>
                <a:srgbClr val="002060"/>
              </a:buClr>
              <a:buSzPts val="2000"/>
              <a:buFont typeface="Noto Sans Symbols"/>
              <a:buChar char="▪"/>
            </a:pPr>
            <a:r>
              <a:rPr lang="en-US">
                <a:solidFill>
                  <a:srgbClr val="002060"/>
                </a:solidFill>
              </a:rPr>
              <a:t>Số lần xuất hiện của một đỉnh trên mảng </a:t>
            </a:r>
            <a:r>
              <a:rPr b="1" lang="en-US">
                <a:solidFill>
                  <a:srgbClr val="002060"/>
                </a:solidFill>
              </a:rPr>
              <a:t>Cuoi</a:t>
            </a:r>
            <a:r>
              <a:rPr lang="en-US">
                <a:solidFill>
                  <a:srgbClr val="002060"/>
                </a:solidFill>
              </a:rPr>
              <a:t>, chính là bán bậc vào của đỉnh đó </a:t>
            </a:r>
            <a:endParaRPr b="1" u="sng">
              <a:solidFill>
                <a:srgbClr val="002060"/>
              </a:solidFill>
            </a:endParaRPr>
          </a:p>
          <a:p>
            <a:pPr indent="-190500" lvl="0" marL="342900" rtl="0" algn="l">
              <a:spcBef>
                <a:spcPts val="480"/>
              </a:spcBef>
              <a:spcAft>
                <a:spcPts val="0"/>
              </a:spcAft>
              <a:buClr>
                <a:schemeClr val="dk1"/>
              </a:buClr>
              <a:buSzPts val="2400"/>
              <a:buFont typeface="Noto Sans Symbols"/>
              <a:buNone/>
            </a:pPr>
            <a:r>
              <a:t/>
            </a:r>
            <a:endParaRPr/>
          </a:p>
        </p:txBody>
      </p:sp>
      <p:sp>
        <p:nvSpPr>
          <p:cNvPr id="958" name="Google Shape;958;p48"/>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959" name="Google Shape;959;p4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60" name="Google Shape;960;p48"/>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967" name="Google Shape;967;p49"/>
          <p:cNvSpPr txBox="1"/>
          <p:nvPr>
            <p:ph idx="1" type="body"/>
          </p:nvPr>
        </p:nvSpPr>
        <p:spPr>
          <a:xfrm>
            <a:off x="457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968" name="Google Shape;968;p49"/>
          <p:cNvSpPr txBox="1"/>
          <p:nvPr>
            <p:ph idx="2" type="body"/>
          </p:nvPr>
        </p:nvSpPr>
        <p:spPr>
          <a:xfrm>
            <a:off x="4648200" y="1600200"/>
            <a:ext cx="4038600" cy="4525963"/>
          </a:xfrm>
          <a:prstGeom prst="rect">
            <a:avLst/>
          </a:prstGeom>
          <a:solidFill>
            <a:srgbClr val="00B050"/>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969" name="Google Shape;969;p49"/>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970" name="Google Shape;970;p4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graphicFrame>
        <p:nvGraphicFramePr>
          <p:cNvPr id="971" name="Google Shape;971;p49"/>
          <p:cNvGraphicFramePr/>
          <p:nvPr/>
        </p:nvGraphicFramePr>
        <p:xfrm>
          <a:off x="5791200" y="2412736"/>
          <a:ext cx="3000000" cy="3000000"/>
        </p:xfrm>
        <a:graphic>
          <a:graphicData uri="http://schemas.openxmlformats.org/drawingml/2006/table">
            <a:tbl>
              <a:tblPr bandRow="1" firstRow="1">
                <a:noFill/>
                <a:tableStyleId>{1DA8648F-DF21-42B7-BA41-2865BD292774}</a:tableStyleId>
              </a:tblPr>
              <a:tblGrid>
                <a:gridCol w="990600"/>
                <a:gridCol w="990600"/>
              </a:tblGrid>
              <a:tr h="418600">
                <a:tc>
                  <a:txBody>
                    <a:bodyPr/>
                    <a:lstStyle/>
                    <a:p>
                      <a:pPr indent="0" lvl="0" marL="0" marR="0" rtl="0" algn="ctr">
                        <a:spcBef>
                          <a:spcPts val="0"/>
                        </a:spcBef>
                        <a:spcAft>
                          <a:spcPts val="0"/>
                        </a:spcAft>
                        <a:buNone/>
                      </a:pPr>
                      <a:r>
                        <a:rPr b="1" lang="en-US" sz="2000">
                          <a:solidFill>
                            <a:srgbClr val="0000CC"/>
                          </a:solidFill>
                        </a:rPr>
                        <a:t>Đầu</a:t>
                      </a:r>
                      <a:endParaRPr b="1" sz="2000">
                        <a:solidFill>
                          <a:srgbClr val="0000CC"/>
                        </a:solidFill>
                      </a:endParaRPr>
                    </a:p>
                  </a:txBody>
                  <a:tcPr marT="45725" marB="45725" marR="91450" marL="91450"/>
                </a:tc>
                <a:tc>
                  <a:txBody>
                    <a:bodyPr/>
                    <a:lstStyle/>
                    <a:p>
                      <a:pPr indent="0" lvl="0" marL="0" marR="0" rtl="0" algn="ctr">
                        <a:spcBef>
                          <a:spcPts val="0"/>
                        </a:spcBef>
                        <a:spcAft>
                          <a:spcPts val="0"/>
                        </a:spcAft>
                        <a:buNone/>
                      </a:pPr>
                      <a:r>
                        <a:rPr b="1" lang="en-US" sz="2000">
                          <a:solidFill>
                            <a:srgbClr val="0000CC"/>
                          </a:solidFill>
                        </a:rPr>
                        <a:t>Cuối</a:t>
                      </a:r>
                      <a:endParaRPr b="1" sz="2000">
                        <a:solidFill>
                          <a:srgbClr val="0000CC"/>
                        </a:solidFill>
                      </a:endParaRPr>
                    </a:p>
                  </a:txBody>
                  <a:tcPr marT="45725" marB="45725" marR="91450" marL="91450"/>
                </a:tc>
              </a:tr>
              <a:tr h="370425">
                <a:tc>
                  <a:txBody>
                    <a:bodyPr/>
                    <a:lstStyle/>
                    <a:p>
                      <a:pPr indent="0" lvl="0" marL="0" marR="0" rtl="0" algn="ctr">
                        <a:spcBef>
                          <a:spcPts val="0"/>
                        </a:spcBef>
                        <a:spcAft>
                          <a:spcPts val="0"/>
                        </a:spcAft>
                        <a:buNone/>
                      </a:pPr>
                      <a:r>
                        <a:rPr b="1" lang="en-US" sz="2000"/>
                        <a:t>1</a:t>
                      </a:r>
                      <a:endParaRPr/>
                    </a:p>
                  </a:txBody>
                  <a:tcPr marT="45725" marB="45725" marR="91450" marL="91450"/>
                </a:tc>
                <a:tc>
                  <a:txBody>
                    <a:bodyPr/>
                    <a:lstStyle/>
                    <a:p>
                      <a:pPr indent="0" lvl="0" marL="0" marR="0" rtl="0" algn="ctr">
                        <a:spcBef>
                          <a:spcPts val="0"/>
                        </a:spcBef>
                        <a:spcAft>
                          <a:spcPts val="0"/>
                        </a:spcAft>
                        <a:buNone/>
                      </a:pPr>
                      <a:r>
                        <a:rPr b="1" lang="en-US" sz="2000"/>
                        <a:t>3</a:t>
                      </a:r>
                      <a:endParaRPr/>
                    </a:p>
                  </a:txBody>
                  <a:tcPr marT="45725" marB="45725" marR="91450" marL="91450"/>
                </a:tc>
              </a:tr>
              <a:tr h="370425">
                <a:tc>
                  <a:txBody>
                    <a:bodyPr/>
                    <a:lstStyle/>
                    <a:p>
                      <a:pPr indent="0" lvl="0" marL="0" marR="0" rtl="0" algn="ctr">
                        <a:spcBef>
                          <a:spcPts val="0"/>
                        </a:spcBef>
                        <a:spcAft>
                          <a:spcPts val="0"/>
                        </a:spcAft>
                        <a:buNone/>
                      </a:pPr>
                      <a:r>
                        <a:rPr b="1" lang="en-US" sz="2000"/>
                        <a:t>4</a:t>
                      </a:r>
                      <a:endParaRPr/>
                    </a:p>
                  </a:txBody>
                  <a:tcPr marT="45725" marB="45725" marR="91450" marL="91450"/>
                </a:tc>
                <a:tc>
                  <a:txBody>
                    <a:bodyPr/>
                    <a:lstStyle/>
                    <a:p>
                      <a:pPr indent="0" lvl="0" marL="0" marR="0" rtl="0" algn="ctr">
                        <a:spcBef>
                          <a:spcPts val="0"/>
                        </a:spcBef>
                        <a:spcAft>
                          <a:spcPts val="0"/>
                        </a:spcAft>
                        <a:buNone/>
                      </a:pPr>
                      <a:r>
                        <a:rPr b="1" lang="en-US" sz="2000"/>
                        <a:t>1</a:t>
                      </a:r>
                      <a:endParaRPr/>
                    </a:p>
                  </a:txBody>
                  <a:tcPr marT="45725" marB="45725" marR="91450" marL="91450"/>
                </a:tc>
              </a:tr>
              <a:tr h="370425">
                <a:tc>
                  <a:txBody>
                    <a:bodyPr/>
                    <a:lstStyle/>
                    <a:p>
                      <a:pPr indent="0" lvl="0" marL="0" marR="0" rtl="0" algn="ctr">
                        <a:spcBef>
                          <a:spcPts val="0"/>
                        </a:spcBef>
                        <a:spcAft>
                          <a:spcPts val="0"/>
                        </a:spcAft>
                        <a:buNone/>
                      </a:pPr>
                      <a:r>
                        <a:rPr b="1" lang="en-US" sz="2000"/>
                        <a:t>3</a:t>
                      </a:r>
                      <a:endParaRPr/>
                    </a:p>
                  </a:txBody>
                  <a:tcPr marT="45725" marB="45725" marR="91450" marL="91450"/>
                </a:tc>
                <a:tc>
                  <a:txBody>
                    <a:bodyPr/>
                    <a:lstStyle/>
                    <a:p>
                      <a:pPr indent="0" lvl="0" marL="0" marR="0" rtl="0" algn="ctr">
                        <a:spcBef>
                          <a:spcPts val="0"/>
                        </a:spcBef>
                        <a:spcAft>
                          <a:spcPts val="0"/>
                        </a:spcAft>
                        <a:buNone/>
                      </a:pPr>
                      <a:r>
                        <a:rPr b="1" lang="en-US" sz="2000"/>
                        <a:t>4</a:t>
                      </a:r>
                      <a:endParaRPr/>
                    </a:p>
                  </a:txBody>
                  <a:tcPr marT="45725" marB="45725" marR="91450" marL="91450"/>
                </a:tc>
              </a:tr>
              <a:tr h="370425">
                <a:tc>
                  <a:txBody>
                    <a:bodyPr/>
                    <a:lstStyle/>
                    <a:p>
                      <a:pPr indent="0" lvl="0" marL="0" marR="0" rtl="0" algn="ctr">
                        <a:spcBef>
                          <a:spcPts val="0"/>
                        </a:spcBef>
                        <a:spcAft>
                          <a:spcPts val="0"/>
                        </a:spcAft>
                        <a:buNone/>
                      </a:pPr>
                      <a:r>
                        <a:rPr b="1" lang="en-US" sz="2000"/>
                        <a:t>2</a:t>
                      </a:r>
                      <a:endParaRPr/>
                    </a:p>
                  </a:txBody>
                  <a:tcPr marT="45725" marB="45725" marR="91450" marL="91450"/>
                </a:tc>
                <a:tc>
                  <a:txBody>
                    <a:bodyPr/>
                    <a:lstStyle/>
                    <a:p>
                      <a:pPr indent="0" lvl="0" marL="0" marR="0" rtl="0" algn="ctr">
                        <a:spcBef>
                          <a:spcPts val="0"/>
                        </a:spcBef>
                        <a:spcAft>
                          <a:spcPts val="0"/>
                        </a:spcAft>
                        <a:buNone/>
                      </a:pPr>
                      <a:r>
                        <a:rPr b="1" lang="en-US" sz="2000"/>
                        <a:t>4</a:t>
                      </a:r>
                      <a:endParaRPr/>
                    </a:p>
                  </a:txBody>
                  <a:tcPr marT="45725" marB="45725" marR="91450" marL="91450"/>
                </a:tc>
              </a:tr>
              <a:tr h="370425">
                <a:tc>
                  <a:txBody>
                    <a:bodyPr/>
                    <a:lstStyle/>
                    <a:p>
                      <a:pPr indent="0" lvl="0" marL="0" marR="0" rtl="0" algn="ctr">
                        <a:spcBef>
                          <a:spcPts val="0"/>
                        </a:spcBef>
                        <a:spcAft>
                          <a:spcPts val="0"/>
                        </a:spcAft>
                        <a:buNone/>
                      </a:pPr>
                      <a:r>
                        <a:rPr b="1" lang="en-US" sz="2000"/>
                        <a:t>4</a:t>
                      </a:r>
                      <a:endParaRPr/>
                    </a:p>
                  </a:txBody>
                  <a:tcPr marT="45725" marB="45725" marR="91450" marL="91450"/>
                </a:tc>
                <a:tc>
                  <a:txBody>
                    <a:bodyPr/>
                    <a:lstStyle/>
                    <a:p>
                      <a:pPr indent="0" lvl="0" marL="0" marR="0" rtl="0" algn="ctr">
                        <a:spcBef>
                          <a:spcPts val="0"/>
                        </a:spcBef>
                        <a:spcAft>
                          <a:spcPts val="0"/>
                        </a:spcAft>
                        <a:buNone/>
                      </a:pPr>
                      <a:r>
                        <a:rPr b="1" lang="en-US" sz="2000"/>
                        <a:t>2</a:t>
                      </a:r>
                      <a:endParaRPr/>
                    </a:p>
                  </a:txBody>
                  <a:tcPr marT="45725" marB="45725" marR="91450" marL="91450"/>
                </a:tc>
              </a:tr>
            </a:tbl>
          </a:graphicData>
        </a:graphic>
      </p:graphicFrame>
      <p:sp>
        <p:nvSpPr>
          <p:cNvPr id="972" name="Google Shape;972;p49"/>
          <p:cNvSpPr txBox="1"/>
          <p:nvPr/>
        </p:nvSpPr>
        <p:spPr>
          <a:xfrm>
            <a:off x="2895600" y="2869936"/>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4</a:t>
            </a:r>
            <a:endParaRPr b="1" baseline="-25000" sz="2800">
              <a:solidFill>
                <a:srgbClr val="FF0000"/>
              </a:solidFill>
              <a:latin typeface="Times New Roman"/>
              <a:ea typeface="Times New Roman"/>
              <a:cs typeface="Times New Roman"/>
              <a:sym typeface="Times New Roman"/>
            </a:endParaRPr>
          </a:p>
        </p:txBody>
      </p:sp>
      <p:sp>
        <p:nvSpPr>
          <p:cNvPr id="973" name="Google Shape;973;p49"/>
          <p:cNvSpPr txBox="1"/>
          <p:nvPr/>
        </p:nvSpPr>
        <p:spPr>
          <a:xfrm>
            <a:off x="3276600" y="2488936"/>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5</a:t>
            </a:r>
            <a:endParaRPr b="1" baseline="-25000" sz="2800">
              <a:solidFill>
                <a:srgbClr val="FF0000"/>
              </a:solidFill>
              <a:latin typeface="Times New Roman"/>
              <a:ea typeface="Times New Roman"/>
              <a:cs typeface="Times New Roman"/>
              <a:sym typeface="Times New Roman"/>
            </a:endParaRPr>
          </a:p>
        </p:txBody>
      </p:sp>
      <p:sp>
        <p:nvSpPr>
          <p:cNvPr id="974" name="Google Shape;974;p49"/>
          <p:cNvSpPr txBox="1"/>
          <p:nvPr/>
        </p:nvSpPr>
        <p:spPr>
          <a:xfrm>
            <a:off x="990600" y="4012936"/>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1</a:t>
            </a:r>
            <a:endParaRPr b="1" baseline="-25000" sz="2800">
              <a:solidFill>
                <a:srgbClr val="FF0000"/>
              </a:solidFill>
              <a:latin typeface="Times New Roman"/>
              <a:ea typeface="Times New Roman"/>
              <a:cs typeface="Times New Roman"/>
              <a:sym typeface="Times New Roman"/>
            </a:endParaRPr>
          </a:p>
        </p:txBody>
      </p:sp>
      <p:sp>
        <p:nvSpPr>
          <p:cNvPr id="975" name="Google Shape;975;p49"/>
          <p:cNvSpPr txBox="1"/>
          <p:nvPr/>
        </p:nvSpPr>
        <p:spPr>
          <a:xfrm>
            <a:off x="1600200" y="2336536"/>
            <a:ext cx="590550" cy="5953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2</a:t>
            </a:r>
            <a:endParaRPr b="1" baseline="-25000" sz="2800">
              <a:solidFill>
                <a:srgbClr val="FF0000"/>
              </a:solidFill>
              <a:latin typeface="Times New Roman"/>
              <a:ea typeface="Times New Roman"/>
              <a:cs typeface="Times New Roman"/>
              <a:sym typeface="Times New Roman"/>
            </a:endParaRPr>
          </a:p>
        </p:txBody>
      </p:sp>
      <p:sp>
        <p:nvSpPr>
          <p:cNvPr id="976" name="Google Shape;976;p49"/>
          <p:cNvSpPr txBox="1"/>
          <p:nvPr/>
        </p:nvSpPr>
        <p:spPr>
          <a:xfrm>
            <a:off x="1752600" y="3479536"/>
            <a:ext cx="590550" cy="595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e</a:t>
            </a:r>
            <a:r>
              <a:rPr b="1" baseline="-25000" lang="en-US" sz="2800">
                <a:solidFill>
                  <a:srgbClr val="FF0000"/>
                </a:solidFill>
                <a:latin typeface="Calibri"/>
                <a:ea typeface="Calibri"/>
                <a:cs typeface="Calibri"/>
                <a:sym typeface="Calibri"/>
              </a:rPr>
              <a:t>3</a:t>
            </a:r>
            <a:endParaRPr b="1" baseline="-25000" sz="2800">
              <a:solidFill>
                <a:srgbClr val="FF0000"/>
              </a:solidFill>
              <a:latin typeface="Times New Roman"/>
              <a:ea typeface="Times New Roman"/>
              <a:cs typeface="Times New Roman"/>
              <a:sym typeface="Times New Roman"/>
            </a:endParaRPr>
          </a:p>
        </p:txBody>
      </p:sp>
      <p:cxnSp>
        <p:nvCxnSpPr>
          <p:cNvPr id="977" name="Google Shape;977;p49"/>
          <p:cNvCxnSpPr/>
          <p:nvPr/>
        </p:nvCxnSpPr>
        <p:spPr>
          <a:xfrm>
            <a:off x="1344143" y="3614371"/>
            <a:ext cx="0" cy="820502"/>
          </a:xfrm>
          <a:prstGeom prst="straightConnector1">
            <a:avLst/>
          </a:prstGeom>
          <a:noFill/>
          <a:ln cap="flat" cmpd="sng" w="28575">
            <a:solidFill>
              <a:srgbClr val="FF0000"/>
            </a:solidFill>
            <a:prstDash val="solid"/>
            <a:round/>
            <a:headEnd len="sm" w="sm" type="none"/>
            <a:tailEnd len="med" w="med" type="stealth"/>
          </a:ln>
        </p:spPr>
      </p:cxnSp>
      <p:cxnSp>
        <p:nvCxnSpPr>
          <p:cNvPr id="978" name="Google Shape;978;p49"/>
          <p:cNvCxnSpPr/>
          <p:nvPr/>
        </p:nvCxnSpPr>
        <p:spPr>
          <a:xfrm rot="-5400000">
            <a:off x="1846219" y="2321720"/>
            <a:ext cx="609600" cy="791632"/>
          </a:xfrm>
          <a:prstGeom prst="straightConnector1">
            <a:avLst/>
          </a:prstGeom>
          <a:noFill/>
          <a:ln cap="flat" cmpd="sng" w="28575">
            <a:solidFill>
              <a:srgbClr val="FF0000"/>
            </a:solidFill>
            <a:prstDash val="solid"/>
            <a:round/>
            <a:headEnd len="med" w="med" type="stealth"/>
            <a:tailEnd len="sm" w="sm" type="none"/>
          </a:ln>
        </p:spPr>
      </p:cxnSp>
      <p:sp>
        <p:nvSpPr>
          <p:cNvPr id="979" name="Google Shape;979;p49"/>
          <p:cNvSpPr/>
          <p:nvPr/>
        </p:nvSpPr>
        <p:spPr>
          <a:xfrm>
            <a:off x="1752600" y="49273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980" name="Google Shape;980;p49"/>
          <p:cNvSpPr/>
          <p:nvPr/>
        </p:nvSpPr>
        <p:spPr>
          <a:xfrm>
            <a:off x="990600" y="34033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981" name="Google Shape;981;p49"/>
          <p:cNvSpPr/>
          <p:nvPr/>
        </p:nvSpPr>
        <p:spPr>
          <a:xfrm>
            <a:off x="2514600" y="21841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cxnSp>
        <p:nvCxnSpPr>
          <p:cNvPr id="982" name="Google Shape;982;p49"/>
          <p:cNvCxnSpPr/>
          <p:nvPr/>
        </p:nvCxnSpPr>
        <p:spPr>
          <a:xfrm rot="-5400000">
            <a:off x="1403163" y="4133773"/>
            <a:ext cx="1308474" cy="457200"/>
          </a:xfrm>
          <a:prstGeom prst="straightConnector1">
            <a:avLst/>
          </a:prstGeom>
          <a:noFill/>
          <a:ln cap="flat" cmpd="sng" w="28575">
            <a:solidFill>
              <a:srgbClr val="FF0000"/>
            </a:solidFill>
            <a:prstDash val="solid"/>
            <a:round/>
            <a:headEnd len="sm" w="sm" type="none"/>
            <a:tailEnd len="med" w="med" type="stealth"/>
          </a:ln>
        </p:spPr>
      </p:cxnSp>
      <p:sp>
        <p:nvSpPr>
          <p:cNvPr id="983" name="Google Shape;983;p49"/>
          <p:cNvSpPr/>
          <p:nvPr/>
        </p:nvSpPr>
        <p:spPr>
          <a:xfrm>
            <a:off x="2971800" y="386053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cxnSp>
        <p:nvCxnSpPr>
          <p:cNvPr id="984" name="Google Shape;984;p49"/>
          <p:cNvCxnSpPr>
            <a:stCxn id="978" idx="0"/>
            <a:endCxn id="980" idx="7"/>
          </p:cNvCxnSpPr>
          <p:nvPr/>
        </p:nvCxnSpPr>
        <p:spPr>
          <a:xfrm flipH="1">
            <a:off x="1250763" y="3022273"/>
            <a:ext cx="504300" cy="425700"/>
          </a:xfrm>
          <a:prstGeom prst="straightConnector1">
            <a:avLst/>
          </a:prstGeom>
          <a:noFill/>
          <a:ln cap="flat" cmpd="sng" w="28575">
            <a:solidFill>
              <a:srgbClr val="FF0000"/>
            </a:solidFill>
            <a:prstDash val="solid"/>
            <a:round/>
            <a:headEnd len="sm" w="sm" type="none"/>
            <a:tailEnd len="sm" w="sm" type="none"/>
          </a:ln>
        </p:spPr>
      </p:cxnSp>
      <p:cxnSp>
        <p:nvCxnSpPr>
          <p:cNvPr id="985" name="Google Shape;985;p49"/>
          <p:cNvCxnSpPr>
            <a:stCxn id="979" idx="1"/>
            <a:endCxn id="977" idx="1"/>
          </p:cNvCxnSpPr>
          <p:nvPr/>
        </p:nvCxnSpPr>
        <p:spPr>
          <a:xfrm rot="10800000">
            <a:off x="1504737" y="4401973"/>
            <a:ext cx="292500" cy="570000"/>
          </a:xfrm>
          <a:prstGeom prst="straightConnector1">
            <a:avLst/>
          </a:prstGeom>
          <a:noFill/>
          <a:ln cap="flat" cmpd="sng" w="28575">
            <a:solidFill>
              <a:srgbClr val="FF0000"/>
            </a:solidFill>
            <a:prstDash val="solid"/>
            <a:round/>
            <a:headEnd len="sm" w="sm" type="none"/>
            <a:tailEnd len="sm" w="sm" type="none"/>
          </a:ln>
        </p:spPr>
      </p:cxnSp>
      <p:cxnSp>
        <p:nvCxnSpPr>
          <p:cNvPr id="986" name="Google Shape;986;p49"/>
          <p:cNvCxnSpPr>
            <a:endCxn id="981" idx="4"/>
          </p:cNvCxnSpPr>
          <p:nvPr/>
        </p:nvCxnSpPr>
        <p:spPr>
          <a:xfrm flipH="1" rot="10800000">
            <a:off x="2286000" y="2488936"/>
            <a:ext cx="381000" cy="1219200"/>
          </a:xfrm>
          <a:prstGeom prst="straightConnector1">
            <a:avLst/>
          </a:prstGeom>
          <a:noFill/>
          <a:ln cap="flat" cmpd="sng" w="28575">
            <a:solidFill>
              <a:srgbClr val="FF0000"/>
            </a:solidFill>
            <a:prstDash val="solid"/>
            <a:round/>
            <a:headEnd len="sm" w="sm" type="none"/>
            <a:tailEnd len="sm" w="sm" type="none"/>
          </a:ln>
        </p:spPr>
      </p:cxnSp>
      <p:sp>
        <p:nvSpPr>
          <p:cNvPr id="987" name="Google Shape;987;p49"/>
          <p:cNvSpPr/>
          <p:nvPr/>
        </p:nvSpPr>
        <p:spPr>
          <a:xfrm>
            <a:off x="2590800" y="2260336"/>
            <a:ext cx="1143000" cy="1676400"/>
          </a:xfrm>
          <a:prstGeom prst="arc">
            <a:avLst>
              <a:gd fmla="val 14605763" name="adj1"/>
              <a:gd fmla="val 5057365" name="adj2"/>
            </a:avLst>
          </a:prstGeom>
          <a:noFill/>
          <a:ln cap="flat" cmpd="sng" w="2857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988" name="Google Shape;988;p49"/>
          <p:cNvCxnSpPr>
            <a:stCxn id="983" idx="1"/>
            <a:endCxn id="981" idx="5"/>
          </p:cNvCxnSpPr>
          <p:nvPr/>
        </p:nvCxnSpPr>
        <p:spPr>
          <a:xfrm rot="10800000">
            <a:off x="2774637" y="2444173"/>
            <a:ext cx="241800" cy="1461000"/>
          </a:xfrm>
          <a:prstGeom prst="straightConnector1">
            <a:avLst/>
          </a:prstGeom>
          <a:noFill/>
          <a:ln cap="flat" cmpd="sng" w="28575">
            <a:solidFill>
              <a:srgbClr val="FF0000"/>
            </a:solidFill>
            <a:prstDash val="solid"/>
            <a:round/>
            <a:headEnd len="sm" w="sm" type="none"/>
            <a:tailEnd len="med" w="med" type="stealth"/>
          </a:ln>
        </p:spPr>
      </p:cxnSp>
      <p:sp>
        <p:nvSpPr>
          <p:cNvPr id="989" name="Google Shape;989;p49"/>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500"/>
                                        <p:tgtEl>
                                          <p:spTgt spid="9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50"/>
          <p:cNvSpPr txBox="1"/>
          <p:nvPr>
            <p:ph type="title"/>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Nội dung</a:t>
            </a:r>
            <a:endParaRPr/>
          </a:p>
        </p:txBody>
      </p:sp>
      <p:sp>
        <p:nvSpPr>
          <p:cNvPr id="995" name="Google Shape;995;p50"/>
          <p:cNvSpPr txBox="1"/>
          <p:nvPr>
            <p:ph idx="1" type="body"/>
          </p:nvPr>
        </p:nvSpPr>
        <p:spPr>
          <a:xfrm>
            <a:off x="762000" y="1600200"/>
            <a:ext cx="7467600" cy="4525963"/>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lang="en-US" sz="2800"/>
              <a:t>Giới thiệu</a:t>
            </a:r>
            <a:endParaRPr sz="2800"/>
          </a:p>
          <a:p>
            <a:pPr indent="-342900" lvl="0" marL="342900" rtl="0" algn="l">
              <a:spcBef>
                <a:spcPts val="560"/>
              </a:spcBef>
              <a:spcAft>
                <a:spcPts val="0"/>
              </a:spcAft>
              <a:buClr>
                <a:schemeClr val="dk1"/>
              </a:buClr>
              <a:buSzPts val="2800"/>
              <a:buFont typeface="Noto Sans Symbols"/>
              <a:buChar char="▪"/>
            </a:pPr>
            <a:r>
              <a:rPr lang="en-US" sz="2800"/>
              <a:t>Khái niệm cơ bản</a:t>
            </a:r>
            <a:endParaRPr sz="2800"/>
          </a:p>
          <a:p>
            <a:pPr indent="-285750" lvl="1" marL="742950" rtl="0" algn="l">
              <a:spcBef>
                <a:spcPts val="480"/>
              </a:spcBef>
              <a:spcAft>
                <a:spcPts val="0"/>
              </a:spcAft>
              <a:buClr>
                <a:schemeClr val="dk1"/>
              </a:buClr>
              <a:buSzPts val="2400"/>
              <a:buFont typeface="Noto Sans Symbols"/>
              <a:buChar char="▪"/>
            </a:pPr>
            <a:r>
              <a:rPr lang="en-US" sz="2400"/>
              <a:t>Đồ thị có hướng và đồ thị vô hướng</a:t>
            </a:r>
            <a:endParaRPr sz="2400"/>
          </a:p>
          <a:p>
            <a:pPr indent="-285750" lvl="1" marL="742950" rtl="0" algn="l">
              <a:spcBef>
                <a:spcPts val="480"/>
              </a:spcBef>
              <a:spcAft>
                <a:spcPts val="0"/>
              </a:spcAft>
              <a:buClr>
                <a:schemeClr val="dk1"/>
              </a:buClr>
              <a:buSzPts val="2400"/>
              <a:buFont typeface="Noto Sans Symbols"/>
              <a:buChar char="▪"/>
            </a:pPr>
            <a:r>
              <a:rPr lang="en-US" sz="2400"/>
              <a:t>Bậc, nửa bậc vào, nửa bậc ra</a:t>
            </a:r>
            <a:endParaRPr sz="2400"/>
          </a:p>
          <a:p>
            <a:pPr indent="-285750" lvl="1" marL="742950" rtl="0" algn="l">
              <a:spcBef>
                <a:spcPts val="480"/>
              </a:spcBef>
              <a:spcAft>
                <a:spcPts val="0"/>
              </a:spcAft>
              <a:buClr>
                <a:schemeClr val="dk1"/>
              </a:buClr>
              <a:buSzPts val="2400"/>
              <a:buFont typeface="Noto Sans Symbols"/>
              <a:buChar char="▪"/>
            </a:pPr>
            <a:r>
              <a:rPr lang="en-US" sz="2400"/>
              <a:t>Đường đi chu trình, tính liên thông</a:t>
            </a:r>
            <a:endParaRPr sz="2400"/>
          </a:p>
          <a:p>
            <a:pPr indent="-342900" lvl="0" marL="342900" rtl="0" algn="l">
              <a:spcBef>
                <a:spcPts val="560"/>
              </a:spcBef>
              <a:spcAft>
                <a:spcPts val="0"/>
              </a:spcAft>
              <a:buClr>
                <a:schemeClr val="dk1"/>
              </a:buClr>
              <a:buSzPts val="2800"/>
              <a:buFont typeface="Noto Sans Symbols"/>
              <a:buChar char="▪"/>
            </a:pPr>
            <a:r>
              <a:rPr lang="en-US" sz="2800"/>
              <a:t>Biểu diễn đồ thị</a:t>
            </a:r>
            <a:endParaRPr sz="2800"/>
          </a:p>
          <a:p>
            <a:pPr indent="-285750" lvl="1" marL="742950" rtl="0" algn="l">
              <a:spcBef>
                <a:spcPts val="480"/>
              </a:spcBef>
              <a:spcAft>
                <a:spcPts val="0"/>
              </a:spcAft>
              <a:buClr>
                <a:schemeClr val="dk1"/>
              </a:buClr>
              <a:buSzPts val="2400"/>
              <a:buFont typeface="Noto Sans Symbols"/>
              <a:buChar char="▪"/>
            </a:pPr>
            <a:r>
              <a:rPr lang="en-US" sz="2400"/>
              <a:t>Ma trận kề</a:t>
            </a:r>
            <a:endParaRPr sz="2400"/>
          </a:p>
          <a:p>
            <a:pPr indent="-285750" lvl="1" marL="742950" rtl="0" algn="l">
              <a:spcBef>
                <a:spcPts val="480"/>
              </a:spcBef>
              <a:spcAft>
                <a:spcPts val="0"/>
              </a:spcAft>
              <a:buClr>
                <a:schemeClr val="dk1"/>
              </a:buClr>
              <a:buSzPts val="2400"/>
              <a:buFont typeface="Noto Sans Symbols"/>
              <a:buChar char="▪"/>
            </a:pPr>
            <a:r>
              <a:rPr lang="en-US" sz="2400"/>
              <a:t>Ma trận liên thuộc</a:t>
            </a:r>
            <a:endParaRPr sz="2400"/>
          </a:p>
          <a:p>
            <a:pPr indent="-285750" lvl="1" marL="742950" rtl="0" algn="l">
              <a:spcBef>
                <a:spcPts val="480"/>
              </a:spcBef>
              <a:spcAft>
                <a:spcPts val="0"/>
              </a:spcAft>
              <a:buClr>
                <a:schemeClr val="dk1"/>
              </a:buClr>
              <a:buSzPts val="2400"/>
              <a:buFont typeface="Noto Sans Symbols"/>
              <a:buChar char="▪"/>
            </a:pPr>
            <a:r>
              <a:rPr lang="en-US" sz="2400"/>
              <a:t>Danh sách cạnh (cung)</a:t>
            </a:r>
            <a:endParaRPr/>
          </a:p>
          <a:p>
            <a:pPr indent="-285750" lvl="1" marL="742950" rtl="0" algn="l">
              <a:spcBef>
                <a:spcPts val="480"/>
              </a:spcBef>
              <a:spcAft>
                <a:spcPts val="0"/>
              </a:spcAft>
              <a:buClr>
                <a:schemeClr val="dk1"/>
              </a:buClr>
              <a:buSzPts val="2400"/>
              <a:buFont typeface="Noto Sans Symbols"/>
              <a:buChar char="▪"/>
            </a:pPr>
            <a:r>
              <a:rPr b="1" lang="en-US" sz="2400"/>
              <a:t>Danh sách kề</a:t>
            </a:r>
            <a:endParaRPr b="1" sz="2400"/>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001" name="Google Shape;1001;p51"/>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D</a:t>
            </a:r>
            <a:r>
              <a:rPr lang="en-US"/>
              <a:t>ANH SÁCH KỀ</a:t>
            </a:r>
            <a:endParaRPr/>
          </a:p>
        </p:txBody>
      </p:sp>
      <p:sp>
        <p:nvSpPr>
          <p:cNvPr id="1002" name="Google Shape;1002;p51"/>
          <p:cNvSpPr txBox="1"/>
          <p:nvPr>
            <p:ph idx="2" type="body"/>
          </p:nvPr>
        </p:nvSpPr>
        <p:spPr>
          <a:xfrm>
            <a:off x="457200" y="2174875"/>
            <a:ext cx="4040188" cy="3951288"/>
          </a:xfrm>
          <a:prstGeom prst="rect">
            <a:avLst/>
          </a:prstGeom>
          <a:solidFill>
            <a:srgbClr val="00B050"/>
          </a:solid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800"/>
              <a:buNone/>
            </a:pPr>
            <a:r>
              <a:rPr b="1" lang="en-US" sz="2800"/>
              <a:t>G = ( V, E )</a:t>
            </a:r>
            <a:endParaRPr sz="2800"/>
          </a:p>
          <a:p>
            <a:pPr indent="0" lvl="0" marL="0" rtl="0" algn="l">
              <a:spcBef>
                <a:spcPts val="560"/>
              </a:spcBef>
              <a:spcAft>
                <a:spcPts val="0"/>
              </a:spcAft>
              <a:buClr>
                <a:srgbClr val="002060"/>
              </a:buClr>
              <a:buSzPts val="2800"/>
              <a:buNone/>
            </a:pPr>
            <a:r>
              <a:rPr lang="en-US" sz="2800">
                <a:solidFill>
                  <a:srgbClr val="002060"/>
                </a:solidFill>
              </a:rPr>
              <a:t>V={v</a:t>
            </a:r>
            <a:r>
              <a:rPr baseline="-25000" lang="en-US" sz="2800">
                <a:solidFill>
                  <a:srgbClr val="002060"/>
                </a:solidFill>
              </a:rPr>
              <a:t>1</a:t>
            </a:r>
            <a:r>
              <a:rPr lang="en-US" sz="2800">
                <a:solidFill>
                  <a:srgbClr val="002060"/>
                </a:solidFill>
              </a:rPr>
              <a:t>,…,v</a:t>
            </a:r>
            <a:r>
              <a:rPr baseline="-25000" lang="en-US" sz="2800">
                <a:solidFill>
                  <a:srgbClr val="002060"/>
                </a:solidFill>
              </a:rPr>
              <a:t>n</a:t>
            </a:r>
            <a:r>
              <a:rPr lang="en-US" sz="2800">
                <a:solidFill>
                  <a:srgbClr val="002060"/>
                </a:solidFill>
              </a:rPr>
              <a:t>}, </a:t>
            </a:r>
            <a:endParaRPr/>
          </a:p>
          <a:p>
            <a:pPr indent="-342900" lvl="0" marL="342900" rtl="0" algn="l">
              <a:spcBef>
                <a:spcPts val="480"/>
              </a:spcBef>
              <a:spcAft>
                <a:spcPts val="0"/>
              </a:spcAft>
              <a:buClr>
                <a:srgbClr val="002060"/>
              </a:buClr>
              <a:buSzPts val="2400"/>
              <a:buFont typeface="Noto Sans Symbols"/>
              <a:buChar char="▪"/>
            </a:pPr>
            <a:r>
              <a:rPr lang="en-US" sz="2400">
                <a:solidFill>
                  <a:srgbClr val="002060"/>
                </a:solidFill>
              </a:rPr>
              <a:t>Đồ thị G có thể được biểu diễn bằng n danh sách liên kết</a:t>
            </a:r>
            <a:r>
              <a:rPr lang="en-US">
                <a:solidFill>
                  <a:srgbClr val="002060"/>
                </a:solidFill>
              </a:rPr>
              <a:t>, trong đó</a:t>
            </a:r>
            <a:endParaRPr sz="2400">
              <a:solidFill>
                <a:srgbClr val="002060"/>
              </a:solidFill>
            </a:endParaRPr>
          </a:p>
          <a:p>
            <a:pPr indent="-285750" lvl="1" marL="742950" rtl="0" algn="l">
              <a:spcBef>
                <a:spcPts val="480"/>
              </a:spcBef>
              <a:spcAft>
                <a:spcPts val="0"/>
              </a:spcAft>
              <a:buClr>
                <a:srgbClr val="002060"/>
              </a:buClr>
              <a:buSzPts val="2400"/>
              <a:buFont typeface="Noto Sans Symbols"/>
              <a:buChar char="✔"/>
            </a:pPr>
            <a:r>
              <a:rPr lang="en-US" sz="2400">
                <a:solidFill>
                  <a:srgbClr val="002060"/>
                </a:solidFill>
              </a:rPr>
              <a:t> Mỗi danh sách  liên kết thứ i sẽ biểu diễn các đỉnh kề với đỉnh v</a:t>
            </a:r>
            <a:r>
              <a:rPr baseline="-25000" lang="en-US" sz="2400">
                <a:solidFill>
                  <a:srgbClr val="002060"/>
                </a:solidFill>
              </a:rPr>
              <a:t>i</a:t>
            </a:r>
            <a:endParaRPr/>
          </a:p>
        </p:txBody>
      </p:sp>
      <p:sp>
        <p:nvSpPr>
          <p:cNvPr id="1003" name="Google Shape;1003;p51"/>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1004" name="Google Shape;1004;p51"/>
          <p:cNvSpPr txBox="1"/>
          <p:nvPr>
            <p:ph idx="4" type="body"/>
          </p:nvPr>
        </p:nvSpPr>
        <p:spPr>
          <a:xfrm>
            <a:off x="4645025" y="2174874"/>
            <a:ext cx="4194175" cy="3997325"/>
          </a:xfrm>
          <a:prstGeom prst="rect">
            <a:avLst/>
          </a:prstGeom>
          <a:solidFill>
            <a:srgbClr val="00B050"/>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sp>
        <p:nvSpPr>
          <p:cNvPr id="1005" name="Google Shape;1005;p51"/>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1006" name="Google Shape;1006;p5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07" name="Google Shape;1007;p51"/>
          <p:cNvSpPr/>
          <p:nvPr/>
        </p:nvSpPr>
        <p:spPr>
          <a:xfrm>
            <a:off x="5606388" y="41594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3</a:t>
            </a:r>
            <a:endParaRPr/>
          </a:p>
        </p:txBody>
      </p:sp>
      <p:sp>
        <p:nvSpPr>
          <p:cNvPr id="1008" name="Google Shape;1008;p51"/>
          <p:cNvSpPr/>
          <p:nvPr/>
        </p:nvSpPr>
        <p:spPr>
          <a:xfrm>
            <a:off x="5987388" y="41594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009" name="Google Shape;1009;p51"/>
          <p:cNvCxnSpPr/>
          <p:nvPr/>
        </p:nvCxnSpPr>
        <p:spPr>
          <a:xfrm>
            <a:off x="6139788" y="4311829"/>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010" name="Google Shape;1010;p51"/>
          <p:cNvSpPr txBox="1"/>
          <p:nvPr/>
        </p:nvSpPr>
        <p:spPr>
          <a:xfrm>
            <a:off x="7754712" y="4168894"/>
            <a:ext cx="905864" cy="338554"/>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2060"/>
                </a:solidFill>
                <a:latin typeface="Times New Roman"/>
                <a:ea typeface="Times New Roman"/>
                <a:cs typeface="Times New Roman"/>
                <a:sym typeface="Times New Roman"/>
              </a:rPr>
              <a:t>NULL</a:t>
            </a:r>
            <a:endParaRPr/>
          </a:p>
        </p:txBody>
      </p:sp>
      <p:sp>
        <p:nvSpPr>
          <p:cNvPr id="1011" name="Google Shape;1011;p51"/>
          <p:cNvSpPr/>
          <p:nvPr/>
        </p:nvSpPr>
        <p:spPr>
          <a:xfrm>
            <a:off x="5606388" y="46166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3</a:t>
            </a:r>
            <a:endParaRPr/>
          </a:p>
        </p:txBody>
      </p:sp>
      <p:sp>
        <p:nvSpPr>
          <p:cNvPr id="1012" name="Google Shape;1012;p51"/>
          <p:cNvSpPr/>
          <p:nvPr/>
        </p:nvSpPr>
        <p:spPr>
          <a:xfrm>
            <a:off x="5987388" y="46166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013" name="Google Shape;1013;p51"/>
          <p:cNvCxnSpPr/>
          <p:nvPr/>
        </p:nvCxnSpPr>
        <p:spPr>
          <a:xfrm>
            <a:off x="6139788" y="4769029"/>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014" name="Google Shape;1014;p51"/>
          <p:cNvSpPr txBox="1"/>
          <p:nvPr/>
        </p:nvSpPr>
        <p:spPr>
          <a:xfrm>
            <a:off x="6584288" y="4595992"/>
            <a:ext cx="838200" cy="338137"/>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2060"/>
                </a:solidFill>
                <a:latin typeface="Times New Roman"/>
                <a:ea typeface="Times New Roman"/>
                <a:cs typeface="Times New Roman"/>
                <a:sym typeface="Times New Roman"/>
              </a:rPr>
              <a:t>NULL</a:t>
            </a:r>
            <a:endParaRPr/>
          </a:p>
        </p:txBody>
      </p:sp>
      <p:sp>
        <p:nvSpPr>
          <p:cNvPr id="1015" name="Google Shape;1015;p51"/>
          <p:cNvSpPr/>
          <p:nvPr/>
        </p:nvSpPr>
        <p:spPr>
          <a:xfrm>
            <a:off x="5606388" y="50738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1</a:t>
            </a:r>
            <a:endParaRPr/>
          </a:p>
        </p:txBody>
      </p:sp>
      <p:sp>
        <p:nvSpPr>
          <p:cNvPr id="1016" name="Google Shape;1016;p51"/>
          <p:cNvSpPr/>
          <p:nvPr/>
        </p:nvSpPr>
        <p:spPr>
          <a:xfrm>
            <a:off x="5987388" y="50738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017" name="Google Shape;1017;p51"/>
          <p:cNvCxnSpPr/>
          <p:nvPr/>
        </p:nvCxnSpPr>
        <p:spPr>
          <a:xfrm>
            <a:off x="6139788" y="5226229"/>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018" name="Google Shape;1018;p51"/>
          <p:cNvSpPr txBox="1"/>
          <p:nvPr/>
        </p:nvSpPr>
        <p:spPr>
          <a:xfrm>
            <a:off x="8548600" y="4987102"/>
            <a:ext cx="838200" cy="338137"/>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2060"/>
                </a:solidFill>
                <a:latin typeface="Times New Roman"/>
                <a:ea typeface="Times New Roman"/>
                <a:cs typeface="Times New Roman"/>
                <a:sym typeface="Times New Roman"/>
              </a:rPr>
              <a:t>NULL</a:t>
            </a:r>
            <a:endParaRPr/>
          </a:p>
        </p:txBody>
      </p:sp>
      <p:sp>
        <p:nvSpPr>
          <p:cNvPr id="1019" name="Google Shape;1019;p51"/>
          <p:cNvSpPr/>
          <p:nvPr/>
        </p:nvSpPr>
        <p:spPr>
          <a:xfrm>
            <a:off x="5606388" y="55310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1</a:t>
            </a:r>
            <a:endParaRPr/>
          </a:p>
        </p:txBody>
      </p:sp>
      <p:sp>
        <p:nvSpPr>
          <p:cNvPr id="1020" name="Google Shape;1020;p51"/>
          <p:cNvSpPr/>
          <p:nvPr/>
        </p:nvSpPr>
        <p:spPr>
          <a:xfrm>
            <a:off x="5987388" y="55310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021" name="Google Shape;1021;p51"/>
          <p:cNvCxnSpPr/>
          <p:nvPr/>
        </p:nvCxnSpPr>
        <p:spPr>
          <a:xfrm>
            <a:off x="6139788" y="5683429"/>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022" name="Google Shape;1022;p51"/>
          <p:cNvSpPr txBox="1"/>
          <p:nvPr/>
        </p:nvSpPr>
        <p:spPr>
          <a:xfrm>
            <a:off x="7651088" y="5497692"/>
            <a:ext cx="838200" cy="338137"/>
          </a:xfrm>
          <a:prstGeom prst="rect">
            <a:avLst/>
          </a:prstGeom>
          <a:solidFill>
            <a:srgbClr val="F5F4F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2"/>
                </a:solidFill>
                <a:latin typeface="Times New Roman"/>
                <a:ea typeface="Times New Roman"/>
                <a:cs typeface="Times New Roman"/>
                <a:sym typeface="Times New Roman"/>
              </a:rPr>
              <a:t>NULL</a:t>
            </a:r>
            <a:endParaRPr/>
          </a:p>
        </p:txBody>
      </p:sp>
      <p:sp>
        <p:nvSpPr>
          <p:cNvPr id="1023" name="Google Shape;1023;p51"/>
          <p:cNvSpPr/>
          <p:nvPr/>
        </p:nvSpPr>
        <p:spPr>
          <a:xfrm>
            <a:off x="6660488" y="55310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3</a:t>
            </a:r>
            <a:endParaRPr/>
          </a:p>
        </p:txBody>
      </p:sp>
      <p:sp>
        <p:nvSpPr>
          <p:cNvPr id="1024" name="Google Shape;1024;p51"/>
          <p:cNvSpPr/>
          <p:nvPr/>
        </p:nvSpPr>
        <p:spPr>
          <a:xfrm>
            <a:off x="7041488" y="5531029"/>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025" name="Google Shape;1025;p51"/>
          <p:cNvCxnSpPr/>
          <p:nvPr/>
        </p:nvCxnSpPr>
        <p:spPr>
          <a:xfrm>
            <a:off x="7193888" y="5683429"/>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026" name="Google Shape;1026;p51"/>
          <p:cNvSpPr/>
          <p:nvPr/>
        </p:nvSpPr>
        <p:spPr>
          <a:xfrm>
            <a:off x="4907888" y="4127163"/>
            <a:ext cx="184731" cy="369332"/>
          </a:xfrm>
          <a:prstGeom prst="rect">
            <a:avLst/>
          </a:prstGeom>
          <a:solidFill>
            <a:srgbClr val="ECE7E7"/>
          </a:solidFill>
          <a:ln cap="flat" cmpd="sng" w="28575">
            <a:solidFill>
              <a:schemeClr val="l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sp>
        <p:nvSpPr>
          <p:cNvPr id="1027" name="Google Shape;1027;p51"/>
          <p:cNvSpPr/>
          <p:nvPr/>
        </p:nvSpPr>
        <p:spPr>
          <a:xfrm>
            <a:off x="4907888" y="4584363"/>
            <a:ext cx="184731" cy="369332"/>
          </a:xfrm>
          <a:prstGeom prst="rect">
            <a:avLst/>
          </a:prstGeom>
          <a:solidFill>
            <a:srgbClr val="ECE7E7"/>
          </a:solidFill>
          <a:ln cap="flat" cmpd="sng" w="28575">
            <a:solidFill>
              <a:schemeClr val="l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sp>
        <p:nvSpPr>
          <p:cNvPr id="1028" name="Google Shape;1028;p51"/>
          <p:cNvSpPr/>
          <p:nvPr/>
        </p:nvSpPr>
        <p:spPr>
          <a:xfrm>
            <a:off x="4907888" y="5041563"/>
            <a:ext cx="184731" cy="369332"/>
          </a:xfrm>
          <a:prstGeom prst="rect">
            <a:avLst/>
          </a:prstGeom>
          <a:solidFill>
            <a:srgbClr val="ECE7E7"/>
          </a:solidFill>
          <a:ln cap="flat" cmpd="sng" w="28575">
            <a:solidFill>
              <a:schemeClr val="l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sp>
        <p:nvSpPr>
          <p:cNvPr id="1029" name="Google Shape;1029;p51"/>
          <p:cNvSpPr/>
          <p:nvPr/>
        </p:nvSpPr>
        <p:spPr>
          <a:xfrm>
            <a:off x="4907888" y="5498763"/>
            <a:ext cx="184731" cy="369332"/>
          </a:xfrm>
          <a:prstGeom prst="rect">
            <a:avLst/>
          </a:prstGeom>
          <a:solidFill>
            <a:srgbClr val="ECE7E7"/>
          </a:solidFill>
          <a:ln cap="flat" cmpd="sng" w="28575">
            <a:solidFill>
              <a:schemeClr val="l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sp>
        <p:nvSpPr>
          <p:cNvPr id="1030" name="Google Shape;1030;p51"/>
          <p:cNvSpPr txBox="1"/>
          <p:nvPr/>
        </p:nvSpPr>
        <p:spPr>
          <a:xfrm>
            <a:off x="4700754" y="4159429"/>
            <a:ext cx="511934" cy="400050"/>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1</a:t>
            </a:r>
            <a:endParaRPr/>
          </a:p>
        </p:txBody>
      </p:sp>
      <p:sp>
        <p:nvSpPr>
          <p:cNvPr id="1031" name="Google Shape;1031;p51"/>
          <p:cNvSpPr txBox="1"/>
          <p:nvPr/>
        </p:nvSpPr>
        <p:spPr>
          <a:xfrm>
            <a:off x="4745390" y="4616629"/>
            <a:ext cx="467297" cy="400050"/>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2</a:t>
            </a:r>
            <a:endParaRPr/>
          </a:p>
        </p:txBody>
      </p:sp>
      <p:sp>
        <p:nvSpPr>
          <p:cNvPr id="1032" name="Google Shape;1032;p51"/>
          <p:cNvSpPr txBox="1"/>
          <p:nvPr/>
        </p:nvSpPr>
        <p:spPr>
          <a:xfrm>
            <a:off x="4745390" y="5073829"/>
            <a:ext cx="467298" cy="400050"/>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3</a:t>
            </a:r>
            <a:endParaRPr/>
          </a:p>
        </p:txBody>
      </p:sp>
      <p:sp>
        <p:nvSpPr>
          <p:cNvPr id="1033" name="Google Shape;1033;p51"/>
          <p:cNvSpPr txBox="1"/>
          <p:nvPr/>
        </p:nvSpPr>
        <p:spPr>
          <a:xfrm>
            <a:off x="4745390" y="5531029"/>
            <a:ext cx="467298" cy="400050"/>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4</a:t>
            </a:r>
            <a:endParaRPr/>
          </a:p>
        </p:txBody>
      </p:sp>
      <p:cxnSp>
        <p:nvCxnSpPr>
          <p:cNvPr id="1034" name="Google Shape;1034;p51"/>
          <p:cNvCxnSpPr/>
          <p:nvPr/>
        </p:nvCxnSpPr>
        <p:spPr>
          <a:xfrm>
            <a:off x="5060288" y="4311829"/>
            <a:ext cx="533400" cy="1588"/>
          </a:xfrm>
          <a:prstGeom prst="straightConnector1">
            <a:avLst/>
          </a:prstGeom>
          <a:noFill/>
          <a:ln cap="flat" cmpd="sng" w="38100">
            <a:solidFill>
              <a:schemeClr val="dk1"/>
            </a:solidFill>
            <a:prstDash val="solid"/>
            <a:round/>
            <a:headEnd len="med" w="med" type="oval"/>
            <a:tailEnd len="med" w="med" type="triangle"/>
          </a:ln>
        </p:spPr>
      </p:cxnSp>
      <p:cxnSp>
        <p:nvCxnSpPr>
          <p:cNvPr id="1035" name="Google Shape;1035;p51"/>
          <p:cNvCxnSpPr/>
          <p:nvPr/>
        </p:nvCxnSpPr>
        <p:spPr>
          <a:xfrm>
            <a:off x="5060288" y="4769029"/>
            <a:ext cx="533400" cy="1588"/>
          </a:xfrm>
          <a:prstGeom prst="straightConnector1">
            <a:avLst/>
          </a:prstGeom>
          <a:noFill/>
          <a:ln cap="flat" cmpd="sng" w="38100">
            <a:solidFill>
              <a:schemeClr val="dk1"/>
            </a:solidFill>
            <a:prstDash val="solid"/>
            <a:round/>
            <a:headEnd len="med" w="med" type="oval"/>
            <a:tailEnd len="med" w="med" type="triangle"/>
          </a:ln>
        </p:spPr>
      </p:cxnSp>
      <p:cxnSp>
        <p:nvCxnSpPr>
          <p:cNvPr id="1036" name="Google Shape;1036;p51"/>
          <p:cNvCxnSpPr/>
          <p:nvPr/>
        </p:nvCxnSpPr>
        <p:spPr>
          <a:xfrm>
            <a:off x="5060288" y="5226229"/>
            <a:ext cx="533400" cy="1588"/>
          </a:xfrm>
          <a:prstGeom prst="straightConnector1">
            <a:avLst/>
          </a:prstGeom>
          <a:noFill/>
          <a:ln cap="flat" cmpd="sng" w="38100">
            <a:solidFill>
              <a:schemeClr val="dk1"/>
            </a:solidFill>
            <a:prstDash val="solid"/>
            <a:round/>
            <a:headEnd len="med" w="med" type="oval"/>
            <a:tailEnd len="med" w="med" type="triangle"/>
          </a:ln>
        </p:spPr>
      </p:cxnSp>
      <p:cxnSp>
        <p:nvCxnSpPr>
          <p:cNvPr id="1037" name="Google Shape;1037;p51"/>
          <p:cNvCxnSpPr/>
          <p:nvPr/>
        </p:nvCxnSpPr>
        <p:spPr>
          <a:xfrm>
            <a:off x="5060288" y="5683429"/>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038" name="Google Shape;1038;p51"/>
          <p:cNvSpPr/>
          <p:nvPr/>
        </p:nvSpPr>
        <p:spPr>
          <a:xfrm>
            <a:off x="5287033" y="3525242"/>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1039" name="Google Shape;1039;p51"/>
          <p:cNvSpPr/>
          <p:nvPr/>
        </p:nvSpPr>
        <p:spPr>
          <a:xfrm>
            <a:off x="4924015" y="2671291"/>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1040" name="Google Shape;1040;p51"/>
          <p:cNvSpPr/>
          <p:nvPr/>
        </p:nvSpPr>
        <p:spPr>
          <a:xfrm>
            <a:off x="6726000" y="3009845"/>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cxnSp>
        <p:nvCxnSpPr>
          <p:cNvPr id="1041" name="Google Shape;1041;p51"/>
          <p:cNvCxnSpPr>
            <a:endCxn id="1039" idx="7"/>
          </p:cNvCxnSpPr>
          <p:nvPr/>
        </p:nvCxnSpPr>
        <p:spPr>
          <a:xfrm flipH="1">
            <a:off x="5184178" y="2514628"/>
            <a:ext cx="1051800" cy="201300"/>
          </a:xfrm>
          <a:prstGeom prst="straightConnector1">
            <a:avLst/>
          </a:prstGeom>
          <a:noFill/>
          <a:ln cap="flat" cmpd="sng" w="28575">
            <a:solidFill>
              <a:srgbClr val="FF0000"/>
            </a:solidFill>
            <a:prstDash val="solid"/>
            <a:round/>
            <a:headEnd len="sm" w="sm" type="none"/>
            <a:tailEnd len="sm" w="sm" type="none"/>
          </a:ln>
        </p:spPr>
      </p:cxnSp>
      <p:cxnSp>
        <p:nvCxnSpPr>
          <p:cNvPr id="1042" name="Google Shape;1042;p51"/>
          <p:cNvCxnSpPr>
            <a:stCxn id="1038" idx="7"/>
          </p:cNvCxnSpPr>
          <p:nvPr/>
        </p:nvCxnSpPr>
        <p:spPr>
          <a:xfrm flipH="1" rot="10800000">
            <a:off x="5547196" y="2558579"/>
            <a:ext cx="845100" cy="1011300"/>
          </a:xfrm>
          <a:prstGeom prst="straightConnector1">
            <a:avLst/>
          </a:prstGeom>
          <a:noFill/>
          <a:ln cap="flat" cmpd="sng" w="28575">
            <a:solidFill>
              <a:srgbClr val="FF0000"/>
            </a:solidFill>
            <a:prstDash val="solid"/>
            <a:round/>
            <a:headEnd len="sm" w="sm" type="none"/>
            <a:tailEnd len="sm" w="sm" type="none"/>
          </a:ln>
        </p:spPr>
      </p:cxnSp>
      <p:sp>
        <p:nvSpPr>
          <p:cNvPr id="1043" name="Google Shape;1043;p51"/>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
        <p:nvSpPr>
          <p:cNvPr id="1044" name="Google Shape;1044;p51"/>
          <p:cNvSpPr/>
          <p:nvPr/>
        </p:nvSpPr>
        <p:spPr>
          <a:xfrm>
            <a:off x="6121768" y="2385083"/>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sp>
        <p:nvSpPr>
          <p:cNvPr id="1045" name="Google Shape;1045;p51"/>
          <p:cNvSpPr/>
          <p:nvPr/>
        </p:nvSpPr>
        <p:spPr>
          <a:xfrm>
            <a:off x="6687912" y="4149613"/>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4</a:t>
            </a:r>
            <a:endParaRPr/>
          </a:p>
        </p:txBody>
      </p:sp>
      <p:sp>
        <p:nvSpPr>
          <p:cNvPr id="1046" name="Google Shape;1046;p51"/>
          <p:cNvSpPr/>
          <p:nvPr/>
        </p:nvSpPr>
        <p:spPr>
          <a:xfrm>
            <a:off x="7068912" y="4149613"/>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047" name="Google Shape;1047;p51"/>
          <p:cNvCxnSpPr/>
          <p:nvPr/>
        </p:nvCxnSpPr>
        <p:spPr>
          <a:xfrm>
            <a:off x="7221312" y="4302013"/>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048" name="Google Shape;1048;p51"/>
          <p:cNvSpPr/>
          <p:nvPr/>
        </p:nvSpPr>
        <p:spPr>
          <a:xfrm>
            <a:off x="6577690" y="506253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4</a:t>
            </a:r>
            <a:endParaRPr/>
          </a:p>
        </p:txBody>
      </p:sp>
      <p:sp>
        <p:nvSpPr>
          <p:cNvPr id="1049" name="Google Shape;1049;p51"/>
          <p:cNvSpPr/>
          <p:nvPr/>
        </p:nvSpPr>
        <p:spPr>
          <a:xfrm>
            <a:off x="6958690" y="506253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050" name="Google Shape;1050;p51"/>
          <p:cNvCxnSpPr/>
          <p:nvPr/>
        </p:nvCxnSpPr>
        <p:spPr>
          <a:xfrm>
            <a:off x="7111090" y="5214937"/>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051" name="Google Shape;1051;p51"/>
          <p:cNvSpPr/>
          <p:nvPr/>
        </p:nvSpPr>
        <p:spPr>
          <a:xfrm>
            <a:off x="7586658" y="5041563"/>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2</a:t>
            </a:r>
            <a:endParaRPr/>
          </a:p>
        </p:txBody>
      </p:sp>
      <p:sp>
        <p:nvSpPr>
          <p:cNvPr id="1052" name="Google Shape;1052;p51"/>
          <p:cNvSpPr/>
          <p:nvPr/>
        </p:nvSpPr>
        <p:spPr>
          <a:xfrm>
            <a:off x="7967658" y="5041563"/>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053" name="Google Shape;1053;p51"/>
          <p:cNvCxnSpPr/>
          <p:nvPr/>
        </p:nvCxnSpPr>
        <p:spPr>
          <a:xfrm>
            <a:off x="8120058" y="5193963"/>
            <a:ext cx="533400" cy="1588"/>
          </a:xfrm>
          <a:prstGeom prst="straightConnector1">
            <a:avLst/>
          </a:prstGeom>
          <a:noFill/>
          <a:ln cap="flat" cmpd="sng" w="38100">
            <a:solidFill>
              <a:schemeClr val="dk1"/>
            </a:solidFill>
            <a:prstDash val="solid"/>
            <a:round/>
            <a:headEnd len="med" w="med" type="oval"/>
            <a:tailEnd len="med" w="med" type="triangle"/>
          </a:ln>
        </p:spPr>
      </p:cxnSp>
      <p:cxnSp>
        <p:nvCxnSpPr>
          <p:cNvPr id="1054" name="Google Shape;1054;p51"/>
          <p:cNvCxnSpPr>
            <a:stCxn id="1038" idx="1"/>
            <a:endCxn id="1039" idx="5"/>
          </p:cNvCxnSpPr>
          <p:nvPr/>
        </p:nvCxnSpPr>
        <p:spPr>
          <a:xfrm rot="10800000">
            <a:off x="5184070" y="2931479"/>
            <a:ext cx="147600" cy="638400"/>
          </a:xfrm>
          <a:prstGeom prst="straightConnector1">
            <a:avLst/>
          </a:prstGeom>
          <a:noFill/>
          <a:ln cap="flat" cmpd="sng" w="28575">
            <a:solidFill>
              <a:srgbClr val="FF0000"/>
            </a:solidFill>
            <a:prstDash val="solid"/>
            <a:round/>
            <a:headEnd len="sm" w="sm" type="none"/>
            <a:tailEnd len="sm" w="sm" type="none"/>
          </a:ln>
        </p:spPr>
      </p:cxnSp>
      <p:cxnSp>
        <p:nvCxnSpPr>
          <p:cNvPr id="1055" name="Google Shape;1055;p51"/>
          <p:cNvCxnSpPr>
            <a:endCxn id="1038" idx="6"/>
          </p:cNvCxnSpPr>
          <p:nvPr/>
        </p:nvCxnSpPr>
        <p:spPr>
          <a:xfrm flipH="1">
            <a:off x="5591833" y="3215942"/>
            <a:ext cx="1118700" cy="461700"/>
          </a:xfrm>
          <a:prstGeom prst="straightConnector1">
            <a:avLst/>
          </a:prstGeom>
          <a:noFill/>
          <a:ln cap="flat" cmpd="sng" w="28575">
            <a:solidFill>
              <a:srgbClr val="FF0000"/>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6"/>
                                        </p:tgtEl>
                                        <p:attrNameLst>
                                          <p:attrName>style.visibility</p:attrName>
                                        </p:attrNameLst>
                                      </p:cBhvr>
                                      <p:to>
                                        <p:strVal val="visible"/>
                                      </p:to>
                                    </p:set>
                                    <p:animEffect filter="fade" transition="in">
                                      <p:cBhvr>
                                        <p:cTn dur="500"/>
                                        <p:tgtEl>
                                          <p:spTgt spid="1026"/>
                                        </p:tgtEl>
                                      </p:cBhvr>
                                    </p:animEffect>
                                  </p:childTnLst>
                                </p:cTn>
                              </p:par>
                              <p:par>
                                <p:cTn fill="hold" nodeType="withEffect" presetClass="entr" presetID="10" presetSubtype="0">
                                  <p:stCondLst>
                                    <p:cond delay="0"/>
                                  </p:stCondLst>
                                  <p:childTnLst>
                                    <p:set>
                                      <p:cBhvr>
                                        <p:cTn dur="1" fill="hold">
                                          <p:stCondLst>
                                            <p:cond delay="0"/>
                                          </p:stCondLst>
                                        </p:cTn>
                                        <p:tgtEl>
                                          <p:spTgt spid="1027"/>
                                        </p:tgtEl>
                                        <p:attrNameLst>
                                          <p:attrName>style.visibility</p:attrName>
                                        </p:attrNameLst>
                                      </p:cBhvr>
                                      <p:to>
                                        <p:strVal val="visible"/>
                                      </p:to>
                                    </p:set>
                                    <p:animEffect filter="fade" transition="in">
                                      <p:cBhvr>
                                        <p:cTn dur="500"/>
                                        <p:tgtEl>
                                          <p:spTgt spid="1027"/>
                                        </p:tgtEl>
                                      </p:cBhvr>
                                    </p:animEffect>
                                  </p:childTnLst>
                                </p:cTn>
                              </p:par>
                              <p:par>
                                <p:cTn fill="hold" nodeType="withEffect" presetClass="entr" presetID="10" presetSubtype="0">
                                  <p:stCondLst>
                                    <p:cond delay="0"/>
                                  </p:stCondLst>
                                  <p:childTnLst>
                                    <p:set>
                                      <p:cBhvr>
                                        <p:cTn dur="1" fill="hold">
                                          <p:stCondLst>
                                            <p:cond delay="0"/>
                                          </p:stCondLst>
                                        </p:cTn>
                                        <p:tgtEl>
                                          <p:spTgt spid="1028"/>
                                        </p:tgtEl>
                                        <p:attrNameLst>
                                          <p:attrName>style.visibility</p:attrName>
                                        </p:attrNameLst>
                                      </p:cBhvr>
                                      <p:to>
                                        <p:strVal val="visible"/>
                                      </p:to>
                                    </p:set>
                                    <p:animEffect filter="fade" transition="in">
                                      <p:cBhvr>
                                        <p:cTn dur="500"/>
                                        <p:tgtEl>
                                          <p:spTgt spid="1028"/>
                                        </p:tgtEl>
                                      </p:cBhvr>
                                    </p:animEffect>
                                  </p:childTnLst>
                                </p:cTn>
                              </p:par>
                              <p:par>
                                <p:cTn fill="hold" nodeType="withEffect" presetClass="entr" presetID="10" presetSubtype="0">
                                  <p:stCondLst>
                                    <p:cond delay="0"/>
                                  </p:stCondLst>
                                  <p:childTnLst>
                                    <p:set>
                                      <p:cBhvr>
                                        <p:cTn dur="1" fill="hold">
                                          <p:stCondLst>
                                            <p:cond delay="0"/>
                                          </p:stCondLst>
                                        </p:cTn>
                                        <p:tgtEl>
                                          <p:spTgt spid="1029"/>
                                        </p:tgtEl>
                                        <p:attrNameLst>
                                          <p:attrName>style.visibility</p:attrName>
                                        </p:attrNameLst>
                                      </p:cBhvr>
                                      <p:to>
                                        <p:strVal val="visible"/>
                                      </p:to>
                                    </p:set>
                                    <p:animEffect filter="fade" transition="in">
                                      <p:cBhvr>
                                        <p:cTn dur="500"/>
                                        <p:tgtEl>
                                          <p:spTgt spid="1029"/>
                                        </p:tgtEl>
                                      </p:cBhvr>
                                    </p:animEffect>
                                  </p:childTnLst>
                                </p:cTn>
                              </p:par>
                              <p:par>
                                <p:cTn fill="hold" nodeType="with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500"/>
                                        <p:tgtEl>
                                          <p:spTgt spid="1030"/>
                                        </p:tgtEl>
                                      </p:cBhvr>
                                    </p:animEffect>
                                  </p:childTnLst>
                                </p:cTn>
                              </p:par>
                              <p:par>
                                <p:cTn fill="hold" nodeType="with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500"/>
                                        <p:tgtEl>
                                          <p:spTgt spid="1031"/>
                                        </p:tgtEl>
                                      </p:cBhvr>
                                    </p:animEffect>
                                  </p:childTnLst>
                                </p:cTn>
                              </p:par>
                              <p:par>
                                <p:cTn fill="hold" nodeType="with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500"/>
                                        <p:tgtEl>
                                          <p:spTgt spid="1032"/>
                                        </p:tgtEl>
                                      </p:cBhvr>
                                    </p:animEffect>
                                  </p:childTnLst>
                                </p:cTn>
                              </p:par>
                              <p:par>
                                <p:cTn fill="hold" nodeType="with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500"/>
                                        <p:tgtEl>
                                          <p:spTgt spid="10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7"/>
                                        </p:tgtEl>
                                        <p:attrNameLst>
                                          <p:attrName>style.visibility</p:attrName>
                                        </p:attrNameLst>
                                      </p:cBhvr>
                                      <p:to>
                                        <p:strVal val="visible"/>
                                      </p:to>
                                    </p:set>
                                    <p:animEffect filter="fade" transition="in">
                                      <p:cBhvr>
                                        <p:cTn dur="500"/>
                                        <p:tgtEl>
                                          <p:spTgt spid="1007"/>
                                        </p:tgtEl>
                                      </p:cBhvr>
                                    </p:animEffect>
                                  </p:childTnLst>
                                </p:cTn>
                              </p:par>
                              <p:par>
                                <p:cTn fill="hold" nodeType="withEffect" presetClass="entr" presetID="10" presetSubtype="0">
                                  <p:stCondLst>
                                    <p:cond delay="0"/>
                                  </p:stCondLst>
                                  <p:childTnLst>
                                    <p:set>
                                      <p:cBhvr>
                                        <p:cTn dur="1" fill="hold">
                                          <p:stCondLst>
                                            <p:cond delay="0"/>
                                          </p:stCondLst>
                                        </p:cTn>
                                        <p:tgtEl>
                                          <p:spTgt spid="1008"/>
                                        </p:tgtEl>
                                        <p:attrNameLst>
                                          <p:attrName>style.visibility</p:attrName>
                                        </p:attrNameLst>
                                      </p:cBhvr>
                                      <p:to>
                                        <p:strVal val="visible"/>
                                      </p:to>
                                    </p:set>
                                    <p:animEffect filter="fade" transition="in">
                                      <p:cBhvr>
                                        <p:cTn dur="500"/>
                                        <p:tgtEl>
                                          <p:spTgt spid="1008"/>
                                        </p:tgtEl>
                                      </p:cBhvr>
                                    </p:animEffect>
                                  </p:childTnLst>
                                </p:cTn>
                              </p:par>
                              <p:par>
                                <p:cTn fill="hold" nodeType="withEffect" presetClass="entr" presetID="10" presetSubtype="0">
                                  <p:stCondLst>
                                    <p:cond delay="0"/>
                                  </p:stCondLst>
                                  <p:childTnLst>
                                    <p:set>
                                      <p:cBhvr>
                                        <p:cTn dur="1" fill="hold">
                                          <p:stCondLst>
                                            <p:cond delay="0"/>
                                          </p:stCondLst>
                                        </p:cTn>
                                        <p:tgtEl>
                                          <p:spTgt spid="1009"/>
                                        </p:tgtEl>
                                        <p:attrNameLst>
                                          <p:attrName>style.visibility</p:attrName>
                                        </p:attrNameLst>
                                      </p:cBhvr>
                                      <p:to>
                                        <p:strVal val="visible"/>
                                      </p:to>
                                    </p:set>
                                    <p:animEffect filter="fade" transition="in">
                                      <p:cBhvr>
                                        <p:cTn dur="500"/>
                                        <p:tgtEl>
                                          <p:spTgt spid="1009"/>
                                        </p:tgtEl>
                                      </p:cBhvr>
                                    </p:animEffect>
                                  </p:childTnLst>
                                </p:cTn>
                              </p:par>
                              <p:par>
                                <p:cTn fill="hold" nodeType="withEffect" presetClass="entr" presetID="10" presetSubtype="0">
                                  <p:stCondLst>
                                    <p:cond delay="0"/>
                                  </p:stCondLst>
                                  <p:childTnLst>
                                    <p:set>
                                      <p:cBhvr>
                                        <p:cTn dur="1" fill="hold">
                                          <p:stCondLst>
                                            <p:cond delay="0"/>
                                          </p:stCondLst>
                                        </p:cTn>
                                        <p:tgtEl>
                                          <p:spTgt spid="1034"/>
                                        </p:tgtEl>
                                        <p:attrNameLst>
                                          <p:attrName>style.visibility</p:attrName>
                                        </p:attrNameLst>
                                      </p:cBhvr>
                                      <p:to>
                                        <p:strVal val="visible"/>
                                      </p:to>
                                    </p:set>
                                    <p:animEffect filter="fade" transition="in">
                                      <p:cBhvr>
                                        <p:cTn dur="500"/>
                                        <p:tgtEl>
                                          <p:spTgt spid="1034"/>
                                        </p:tgtEl>
                                      </p:cBhvr>
                                    </p:animEffect>
                                  </p:childTnLst>
                                </p:cTn>
                              </p:par>
                              <p:par>
                                <p:cTn fill="hold" nodeType="withEffect" presetClass="entr" presetID="10" presetSubtype="0">
                                  <p:stCondLst>
                                    <p:cond delay="0"/>
                                  </p:stCondLst>
                                  <p:childTnLst>
                                    <p:set>
                                      <p:cBhvr>
                                        <p:cTn dur="1" fill="hold">
                                          <p:stCondLst>
                                            <p:cond delay="0"/>
                                          </p:stCondLst>
                                        </p:cTn>
                                        <p:tgtEl>
                                          <p:spTgt spid="1010"/>
                                        </p:tgtEl>
                                        <p:attrNameLst>
                                          <p:attrName>style.visibility</p:attrName>
                                        </p:attrNameLst>
                                      </p:cBhvr>
                                      <p:to>
                                        <p:strVal val="visible"/>
                                      </p:to>
                                    </p:set>
                                    <p:animEffect filter="fade" transition="in">
                                      <p:cBhvr>
                                        <p:cTn dur="500"/>
                                        <p:tgtEl>
                                          <p:spTgt spid="10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gtEl>
                                        <p:attrNameLst>
                                          <p:attrName>style.visibility</p:attrName>
                                        </p:attrNameLst>
                                      </p:cBhvr>
                                      <p:to>
                                        <p:strVal val="visible"/>
                                      </p:to>
                                    </p:set>
                                    <p:animEffect filter="fade" transition="in">
                                      <p:cBhvr>
                                        <p:cTn dur="500"/>
                                        <p:tgtEl>
                                          <p:spTgt spid="1011"/>
                                        </p:tgtEl>
                                      </p:cBhvr>
                                    </p:animEffect>
                                  </p:childTnLst>
                                </p:cTn>
                              </p:par>
                              <p:par>
                                <p:cTn fill="hold" nodeType="with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500"/>
                                        <p:tgtEl>
                                          <p:spTgt spid="1012"/>
                                        </p:tgtEl>
                                      </p:cBhvr>
                                    </p:animEffect>
                                  </p:childTnLst>
                                </p:cTn>
                              </p:par>
                              <p:par>
                                <p:cTn fill="hold" nodeType="with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500"/>
                                        <p:tgtEl>
                                          <p:spTgt spid="1013"/>
                                        </p:tgtEl>
                                      </p:cBhvr>
                                    </p:animEffect>
                                  </p:childTnLst>
                                </p:cTn>
                              </p:par>
                              <p:par>
                                <p:cTn fill="hold" nodeType="withEffect" presetClass="entr" presetID="10" presetSubtype="0">
                                  <p:stCondLst>
                                    <p:cond delay="0"/>
                                  </p:stCondLst>
                                  <p:childTnLst>
                                    <p:set>
                                      <p:cBhvr>
                                        <p:cTn dur="1" fill="hold">
                                          <p:stCondLst>
                                            <p:cond delay="0"/>
                                          </p:stCondLst>
                                        </p:cTn>
                                        <p:tgtEl>
                                          <p:spTgt spid="1035"/>
                                        </p:tgtEl>
                                        <p:attrNameLst>
                                          <p:attrName>style.visibility</p:attrName>
                                        </p:attrNameLst>
                                      </p:cBhvr>
                                      <p:to>
                                        <p:strVal val="visible"/>
                                      </p:to>
                                    </p:set>
                                    <p:animEffect filter="fade" transition="in">
                                      <p:cBhvr>
                                        <p:cTn dur="500"/>
                                        <p:tgtEl>
                                          <p:spTgt spid="1035"/>
                                        </p:tgtEl>
                                      </p:cBhvr>
                                    </p:animEffect>
                                  </p:childTnLst>
                                </p:cTn>
                              </p:par>
                              <p:par>
                                <p:cTn fill="hold" nodeType="with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500"/>
                                        <p:tgtEl>
                                          <p:spTgt spid="1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500"/>
                                        <p:tgtEl>
                                          <p:spTgt spid="1015"/>
                                        </p:tgtEl>
                                      </p:cBhvr>
                                    </p:animEffect>
                                  </p:childTnLst>
                                </p:cTn>
                              </p:par>
                              <p:par>
                                <p:cTn fill="hold" nodeType="withEffect" presetClass="entr" presetID="10" presetSubtype="0">
                                  <p:stCondLst>
                                    <p:cond delay="0"/>
                                  </p:stCondLst>
                                  <p:childTnLst>
                                    <p:set>
                                      <p:cBhvr>
                                        <p:cTn dur="1" fill="hold">
                                          <p:stCondLst>
                                            <p:cond delay="0"/>
                                          </p:stCondLst>
                                        </p:cTn>
                                        <p:tgtEl>
                                          <p:spTgt spid="1016"/>
                                        </p:tgtEl>
                                        <p:attrNameLst>
                                          <p:attrName>style.visibility</p:attrName>
                                        </p:attrNameLst>
                                      </p:cBhvr>
                                      <p:to>
                                        <p:strVal val="visible"/>
                                      </p:to>
                                    </p:set>
                                    <p:animEffect filter="fade" transition="in">
                                      <p:cBhvr>
                                        <p:cTn dur="500"/>
                                        <p:tgtEl>
                                          <p:spTgt spid="1016"/>
                                        </p:tgtEl>
                                      </p:cBhvr>
                                    </p:animEffect>
                                  </p:childTnLst>
                                </p:cTn>
                              </p:par>
                              <p:par>
                                <p:cTn fill="hold" nodeType="withEffect" presetClass="entr" presetID="10" presetSubtype="0">
                                  <p:stCondLst>
                                    <p:cond delay="0"/>
                                  </p:stCondLst>
                                  <p:childTnLst>
                                    <p:set>
                                      <p:cBhvr>
                                        <p:cTn dur="1" fill="hold">
                                          <p:stCondLst>
                                            <p:cond delay="0"/>
                                          </p:stCondLst>
                                        </p:cTn>
                                        <p:tgtEl>
                                          <p:spTgt spid="1017"/>
                                        </p:tgtEl>
                                        <p:attrNameLst>
                                          <p:attrName>style.visibility</p:attrName>
                                        </p:attrNameLst>
                                      </p:cBhvr>
                                      <p:to>
                                        <p:strVal val="visible"/>
                                      </p:to>
                                    </p:set>
                                    <p:animEffect filter="fade" transition="in">
                                      <p:cBhvr>
                                        <p:cTn dur="500"/>
                                        <p:tgtEl>
                                          <p:spTgt spid="1017"/>
                                        </p:tgtEl>
                                      </p:cBhvr>
                                    </p:animEffect>
                                  </p:childTnLst>
                                </p:cTn>
                              </p:par>
                              <p:par>
                                <p:cTn fill="hold" nodeType="withEffect" presetClass="entr" presetID="10" presetSubtype="0">
                                  <p:stCondLst>
                                    <p:cond delay="0"/>
                                  </p:stCondLst>
                                  <p:childTnLst>
                                    <p:set>
                                      <p:cBhvr>
                                        <p:cTn dur="1" fill="hold">
                                          <p:stCondLst>
                                            <p:cond delay="0"/>
                                          </p:stCondLst>
                                        </p:cTn>
                                        <p:tgtEl>
                                          <p:spTgt spid="1018"/>
                                        </p:tgtEl>
                                        <p:attrNameLst>
                                          <p:attrName>style.visibility</p:attrName>
                                        </p:attrNameLst>
                                      </p:cBhvr>
                                      <p:to>
                                        <p:strVal val="visible"/>
                                      </p:to>
                                    </p:set>
                                    <p:animEffect filter="fade" transition="in">
                                      <p:cBhvr>
                                        <p:cTn dur="500"/>
                                        <p:tgtEl>
                                          <p:spTgt spid="1018"/>
                                        </p:tgtEl>
                                      </p:cBhvr>
                                    </p:animEffect>
                                  </p:childTnLst>
                                </p:cTn>
                              </p:par>
                              <p:par>
                                <p:cTn fill="hold" nodeType="withEffect" presetClass="entr" presetID="10" presetSubtype="0">
                                  <p:stCondLst>
                                    <p:cond delay="0"/>
                                  </p:stCondLst>
                                  <p:childTnLst>
                                    <p:set>
                                      <p:cBhvr>
                                        <p:cTn dur="1" fill="hold">
                                          <p:stCondLst>
                                            <p:cond delay="0"/>
                                          </p:stCondLst>
                                        </p:cTn>
                                        <p:tgtEl>
                                          <p:spTgt spid="1036"/>
                                        </p:tgtEl>
                                        <p:attrNameLst>
                                          <p:attrName>style.visibility</p:attrName>
                                        </p:attrNameLst>
                                      </p:cBhvr>
                                      <p:to>
                                        <p:strVal val="visible"/>
                                      </p:to>
                                    </p:set>
                                    <p:animEffect filter="fade" transition="in">
                                      <p:cBhvr>
                                        <p:cTn dur="500"/>
                                        <p:tgtEl>
                                          <p:spTgt spid="10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gtEl>
                                        <p:attrNameLst>
                                          <p:attrName>style.visibility</p:attrName>
                                        </p:attrNameLst>
                                      </p:cBhvr>
                                      <p:to>
                                        <p:strVal val="visible"/>
                                      </p:to>
                                    </p:set>
                                    <p:animEffect filter="fade" transition="in">
                                      <p:cBhvr>
                                        <p:cTn dur="500"/>
                                        <p:tgtEl>
                                          <p:spTgt spid="1019"/>
                                        </p:tgtEl>
                                      </p:cBhvr>
                                    </p:animEffect>
                                  </p:childTnLst>
                                </p:cTn>
                              </p:par>
                              <p:par>
                                <p:cTn fill="hold" nodeType="withEffect" presetClass="entr" presetID="10" presetSubtype="0">
                                  <p:stCondLst>
                                    <p:cond delay="0"/>
                                  </p:stCondLst>
                                  <p:childTnLst>
                                    <p:set>
                                      <p:cBhvr>
                                        <p:cTn dur="1" fill="hold">
                                          <p:stCondLst>
                                            <p:cond delay="0"/>
                                          </p:stCondLst>
                                        </p:cTn>
                                        <p:tgtEl>
                                          <p:spTgt spid="1020"/>
                                        </p:tgtEl>
                                        <p:attrNameLst>
                                          <p:attrName>style.visibility</p:attrName>
                                        </p:attrNameLst>
                                      </p:cBhvr>
                                      <p:to>
                                        <p:strVal val="visible"/>
                                      </p:to>
                                    </p:set>
                                    <p:animEffect filter="fade" transition="in">
                                      <p:cBhvr>
                                        <p:cTn dur="500"/>
                                        <p:tgtEl>
                                          <p:spTgt spid="1020"/>
                                        </p:tgtEl>
                                      </p:cBhvr>
                                    </p:animEffect>
                                  </p:childTnLst>
                                </p:cTn>
                              </p:par>
                              <p:par>
                                <p:cTn fill="hold" nodeType="with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500"/>
                                        <p:tgtEl>
                                          <p:spTgt spid="1021"/>
                                        </p:tgtEl>
                                      </p:cBhvr>
                                    </p:animEffect>
                                  </p:childTnLst>
                                </p:cTn>
                              </p:par>
                              <p:par>
                                <p:cTn fill="hold" nodeType="withEffect" presetClass="entr" presetID="10" presetSubtype="0">
                                  <p:stCondLst>
                                    <p:cond delay="0"/>
                                  </p:stCondLst>
                                  <p:childTnLst>
                                    <p:set>
                                      <p:cBhvr>
                                        <p:cTn dur="1" fill="hold">
                                          <p:stCondLst>
                                            <p:cond delay="0"/>
                                          </p:stCondLst>
                                        </p:cTn>
                                        <p:tgtEl>
                                          <p:spTgt spid="1023"/>
                                        </p:tgtEl>
                                        <p:attrNameLst>
                                          <p:attrName>style.visibility</p:attrName>
                                        </p:attrNameLst>
                                      </p:cBhvr>
                                      <p:to>
                                        <p:strVal val="visible"/>
                                      </p:to>
                                    </p:set>
                                    <p:animEffect filter="fade" transition="in">
                                      <p:cBhvr>
                                        <p:cTn dur="500"/>
                                        <p:tgtEl>
                                          <p:spTgt spid="1023"/>
                                        </p:tgtEl>
                                      </p:cBhvr>
                                    </p:animEffect>
                                  </p:childTnLst>
                                </p:cTn>
                              </p:par>
                              <p:par>
                                <p:cTn fill="hold" nodeType="with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500"/>
                                        <p:tgtEl>
                                          <p:spTgt spid="1024"/>
                                        </p:tgtEl>
                                      </p:cBhvr>
                                    </p:animEffect>
                                  </p:childTnLst>
                                </p:cTn>
                              </p:par>
                              <p:par>
                                <p:cTn fill="hold" nodeType="withEffect" presetClass="entr" presetID="10" presetSubtype="0">
                                  <p:stCondLst>
                                    <p:cond delay="0"/>
                                  </p:stCondLst>
                                  <p:childTnLst>
                                    <p:set>
                                      <p:cBhvr>
                                        <p:cTn dur="1" fill="hold">
                                          <p:stCondLst>
                                            <p:cond delay="0"/>
                                          </p:stCondLst>
                                        </p:cTn>
                                        <p:tgtEl>
                                          <p:spTgt spid="1025"/>
                                        </p:tgtEl>
                                        <p:attrNameLst>
                                          <p:attrName>style.visibility</p:attrName>
                                        </p:attrNameLst>
                                      </p:cBhvr>
                                      <p:to>
                                        <p:strVal val="visible"/>
                                      </p:to>
                                    </p:set>
                                    <p:animEffect filter="fade" transition="in">
                                      <p:cBhvr>
                                        <p:cTn dur="500"/>
                                        <p:tgtEl>
                                          <p:spTgt spid="1025"/>
                                        </p:tgtEl>
                                      </p:cBhvr>
                                    </p:animEffect>
                                  </p:childTnLst>
                                </p:cTn>
                              </p:par>
                              <p:par>
                                <p:cTn fill="hold" nodeType="with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500"/>
                                        <p:tgtEl>
                                          <p:spTgt spid="1037"/>
                                        </p:tgtEl>
                                      </p:cBhvr>
                                    </p:animEffect>
                                  </p:childTnLst>
                                </p:cTn>
                              </p:par>
                              <p:par>
                                <p:cTn fill="hold" nodeType="withEffect" presetClass="entr" presetID="10" presetSubtype="0">
                                  <p:stCondLst>
                                    <p:cond delay="0"/>
                                  </p:stCondLst>
                                  <p:childTnLst>
                                    <p:set>
                                      <p:cBhvr>
                                        <p:cTn dur="1" fill="hold">
                                          <p:stCondLst>
                                            <p:cond delay="0"/>
                                          </p:stCondLst>
                                        </p:cTn>
                                        <p:tgtEl>
                                          <p:spTgt spid="1022"/>
                                        </p:tgtEl>
                                        <p:attrNameLst>
                                          <p:attrName>style.visibility</p:attrName>
                                        </p:attrNameLst>
                                      </p:cBhvr>
                                      <p:to>
                                        <p:strVal val="visible"/>
                                      </p:to>
                                    </p:set>
                                    <p:animEffect filter="fade" transition="in">
                                      <p:cBhvr>
                                        <p:cTn dur="500"/>
                                        <p:tgtEl>
                                          <p:spTgt spid="10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par>
                                <p:cTn fill="hold" nodeType="with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par>
                                <p:cTn fill="hold" nodeType="with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500"/>
                                        <p:tgtEl>
                                          <p:spTgt spid="10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500"/>
                                        <p:tgtEl>
                                          <p:spTgt spid="1048"/>
                                        </p:tgtEl>
                                      </p:cBhvr>
                                    </p:animEffect>
                                  </p:childTnLst>
                                </p:cTn>
                              </p:par>
                              <p:par>
                                <p:cTn fill="hold" nodeType="with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500"/>
                                        <p:tgtEl>
                                          <p:spTgt spid="1049"/>
                                        </p:tgtEl>
                                      </p:cBhvr>
                                    </p:animEffect>
                                  </p:childTnLst>
                                </p:cTn>
                              </p:par>
                              <p:par>
                                <p:cTn fill="hold" nodeType="with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500"/>
                                        <p:tgtEl>
                                          <p:spTgt spid="1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500"/>
                                        <p:tgtEl>
                                          <p:spTgt spid="1051"/>
                                        </p:tgtEl>
                                      </p:cBhvr>
                                    </p:animEffect>
                                  </p:childTnLst>
                                </p:cTn>
                              </p:par>
                              <p:par>
                                <p:cTn fill="hold" nodeType="withEffect" presetClass="entr" presetID="10" presetSubtype="0">
                                  <p:stCondLst>
                                    <p:cond delay="0"/>
                                  </p:stCondLst>
                                  <p:childTnLst>
                                    <p:set>
                                      <p:cBhvr>
                                        <p:cTn dur="1" fill="hold">
                                          <p:stCondLst>
                                            <p:cond delay="0"/>
                                          </p:stCondLst>
                                        </p:cTn>
                                        <p:tgtEl>
                                          <p:spTgt spid="1052"/>
                                        </p:tgtEl>
                                        <p:attrNameLst>
                                          <p:attrName>style.visibility</p:attrName>
                                        </p:attrNameLst>
                                      </p:cBhvr>
                                      <p:to>
                                        <p:strVal val="visible"/>
                                      </p:to>
                                    </p:set>
                                    <p:animEffect filter="fade" transition="in">
                                      <p:cBhvr>
                                        <p:cTn dur="500"/>
                                        <p:tgtEl>
                                          <p:spTgt spid="1052"/>
                                        </p:tgtEl>
                                      </p:cBhvr>
                                    </p:animEffect>
                                  </p:childTnLst>
                                </p:cTn>
                              </p:par>
                              <p:par>
                                <p:cTn fill="hold" nodeType="withEffect" presetClass="entr" presetID="10" presetSubtype="0">
                                  <p:stCondLst>
                                    <p:cond delay="0"/>
                                  </p:stCondLst>
                                  <p:childTnLst>
                                    <p:set>
                                      <p:cBhvr>
                                        <p:cTn dur="1" fill="hold">
                                          <p:stCondLst>
                                            <p:cond delay="0"/>
                                          </p:stCondLst>
                                        </p:cTn>
                                        <p:tgtEl>
                                          <p:spTgt spid="1053"/>
                                        </p:tgtEl>
                                        <p:attrNameLst>
                                          <p:attrName>style.visibility</p:attrName>
                                        </p:attrNameLst>
                                      </p:cBhvr>
                                      <p:to>
                                        <p:strVal val="visible"/>
                                      </p:to>
                                    </p:set>
                                    <p:animEffect filter="fade" transition="in">
                                      <p:cBhvr>
                                        <p:cTn dur="500"/>
                                        <p:tgtEl>
                                          <p:spTgt spid="10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1061" name="Google Shape;1061;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1062" name="Google Shape;1062;p52"/>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1063" name="Google Shape;1063;p5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64" name="Google Shape;1064;p52"/>
          <p:cNvSpPr/>
          <p:nvPr/>
        </p:nvSpPr>
        <p:spPr>
          <a:xfrm>
            <a:off x="3136900" y="38100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2</a:t>
            </a:r>
            <a:endParaRPr/>
          </a:p>
        </p:txBody>
      </p:sp>
      <p:sp>
        <p:nvSpPr>
          <p:cNvPr id="1065" name="Google Shape;1065;p52"/>
          <p:cNvSpPr/>
          <p:nvPr/>
        </p:nvSpPr>
        <p:spPr>
          <a:xfrm>
            <a:off x="3517900" y="38100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066" name="Google Shape;1066;p52"/>
          <p:cNvCxnSpPr/>
          <p:nvPr/>
        </p:nvCxnSpPr>
        <p:spPr>
          <a:xfrm>
            <a:off x="3670300" y="396240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067" name="Google Shape;1067;p52"/>
          <p:cNvSpPr txBox="1"/>
          <p:nvPr/>
        </p:nvSpPr>
        <p:spPr>
          <a:xfrm>
            <a:off x="6248400" y="3829050"/>
            <a:ext cx="838200" cy="338138"/>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2"/>
                </a:solidFill>
                <a:latin typeface="Times New Roman"/>
                <a:ea typeface="Times New Roman"/>
                <a:cs typeface="Times New Roman"/>
                <a:sym typeface="Times New Roman"/>
              </a:rPr>
              <a:t>NULL</a:t>
            </a:r>
            <a:endParaRPr/>
          </a:p>
        </p:txBody>
      </p:sp>
      <p:sp>
        <p:nvSpPr>
          <p:cNvPr id="1068" name="Google Shape;1068;p52"/>
          <p:cNvSpPr/>
          <p:nvPr/>
        </p:nvSpPr>
        <p:spPr>
          <a:xfrm>
            <a:off x="3136900" y="42672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1</a:t>
            </a:r>
            <a:endParaRPr/>
          </a:p>
        </p:txBody>
      </p:sp>
      <p:sp>
        <p:nvSpPr>
          <p:cNvPr id="1069" name="Google Shape;1069;p52"/>
          <p:cNvSpPr/>
          <p:nvPr/>
        </p:nvSpPr>
        <p:spPr>
          <a:xfrm>
            <a:off x="3517900" y="42672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070" name="Google Shape;1070;p52"/>
          <p:cNvCxnSpPr/>
          <p:nvPr/>
        </p:nvCxnSpPr>
        <p:spPr>
          <a:xfrm>
            <a:off x="3670300" y="441960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071" name="Google Shape;1071;p52"/>
          <p:cNvSpPr txBox="1"/>
          <p:nvPr/>
        </p:nvSpPr>
        <p:spPr>
          <a:xfrm>
            <a:off x="7315200" y="4286250"/>
            <a:ext cx="838200" cy="338138"/>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2"/>
                </a:solidFill>
                <a:latin typeface="Times New Roman"/>
                <a:ea typeface="Times New Roman"/>
                <a:cs typeface="Times New Roman"/>
                <a:sym typeface="Times New Roman"/>
              </a:rPr>
              <a:t>NULL</a:t>
            </a:r>
            <a:endParaRPr/>
          </a:p>
        </p:txBody>
      </p:sp>
      <p:sp>
        <p:nvSpPr>
          <p:cNvPr id="1072" name="Google Shape;1072;p52"/>
          <p:cNvSpPr/>
          <p:nvPr/>
        </p:nvSpPr>
        <p:spPr>
          <a:xfrm>
            <a:off x="3136900" y="47244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2</a:t>
            </a:r>
            <a:endParaRPr/>
          </a:p>
        </p:txBody>
      </p:sp>
      <p:sp>
        <p:nvSpPr>
          <p:cNvPr id="1073" name="Google Shape;1073;p52"/>
          <p:cNvSpPr/>
          <p:nvPr/>
        </p:nvSpPr>
        <p:spPr>
          <a:xfrm>
            <a:off x="3517900" y="47244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074" name="Google Shape;1074;p52"/>
          <p:cNvCxnSpPr/>
          <p:nvPr/>
        </p:nvCxnSpPr>
        <p:spPr>
          <a:xfrm>
            <a:off x="3670300" y="487680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075" name="Google Shape;1075;p52"/>
          <p:cNvSpPr txBox="1"/>
          <p:nvPr/>
        </p:nvSpPr>
        <p:spPr>
          <a:xfrm>
            <a:off x="4114800" y="4703763"/>
            <a:ext cx="838200" cy="338137"/>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2"/>
                </a:solidFill>
                <a:latin typeface="Times New Roman"/>
                <a:ea typeface="Times New Roman"/>
                <a:cs typeface="Times New Roman"/>
                <a:sym typeface="Times New Roman"/>
              </a:rPr>
              <a:t>NULL</a:t>
            </a:r>
            <a:endParaRPr/>
          </a:p>
        </p:txBody>
      </p:sp>
      <p:sp>
        <p:nvSpPr>
          <p:cNvPr id="1076" name="Google Shape;1076;p52"/>
          <p:cNvSpPr/>
          <p:nvPr/>
        </p:nvSpPr>
        <p:spPr>
          <a:xfrm>
            <a:off x="3136900" y="51816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1</a:t>
            </a:r>
            <a:endParaRPr/>
          </a:p>
        </p:txBody>
      </p:sp>
      <p:sp>
        <p:nvSpPr>
          <p:cNvPr id="1077" name="Google Shape;1077;p52"/>
          <p:cNvSpPr/>
          <p:nvPr/>
        </p:nvSpPr>
        <p:spPr>
          <a:xfrm>
            <a:off x="3517900" y="51816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078" name="Google Shape;1078;p52"/>
          <p:cNvCxnSpPr/>
          <p:nvPr/>
        </p:nvCxnSpPr>
        <p:spPr>
          <a:xfrm>
            <a:off x="3670300" y="533400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079" name="Google Shape;1079;p52"/>
          <p:cNvSpPr txBox="1"/>
          <p:nvPr/>
        </p:nvSpPr>
        <p:spPr>
          <a:xfrm>
            <a:off x="6248400" y="5167313"/>
            <a:ext cx="838200" cy="338137"/>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2"/>
                </a:solidFill>
                <a:latin typeface="Times New Roman"/>
                <a:ea typeface="Times New Roman"/>
                <a:cs typeface="Times New Roman"/>
                <a:sym typeface="Times New Roman"/>
              </a:rPr>
              <a:t>NULL</a:t>
            </a:r>
            <a:endParaRPr/>
          </a:p>
        </p:txBody>
      </p:sp>
      <p:sp>
        <p:nvSpPr>
          <p:cNvPr id="1080" name="Google Shape;1080;p52"/>
          <p:cNvSpPr/>
          <p:nvPr/>
        </p:nvSpPr>
        <p:spPr>
          <a:xfrm>
            <a:off x="4191000" y="51816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2</a:t>
            </a:r>
            <a:endParaRPr/>
          </a:p>
        </p:txBody>
      </p:sp>
      <p:sp>
        <p:nvSpPr>
          <p:cNvPr id="1081" name="Google Shape;1081;p52"/>
          <p:cNvSpPr/>
          <p:nvPr/>
        </p:nvSpPr>
        <p:spPr>
          <a:xfrm>
            <a:off x="4572000" y="51816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082" name="Google Shape;1082;p52"/>
          <p:cNvCxnSpPr/>
          <p:nvPr/>
        </p:nvCxnSpPr>
        <p:spPr>
          <a:xfrm>
            <a:off x="4724400" y="533400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083" name="Google Shape;1083;p52"/>
          <p:cNvSpPr/>
          <p:nvPr/>
        </p:nvSpPr>
        <p:spPr>
          <a:xfrm>
            <a:off x="2438400" y="3777734"/>
            <a:ext cx="184731" cy="369332"/>
          </a:xfrm>
          <a:prstGeom prst="rect">
            <a:avLst/>
          </a:prstGeom>
          <a:solidFill>
            <a:srgbClr val="0000CC">
              <a:alpha val="56470"/>
            </a:srgbClr>
          </a:solidFill>
          <a:ln cap="flat" cmpd="sng" w="28575">
            <a:solidFill>
              <a:srgbClr val="00206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1084" name="Google Shape;1084;p52"/>
          <p:cNvSpPr/>
          <p:nvPr/>
        </p:nvSpPr>
        <p:spPr>
          <a:xfrm>
            <a:off x="2438400" y="4234934"/>
            <a:ext cx="184731" cy="369332"/>
          </a:xfrm>
          <a:prstGeom prst="rect">
            <a:avLst/>
          </a:prstGeom>
          <a:solidFill>
            <a:srgbClr val="0000CC">
              <a:alpha val="56470"/>
            </a:srgbClr>
          </a:solidFill>
          <a:ln cap="flat" cmpd="sng" w="28575">
            <a:solidFill>
              <a:srgbClr val="00206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1085" name="Google Shape;1085;p52"/>
          <p:cNvSpPr/>
          <p:nvPr/>
        </p:nvSpPr>
        <p:spPr>
          <a:xfrm>
            <a:off x="2438400" y="4692134"/>
            <a:ext cx="184731" cy="369332"/>
          </a:xfrm>
          <a:prstGeom prst="rect">
            <a:avLst/>
          </a:prstGeom>
          <a:solidFill>
            <a:srgbClr val="0000CC">
              <a:alpha val="56470"/>
            </a:srgbClr>
          </a:solidFill>
          <a:ln cap="flat" cmpd="sng" w="28575">
            <a:solidFill>
              <a:srgbClr val="00206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1086" name="Google Shape;1086;p52"/>
          <p:cNvSpPr/>
          <p:nvPr/>
        </p:nvSpPr>
        <p:spPr>
          <a:xfrm>
            <a:off x="2438400" y="5149334"/>
            <a:ext cx="184731" cy="369332"/>
          </a:xfrm>
          <a:prstGeom prst="rect">
            <a:avLst/>
          </a:prstGeom>
          <a:solidFill>
            <a:srgbClr val="0000CC">
              <a:alpha val="56470"/>
            </a:srgbClr>
          </a:solidFill>
          <a:ln cap="flat" cmpd="sng" w="28575">
            <a:solidFill>
              <a:srgbClr val="00206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1087" name="Google Shape;1087;p52"/>
          <p:cNvSpPr txBox="1"/>
          <p:nvPr/>
        </p:nvSpPr>
        <p:spPr>
          <a:xfrm>
            <a:off x="1905000" y="3810000"/>
            <a:ext cx="838200" cy="400050"/>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2"/>
                </a:solidFill>
                <a:latin typeface="Times New Roman"/>
                <a:ea typeface="Times New Roman"/>
                <a:cs typeface="Times New Roman"/>
                <a:sym typeface="Times New Roman"/>
              </a:rPr>
              <a:t>1</a:t>
            </a:r>
            <a:endParaRPr/>
          </a:p>
        </p:txBody>
      </p:sp>
      <p:sp>
        <p:nvSpPr>
          <p:cNvPr id="1088" name="Google Shape;1088;p52"/>
          <p:cNvSpPr txBox="1"/>
          <p:nvPr/>
        </p:nvSpPr>
        <p:spPr>
          <a:xfrm>
            <a:off x="1905000" y="4267200"/>
            <a:ext cx="838200" cy="400050"/>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2"/>
                </a:solidFill>
                <a:latin typeface="Times New Roman"/>
                <a:ea typeface="Times New Roman"/>
                <a:cs typeface="Times New Roman"/>
                <a:sym typeface="Times New Roman"/>
              </a:rPr>
              <a:t>2</a:t>
            </a:r>
            <a:endParaRPr/>
          </a:p>
        </p:txBody>
      </p:sp>
      <p:sp>
        <p:nvSpPr>
          <p:cNvPr id="1089" name="Google Shape;1089;p52"/>
          <p:cNvSpPr txBox="1"/>
          <p:nvPr/>
        </p:nvSpPr>
        <p:spPr>
          <a:xfrm>
            <a:off x="1905000" y="4724400"/>
            <a:ext cx="838200" cy="400050"/>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2"/>
                </a:solidFill>
                <a:latin typeface="Times New Roman"/>
                <a:ea typeface="Times New Roman"/>
                <a:cs typeface="Times New Roman"/>
                <a:sym typeface="Times New Roman"/>
              </a:rPr>
              <a:t>3</a:t>
            </a:r>
            <a:endParaRPr/>
          </a:p>
        </p:txBody>
      </p:sp>
      <p:sp>
        <p:nvSpPr>
          <p:cNvPr id="1090" name="Google Shape;1090;p52"/>
          <p:cNvSpPr txBox="1"/>
          <p:nvPr/>
        </p:nvSpPr>
        <p:spPr>
          <a:xfrm>
            <a:off x="1905000" y="5181600"/>
            <a:ext cx="838200" cy="400050"/>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2"/>
                </a:solidFill>
                <a:latin typeface="Times New Roman"/>
                <a:ea typeface="Times New Roman"/>
                <a:cs typeface="Times New Roman"/>
                <a:sym typeface="Times New Roman"/>
              </a:rPr>
              <a:t>4</a:t>
            </a:r>
            <a:endParaRPr/>
          </a:p>
        </p:txBody>
      </p:sp>
      <p:sp>
        <p:nvSpPr>
          <p:cNvPr id="1091" name="Google Shape;1091;p52"/>
          <p:cNvSpPr/>
          <p:nvPr/>
        </p:nvSpPr>
        <p:spPr>
          <a:xfrm rot="5400000">
            <a:off x="4186237" y="3052763"/>
            <a:ext cx="728663" cy="566738"/>
          </a:xfrm>
          <a:prstGeom prst="rightArrow">
            <a:avLst>
              <a:gd fmla="val 50000" name="adj1"/>
              <a:gd fmla="val 50125" name="adj2"/>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1092" name="Google Shape;1092;p52"/>
          <p:cNvCxnSpPr/>
          <p:nvPr/>
        </p:nvCxnSpPr>
        <p:spPr>
          <a:xfrm>
            <a:off x="2590800" y="3962400"/>
            <a:ext cx="533400" cy="1588"/>
          </a:xfrm>
          <a:prstGeom prst="straightConnector1">
            <a:avLst/>
          </a:prstGeom>
          <a:noFill/>
          <a:ln cap="flat" cmpd="sng" w="38100">
            <a:solidFill>
              <a:srgbClr val="002060"/>
            </a:solidFill>
            <a:prstDash val="solid"/>
            <a:round/>
            <a:headEnd len="med" w="med" type="oval"/>
            <a:tailEnd len="med" w="med" type="triangle"/>
          </a:ln>
        </p:spPr>
      </p:cxnSp>
      <p:cxnSp>
        <p:nvCxnSpPr>
          <p:cNvPr id="1093" name="Google Shape;1093;p52"/>
          <p:cNvCxnSpPr/>
          <p:nvPr/>
        </p:nvCxnSpPr>
        <p:spPr>
          <a:xfrm>
            <a:off x="2590800" y="4419600"/>
            <a:ext cx="533400" cy="1588"/>
          </a:xfrm>
          <a:prstGeom prst="straightConnector1">
            <a:avLst/>
          </a:prstGeom>
          <a:noFill/>
          <a:ln cap="flat" cmpd="sng" w="38100">
            <a:solidFill>
              <a:srgbClr val="002060"/>
            </a:solidFill>
            <a:prstDash val="solid"/>
            <a:round/>
            <a:headEnd len="med" w="med" type="oval"/>
            <a:tailEnd len="med" w="med" type="triangle"/>
          </a:ln>
        </p:spPr>
      </p:cxnSp>
      <p:cxnSp>
        <p:nvCxnSpPr>
          <p:cNvPr id="1094" name="Google Shape;1094;p52"/>
          <p:cNvCxnSpPr/>
          <p:nvPr/>
        </p:nvCxnSpPr>
        <p:spPr>
          <a:xfrm>
            <a:off x="2590800" y="4876800"/>
            <a:ext cx="533400" cy="1588"/>
          </a:xfrm>
          <a:prstGeom prst="straightConnector1">
            <a:avLst/>
          </a:prstGeom>
          <a:noFill/>
          <a:ln cap="flat" cmpd="sng" w="38100">
            <a:solidFill>
              <a:srgbClr val="002060"/>
            </a:solidFill>
            <a:prstDash val="solid"/>
            <a:round/>
            <a:headEnd len="med" w="med" type="oval"/>
            <a:tailEnd len="med" w="med" type="triangle"/>
          </a:ln>
        </p:spPr>
      </p:cxnSp>
      <p:cxnSp>
        <p:nvCxnSpPr>
          <p:cNvPr id="1095" name="Google Shape;1095;p52"/>
          <p:cNvCxnSpPr/>
          <p:nvPr/>
        </p:nvCxnSpPr>
        <p:spPr>
          <a:xfrm>
            <a:off x="2590800" y="533400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096" name="Google Shape;1096;p52"/>
          <p:cNvSpPr/>
          <p:nvPr/>
        </p:nvSpPr>
        <p:spPr>
          <a:xfrm>
            <a:off x="3136900" y="56388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1</a:t>
            </a:r>
            <a:endParaRPr/>
          </a:p>
        </p:txBody>
      </p:sp>
      <p:sp>
        <p:nvSpPr>
          <p:cNvPr id="1097" name="Google Shape;1097;p52"/>
          <p:cNvSpPr/>
          <p:nvPr/>
        </p:nvSpPr>
        <p:spPr>
          <a:xfrm>
            <a:off x="3517900" y="563880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098" name="Google Shape;1098;p52"/>
          <p:cNvCxnSpPr/>
          <p:nvPr/>
        </p:nvCxnSpPr>
        <p:spPr>
          <a:xfrm>
            <a:off x="3670300" y="579120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099" name="Google Shape;1099;p52"/>
          <p:cNvSpPr txBox="1"/>
          <p:nvPr/>
        </p:nvSpPr>
        <p:spPr>
          <a:xfrm>
            <a:off x="3048000" y="6081713"/>
            <a:ext cx="838200" cy="338137"/>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2"/>
                </a:solidFill>
                <a:latin typeface="Times New Roman"/>
                <a:ea typeface="Times New Roman"/>
                <a:cs typeface="Times New Roman"/>
                <a:sym typeface="Times New Roman"/>
              </a:rPr>
              <a:t>NULL</a:t>
            </a:r>
            <a:endParaRPr/>
          </a:p>
        </p:txBody>
      </p:sp>
      <p:sp>
        <p:nvSpPr>
          <p:cNvPr id="1100" name="Google Shape;1100;p52"/>
          <p:cNvSpPr/>
          <p:nvPr/>
        </p:nvSpPr>
        <p:spPr>
          <a:xfrm>
            <a:off x="2438400" y="5606534"/>
            <a:ext cx="184731" cy="369332"/>
          </a:xfrm>
          <a:prstGeom prst="rect">
            <a:avLst/>
          </a:prstGeom>
          <a:solidFill>
            <a:srgbClr val="0000CC">
              <a:alpha val="56470"/>
            </a:srgbClr>
          </a:solidFill>
          <a:ln cap="flat" cmpd="sng" w="28575">
            <a:solidFill>
              <a:srgbClr val="00206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1101" name="Google Shape;1101;p52"/>
          <p:cNvSpPr/>
          <p:nvPr/>
        </p:nvSpPr>
        <p:spPr>
          <a:xfrm>
            <a:off x="2438400" y="6063734"/>
            <a:ext cx="152400" cy="369332"/>
          </a:xfrm>
          <a:prstGeom prst="rect">
            <a:avLst/>
          </a:prstGeom>
          <a:solidFill>
            <a:srgbClr val="0000CC">
              <a:alpha val="56470"/>
            </a:srgbClr>
          </a:solidFill>
          <a:ln cap="flat" cmpd="sng" w="28575">
            <a:solidFill>
              <a:srgbClr val="00206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102" name="Google Shape;1102;p52"/>
          <p:cNvSpPr txBox="1"/>
          <p:nvPr/>
        </p:nvSpPr>
        <p:spPr>
          <a:xfrm>
            <a:off x="1905000" y="5638800"/>
            <a:ext cx="838200" cy="400050"/>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2"/>
                </a:solidFill>
                <a:latin typeface="Times New Roman"/>
                <a:ea typeface="Times New Roman"/>
                <a:cs typeface="Times New Roman"/>
                <a:sym typeface="Times New Roman"/>
              </a:rPr>
              <a:t>5</a:t>
            </a:r>
            <a:endParaRPr/>
          </a:p>
        </p:txBody>
      </p:sp>
      <p:sp>
        <p:nvSpPr>
          <p:cNvPr id="1103" name="Google Shape;1103;p52"/>
          <p:cNvSpPr txBox="1"/>
          <p:nvPr/>
        </p:nvSpPr>
        <p:spPr>
          <a:xfrm>
            <a:off x="1905000" y="6096000"/>
            <a:ext cx="838200" cy="400110"/>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2"/>
                </a:solidFill>
                <a:latin typeface="Times New Roman"/>
                <a:ea typeface="Times New Roman"/>
                <a:cs typeface="Times New Roman"/>
                <a:sym typeface="Times New Roman"/>
              </a:rPr>
              <a:t>6</a:t>
            </a:r>
            <a:endParaRPr/>
          </a:p>
        </p:txBody>
      </p:sp>
      <p:cxnSp>
        <p:nvCxnSpPr>
          <p:cNvPr id="1104" name="Google Shape;1104;p52"/>
          <p:cNvCxnSpPr/>
          <p:nvPr/>
        </p:nvCxnSpPr>
        <p:spPr>
          <a:xfrm>
            <a:off x="2590800" y="5791200"/>
            <a:ext cx="533400" cy="1588"/>
          </a:xfrm>
          <a:prstGeom prst="straightConnector1">
            <a:avLst/>
          </a:prstGeom>
          <a:noFill/>
          <a:ln cap="flat" cmpd="sng" w="38100">
            <a:solidFill>
              <a:srgbClr val="002060"/>
            </a:solidFill>
            <a:prstDash val="solid"/>
            <a:round/>
            <a:headEnd len="med" w="med" type="oval"/>
            <a:tailEnd len="med" w="med" type="triangle"/>
          </a:ln>
        </p:spPr>
      </p:cxnSp>
      <p:cxnSp>
        <p:nvCxnSpPr>
          <p:cNvPr id="1105" name="Google Shape;1105;p52"/>
          <p:cNvCxnSpPr/>
          <p:nvPr/>
        </p:nvCxnSpPr>
        <p:spPr>
          <a:xfrm>
            <a:off x="2590800" y="624840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106" name="Google Shape;1106;p52"/>
          <p:cNvSpPr/>
          <p:nvPr/>
        </p:nvSpPr>
        <p:spPr>
          <a:xfrm>
            <a:off x="4191000" y="38290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4</a:t>
            </a:r>
            <a:endParaRPr/>
          </a:p>
        </p:txBody>
      </p:sp>
      <p:sp>
        <p:nvSpPr>
          <p:cNvPr id="1107" name="Google Shape;1107;p52"/>
          <p:cNvSpPr/>
          <p:nvPr/>
        </p:nvSpPr>
        <p:spPr>
          <a:xfrm>
            <a:off x="4572000" y="38290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108" name="Google Shape;1108;p52"/>
          <p:cNvCxnSpPr/>
          <p:nvPr/>
        </p:nvCxnSpPr>
        <p:spPr>
          <a:xfrm>
            <a:off x="4724400" y="398145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109" name="Google Shape;1109;p52"/>
          <p:cNvSpPr/>
          <p:nvPr/>
        </p:nvSpPr>
        <p:spPr>
          <a:xfrm>
            <a:off x="5257800" y="38290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5</a:t>
            </a:r>
            <a:endParaRPr/>
          </a:p>
        </p:txBody>
      </p:sp>
      <p:sp>
        <p:nvSpPr>
          <p:cNvPr id="1110" name="Google Shape;1110;p52"/>
          <p:cNvSpPr/>
          <p:nvPr/>
        </p:nvSpPr>
        <p:spPr>
          <a:xfrm>
            <a:off x="5638800" y="38290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111" name="Google Shape;1111;p52"/>
          <p:cNvCxnSpPr/>
          <p:nvPr/>
        </p:nvCxnSpPr>
        <p:spPr>
          <a:xfrm>
            <a:off x="5791200" y="398145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112" name="Google Shape;1112;p52"/>
          <p:cNvSpPr/>
          <p:nvPr/>
        </p:nvSpPr>
        <p:spPr>
          <a:xfrm>
            <a:off x="4191000" y="42862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3</a:t>
            </a:r>
            <a:endParaRPr/>
          </a:p>
        </p:txBody>
      </p:sp>
      <p:sp>
        <p:nvSpPr>
          <p:cNvPr id="1113" name="Google Shape;1113;p52"/>
          <p:cNvSpPr/>
          <p:nvPr/>
        </p:nvSpPr>
        <p:spPr>
          <a:xfrm>
            <a:off x="4572000" y="42862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114" name="Google Shape;1114;p52"/>
          <p:cNvCxnSpPr/>
          <p:nvPr/>
        </p:nvCxnSpPr>
        <p:spPr>
          <a:xfrm>
            <a:off x="4724400" y="443865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115" name="Google Shape;1115;p52"/>
          <p:cNvSpPr/>
          <p:nvPr/>
        </p:nvSpPr>
        <p:spPr>
          <a:xfrm>
            <a:off x="5257800" y="42862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4</a:t>
            </a:r>
            <a:endParaRPr/>
          </a:p>
        </p:txBody>
      </p:sp>
      <p:sp>
        <p:nvSpPr>
          <p:cNvPr id="1116" name="Google Shape;1116;p52"/>
          <p:cNvSpPr/>
          <p:nvPr/>
        </p:nvSpPr>
        <p:spPr>
          <a:xfrm>
            <a:off x="5638800" y="42862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117" name="Google Shape;1117;p52"/>
          <p:cNvCxnSpPr/>
          <p:nvPr/>
        </p:nvCxnSpPr>
        <p:spPr>
          <a:xfrm>
            <a:off x="5791200" y="443865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118" name="Google Shape;1118;p52"/>
          <p:cNvSpPr/>
          <p:nvPr/>
        </p:nvSpPr>
        <p:spPr>
          <a:xfrm>
            <a:off x="6324600" y="42862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5</a:t>
            </a:r>
            <a:endParaRPr/>
          </a:p>
        </p:txBody>
      </p:sp>
      <p:sp>
        <p:nvSpPr>
          <p:cNvPr id="1119" name="Google Shape;1119;p52"/>
          <p:cNvSpPr/>
          <p:nvPr/>
        </p:nvSpPr>
        <p:spPr>
          <a:xfrm>
            <a:off x="6705600" y="42862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120" name="Google Shape;1120;p52"/>
          <p:cNvCxnSpPr/>
          <p:nvPr/>
        </p:nvCxnSpPr>
        <p:spPr>
          <a:xfrm>
            <a:off x="6858000" y="443865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121" name="Google Shape;1121;p52"/>
          <p:cNvSpPr/>
          <p:nvPr/>
        </p:nvSpPr>
        <p:spPr>
          <a:xfrm>
            <a:off x="5257800" y="51752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5</a:t>
            </a:r>
            <a:endParaRPr/>
          </a:p>
        </p:txBody>
      </p:sp>
      <p:sp>
        <p:nvSpPr>
          <p:cNvPr id="1122" name="Google Shape;1122;p52"/>
          <p:cNvSpPr/>
          <p:nvPr/>
        </p:nvSpPr>
        <p:spPr>
          <a:xfrm>
            <a:off x="5638800" y="51752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123" name="Google Shape;1123;p52"/>
          <p:cNvCxnSpPr/>
          <p:nvPr/>
        </p:nvCxnSpPr>
        <p:spPr>
          <a:xfrm>
            <a:off x="5791200" y="532765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124" name="Google Shape;1124;p52"/>
          <p:cNvSpPr/>
          <p:nvPr/>
        </p:nvSpPr>
        <p:spPr>
          <a:xfrm>
            <a:off x="4191000" y="56324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2</a:t>
            </a:r>
            <a:endParaRPr/>
          </a:p>
        </p:txBody>
      </p:sp>
      <p:sp>
        <p:nvSpPr>
          <p:cNvPr id="1125" name="Google Shape;1125;p52"/>
          <p:cNvSpPr/>
          <p:nvPr/>
        </p:nvSpPr>
        <p:spPr>
          <a:xfrm>
            <a:off x="4572000" y="56324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126" name="Google Shape;1126;p52"/>
          <p:cNvCxnSpPr/>
          <p:nvPr/>
        </p:nvCxnSpPr>
        <p:spPr>
          <a:xfrm>
            <a:off x="4724400" y="5784850"/>
            <a:ext cx="533400" cy="1588"/>
          </a:xfrm>
          <a:prstGeom prst="straightConnector1">
            <a:avLst/>
          </a:prstGeom>
          <a:noFill/>
          <a:ln cap="flat" cmpd="sng" w="38100">
            <a:solidFill>
              <a:srgbClr val="002060"/>
            </a:solidFill>
            <a:prstDash val="solid"/>
            <a:round/>
            <a:headEnd len="med" w="med" type="oval"/>
            <a:tailEnd len="med" w="med" type="triangle"/>
          </a:ln>
        </p:spPr>
      </p:cxnSp>
      <p:sp>
        <p:nvSpPr>
          <p:cNvPr id="1127" name="Google Shape;1127;p52"/>
          <p:cNvSpPr txBox="1"/>
          <p:nvPr/>
        </p:nvSpPr>
        <p:spPr>
          <a:xfrm>
            <a:off x="6235700" y="5599113"/>
            <a:ext cx="838200" cy="338137"/>
          </a:xfrm>
          <a:prstGeom prst="rect">
            <a:avLst/>
          </a:prstGeom>
          <a:noFill/>
          <a:ln cap="flat" cmpd="sng" w="9525">
            <a:solidFill>
              <a:srgbClr val="00206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2"/>
                </a:solidFill>
                <a:latin typeface="Times New Roman"/>
                <a:ea typeface="Times New Roman"/>
                <a:cs typeface="Times New Roman"/>
                <a:sym typeface="Times New Roman"/>
              </a:rPr>
              <a:t>NULL</a:t>
            </a:r>
            <a:endParaRPr/>
          </a:p>
        </p:txBody>
      </p:sp>
      <p:sp>
        <p:nvSpPr>
          <p:cNvPr id="1128" name="Google Shape;1128;p52"/>
          <p:cNvSpPr/>
          <p:nvPr/>
        </p:nvSpPr>
        <p:spPr>
          <a:xfrm>
            <a:off x="5245100" y="56324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chemeClr val="dk2"/>
                </a:solidFill>
                <a:latin typeface="Times New Roman"/>
                <a:ea typeface="Times New Roman"/>
                <a:cs typeface="Times New Roman"/>
                <a:sym typeface="Times New Roman"/>
              </a:rPr>
              <a:t>4</a:t>
            </a:r>
            <a:endParaRPr/>
          </a:p>
        </p:txBody>
      </p:sp>
      <p:sp>
        <p:nvSpPr>
          <p:cNvPr id="1129" name="Google Shape;1129;p52"/>
          <p:cNvSpPr/>
          <p:nvPr/>
        </p:nvSpPr>
        <p:spPr>
          <a:xfrm>
            <a:off x="5626100" y="5632450"/>
            <a:ext cx="381000" cy="304800"/>
          </a:xfrm>
          <a:prstGeom prst="rect">
            <a:avLst/>
          </a:prstGeom>
          <a:solidFill>
            <a:schemeClr val="accent1"/>
          </a:solidFill>
          <a:ln cap="flat" cmpd="sng" w="9525">
            <a:solidFill>
              <a:srgbClr val="002060"/>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cxnSp>
        <p:nvCxnSpPr>
          <p:cNvPr id="1130" name="Google Shape;1130;p52"/>
          <p:cNvCxnSpPr/>
          <p:nvPr/>
        </p:nvCxnSpPr>
        <p:spPr>
          <a:xfrm>
            <a:off x="5778500" y="5784850"/>
            <a:ext cx="533400" cy="1588"/>
          </a:xfrm>
          <a:prstGeom prst="straightConnector1">
            <a:avLst/>
          </a:prstGeom>
          <a:noFill/>
          <a:ln cap="flat" cmpd="sng" w="38100">
            <a:solidFill>
              <a:srgbClr val="002060"/>
            </a:solidFill>
            <a:prstDash val="solid"/>
            <a:round/>
            <a:headEnd len="med" w="med" type="oval"/>
            <a:tailEnd len="med" w="med" type="triangle"/>
          </a:ln>
        </p:spPr>
      </p:cxnSp>
      <p:cxnSp>
        <p:nvCxnSpPr>
          <p:cNvPr id="1131" name="Google Shape;1131;p52"/>
          <p:cNvCxnSpPr/>
          <p:nvPr/>
        </p:nvCxnSpPr>
        <p:spPr>
          <a:xfrm>
            <a:off x="875884" y="2392010"/>
            <a:ext cx="0" cy="1542403"/>
          </a:xfrm>
          <a:prstGeom prst="straightConnector1">
            <a:avLst/>
          </a:prstGeom>
          <a:noFill/>
          <a:ln cap="flat" cmpd="sng" w="28575">
            <a:solidFill>
              <a:srgbClr val="FF0000"/>
            </a:solidFill>
            <a:prstDash val="solid"/>
            <a:round/>
            <a:headEnd len="sm" w="sm" type="none"/>
            <a:tailEnd len="sm" w="sm" type="none"/>
          </a:ln>
        </p:spPr>
      </p:cxnSp>
      <p:cxnSp>
        <p:nvCxnSpPr>
          <p:cNvPr id="1132" name="Google Shape;1132;p52"/>
          <p:cNvCxnSpPr/>
          <p:nvPr/>
        </p:nvCxnSpPr>
        <p:spPr>
          <a:xfrm>
            <a:off x="2133600" y="1295400"/>
            <a:ext cx="1295400" cy="972196"/>
          </a:xfrm>
          <a:prstGeom prst="straightConnector1">
            <a:avLst/>
          </a:prstGeom>
          <a:noFill/>
          <a:ln cap="flat" cmpd="sng" w="28575">
            <a:solidFill>
              <a:srgbClr val="FF0000"/>
            </a:solidFill>
            <a:prstDash val="solid"/>
            <a:round/>
            <a:headEnd len="sm" w="sm" type="none"/>
            <a:tailEnd len="sm" w="sm" type="none"/>
          </a:ln>
        </p:spPr>
      </p:cxnSp>
      <p:cxnSp>
        <p:nvCxnSpPr>
          <p:cNvPr id="1133" name="Google Shape;1133;p52"/>
          <p:cNvCxnSpPr/>
          <p:nvPr/>
        </p:nvCxnSpPr>
        <p:spPr>
          <a:xfrm rot="-5400000">
            <a:off x="762243" y="1066558"/>
            <a:ext cx="1022350" cy="1327633"/>
          </a:xfrm>
          <a:prstGeom prst="straightConnector1">
            <a:avLst/>
          </a:prstGeom>
          <a:noFill/>
          <a:ln cap="flat" cmpd="sng" w="28575">
            <a:solidFill>
              <a:srgbClr val="FF0000"/>
            </a:solidFill>
            <a:prstDash val="solid"/>
            <a:round/>
            <a:headEnd len="sm" w="sm" type="none"/>
            <a:tailEnd len="sm" w="sm" type="none"/>
          </a:ln>
        </p:spPr>
      </p:cxnSp>
      <p:sp>
        <p:nvSpPr>
          <p:cNvPr id="1134" name="Google Shape;1134;p52"/>
          <p:cNvSpPr/>
          <p:nvPr/>
        </p:nvSpPr>
        <p:spPr>
          <a:xfrm>
            <a:off x="1143000" y="37338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sp>
        <p:nvSpPr>
          <p:cNvPr id="1135" name="Google Shape;1135;p52"/>
          <p:cNvSpPr/>
          <p:nvPr/>
        </p:nvSpPr>
        <p:spPr>
          <a:xfrm>
            <a:off x="381000" y="22098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1136" name="Google Shape;1136;p52"/>
          <p:cNvSpPr/>
          <p:nvPr/>
        </p:nvSpPr>
        <p:spPr>
          <a:xfrm>
            <a:off x="1905000" y="9906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sp>
        <p:nvSpPr>
          <p:cNvPr id="1137" name="Google Shape;1137;p52"/>
          <p:cNvSpPr/>
          <p:nvPr/>
        </p:nvSpPr>
        <p:spPr>
          <a:xfrm>
            <a:off x="3352800" y="22098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1138" name="Google Shape;1138;p52"/>
          <p:cNvSpPr/>
          <p:nvPr/>
        </p:nvSpPr>
        <p:spPr>
          <a:xfrm>
            <a:off x="2590800" y="30480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6</a:t>
            </a:r>
            <a:endParaRPr/>
          </a:p>
        </p:txBody>
      </p:sp>
      <p:cxnSp>
        <p:nvCxnSpPr>
          <p:cNvPr id="1139" name="Google Shape;1139;p52"/>
          <p:cNvCxnSpPr>
            <a:stCxn id="1134" idx="7"/>
          </p:cNvCxnSpPr>
          <p:nvPr/>
        </p:nvCxnSpPr>
        <p:spPr>
          <a:xfrm flipH="1" rot="10800000">
            <a:off x="1403163" y="3003237"/>
            <a:ext cx="775200" cy="775200"/>
          </a:xfrm>
          <a:prstGeom prst="straightConnector1">
            <a:avLst/>
          </a:prstGeom>
          <a:noFill/>
          <a:ln cap="flat" cmpd="sng" w="28575">
            <a:solidFill>
              <a:srgbClr val="FF0000"/>
            </a:solidFill>
            <a:prstDash val="solid"/>
            <a:round/>
            <a:headEnd len="sm" w="sm" type="none"/>
            <a:tailEnd len="sm" w="sm" type="none"/>
          </a:ln>
        </p:spPr>
      </p:cxnSp>
      <p:cxnSp>
        <p:nvCxnSpPr>
          <p:cNvPr id="1140" name="Google Shape;1140;p52"/>
          <p:cNvCxnSpPr>
            <a:endCxn id="1136" idx="4"/>
          </p:cNvCxnSpPr>
          <p:nvPr/>
        </p:nvCxnSpPr>
        <p:spPr>
          <a:xfrm rot="10800000">
            <a:off x="2057400" y="1295400"/>
            <a:ext cx="304800" cy="1461000"/>
          </a:xfrm>
          <a:prstGeom prst="straightConnector1">
            <a:avLst/>
          </a:prstGeom>
          <a:noFill/>
          <a:ln cap="flat" cmpd="sng" w="28575">
            <a:solidFill>
              <a:srgbClr val="FF0000"/>
            </a:solidFill>
            <a:prstDash val="solid"/>
            <a:round/>
            <a:headEnd len="sm" w="sm" type="none"/>
            <a:tailEnd len="sm" w="sm" type="none"/>
          </a:ln>
        </p:spPr>
      </p:cxnSp>
      <p:cxnSp>
        <p:nvCxnSpPr>
          <p:cNvPr id="1141" name="Google Shape;1141;p52"/>
          <p:cNvCxnSpPr>
            <a:endCxn id="1136" idx="4"/>
          </p:cNvCxnSpPr>
          <p:nvPr/>
        </p:nvCxnSpPr>
        <p:spPr>
          <a:xfrm flipH="1" rot="10800000">
            <a:off x="1219200" y="1295400"/>
            <a:ext cx="838200" cy="2527800"/>
          </a:xfrm>
          <a:prstGeom prst="straightConnector1">
            <a:avLst/>
          </a:prstGeom>
          <a:noFill/>
          <a:ln cap="flat" cmpd="sng" w="28575">
            <a:solidFill>
              <a:srgbClr val="FF0000"/>
            </a:solidFill>
            <a:prstDash val="solid"/>
            <a:round/>
            <a:headEnd len="sm" w="sm" type="none"/>
            <a:tailEnd len="sm" w="sm" type="none"/>
          </a:ln>
        </p:spPr>
      </p:cxnSp>
      <p:cxnSp>
        <p:nvCxnSpPr>
          <p:cNvPr id="1142" name="Google Shape;1142;p52"/>
          <p:cNvCxnSpPr>
            <a:stCxn id="1135" idx="6"/>
          </p:cNvCxnSpPr>
          <p:nvPr/>
        </p:nvCxnSpPr>
        <p:spPr>
          <a:xfrm>
            <a:off x="685800" y="2362200"/>
            <a:ext cx="1447800" cy="533400"/>
          </a:xfrm>
          <a:prstGeom prst="straightConnector1">
            <a:avLst/>
          </a:prstGeom>
          <a:noFill/>
          <a:ln cap="flat" cmpd="sng" w="28575">
            <a:solidFill>
              <a:srgbClr val="FF0000"/>
            </a:solidFill>
            <a:prstDash val="solid"/>
            <a:round/>
            <a:headEnd len="sm" w="sm" type="none"/>
            <a:tailEnd len="sm" w="sm" type="none"/>
          </a:ln>
        </p:spPr>
      </p:cxnSp>
      <p:sp>
        <p:nvSpPr>
          <p:cNvPr id="1143" name="Google Shape;1143;p52"/>
          <p:cNvSpPr/>
          <p:nvPr/>
        </p:nvSpPr>
        <p:spPr>
          <a:xfrm>
            <a:off x="2133600" y="274320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1144" name="Google Shape;114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145" name="Google Shape;1145;p52"/>
          <p:cNvSpPr txBox="1"/>
          <p:nvPr/>
        </p:nvSpPr>
        <p:spPr>
          <a:xfrm>
            <a:off x="457200" y="277764"/>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gtEl>
                                        <p:attrNameLst>
                                          <p:attrName>style.visibility</p:attrName>
                                        </p:attrNameLst>
                                      </p:cBhvr>
                                      <p:to>
                                        <p:strVal val="visible"/>
                                      </p:to>
                                    </p:set>
                                    <p:animEffect filter="fade" transition="in">
                                      <p:cBhvr>
                                        <p:cTn dur="500"/>
                                        <p:tgtEl>
                                          <p:spTgt spid="1091"/>
                                        </p:tgtEl>
                                      </p:cBhvr>
                                    </p:animEffect>
                                  </p:childTnLst>
                                </p:cTn>
                              </p:par>
                              <p:par>
                                <p:cTn fill="hold" nodeType="withEffect" presetClass="entr" presetID="10" presetSubtype="0">
                                  <p:stCondLst>
                                    <p:cond delay="0"/>
                                  </p:stCondLst>
                                  <p:childTnLst>
                                    <p:set>
                                      <p:cBhvr>
                                        <p:cTn dur="1" fill="hold">
                                          <p:stCondLst>
                                            <p:cond delay="0"/>
                                          </p:stCondLst>
                                        </p:cTn>
                                        <p:tgtEl>
                                          <p:spTgt spid="1087"/>
                                        </p:tgtEl>
                                        <p:attrNameLst>
                                          <p:attrName>style.visibility</p:attrName>
                                        </p:attrNameLst>
                                      </p:cBhvr>
                                      <p:to>
                                        <p:strVal val="visible"/>
                                      </p:to>
                                    </p:set>
                                    <p:animEffect filter="fade" transition="in">
                                      <p:cBhvr>
                                        <p:cTn dur="500"/>
                                        <p:tgtEl>
                                          <p:spTgt spid="1087"/>
                                        </p:tgtEl>
                                      </p:cBhvr>
                                    </p:animEffect>
                                  </p:childTnLst>
                                </p:cTn>
                              </p:par>
                              <p:par>
                                <p:cTn fill="hold" nodeType="withEffect" presetClass="entr" presetID="10" presetSubtype="0">
                                  <p:stCondLst>
                                    <p:cond delay="0"/>
                                  </p:stCondLst>
                                  <p:childTnLst>
                                    <p:set>
                                      <p:cBhvr>
                                        <p:cTn dur="1" fill="hold">
                                          <p:stCondLst>
                                            <p:cond delay="0"/>
                                          </p:stCondLst>
                                        </p:cTn>
                                        <p:tgtEl>
                                          <p:spTgt spid="1088"/>
                                        </p:tgtEl>
                                        <p:attrNameLst>
                                          <p:attrName>style.visibility</p:attrName>
                                        </p:attrNameLst>
                                      </p:cBhvr>
                                      <p:to>
                                        <p:strVal val="visible"/>
                                      </p:to>
                                    </p:set>
                                    <p:animEffect filter="fade" transition="in">
                                      <p:cBhvr>
                                        <p:cTn dur="500"/>
                                        <p:tgtEl>
                                          <p:spTgt spid="1088"/>
                                        </p:tgtEl>
                                      </p:cBhvr>
                                    </p:animEffect>
                                  </p:childTnLst>
                                </p:cTn>
                              </p:par>
                              <p:par>
                                <p:cTn fill="hold" nodeType="withEffect" presetClass="entr" presetID="10" presetSubtype="0">
                                  <p:stCondLst>
                                    <p:cond delay="0"/>
                                  </p:stCondLst>
                                  <p:childTnLst>
                                    <p:set>
                                      <p:cBhvr>
                                        <p:cTn dur="1" fill="hold">
                                          <p:stCondLst>
                                            <p:cond delay="0"/>
                                          </p:stCondLst>
                                        </p:cTn>
                                        <p:tgtEl>
                                          <p:spTgt spid="1089"/>
                                        </p:tgtEl>
                                        <p:attrNameLst>
                                          <p:attrName>style.visibility</p:attrName>
                                        </p:attrNameLst>
                                      </p:cBhvr>
                                      <p:to>
                                        <p:strVal val="visible"/>
                                      </p:to>
                                    </p:set>
                                    <p:animEffect filter="fade" transition="in">
                                      <p:cBhvr>
                                        <p:cTn dur="500"/>
                                        <p:tgtEl>
                                          <p:spTgt spid="1089"/>
                                        </p:tgtEl>
                                      </p:cBhvr>
                                    </p:animEffect>
                                  </p:childTnLst>
                                </p:cTn>
                              </p:par>
                              <p:par>
                                <p:cTn fill="hold" nodeType="withEffect" presetClass="entr" presetID="10" presetSubtype="0">
                                  <p:stCondLst>
                                    <p:cond delay="0"/>
                                  </p:stCondLst>
                                  <p:childTnLst>
                                    <p:set>
                                      <p:cBhvr>
                                        <p:cTn dur="1" fill="hold">
                                          <p:stCondLst>
                                            <p:cond delay="0"/>
                                          </p:stCondLst>
                                        </p:cTn>
                                        <p:tgtEl>
                                          <p:spTgt spid="1090"/>
                                        </p:tgtEl>
                                        <p:attrNameLst>
                                          <p:attrName>style.visibility</p:attrName>
                                        </p:attrNameLst>
                                      </p:cBhvr>
                                      <p:to>
                                        <p:strVal val="visible"/>
                                      </p:to>
                                    </p:set>
                                    <p:animEffect filter="fade" transition="in">
                                      <p:cBhvr>
                                        <p:cTn dur="500"/>
                                        <p:tgtEl>
                                          <p:spTgt spid="1090"/>
                                        </p:tgtEl>
                                      </p:cBhvr>
                                    </p:animEffect>
                                  </p:childTnLst>
                                </p:cTn>
                              </p:par>
                              <p:par>
                                <p:cTn fill="hold" nodeType="withEffect" presetClass="entr" presetID="10" presetSubtype="0">
                                  <p:stCondLst>
                                    <p:cond delay="0"/>
                                  </p:stCondLst>
                                  <p:childTnLst>
                                    <p:set>
                                      <p:cBhvr>
                                        <p:cTn dur="1" fill="hold">
                                          <p:stCondLst>
                                            <p:cond delay="0"/>
                                          </p:stCondLst>
                                        </p:cTn>
                                        <p:tgtEl>
                                          <p:spTgt spid="1102"/>
                                        </p:tgtEl>
                                        <p:attrNameLst>
                                          <p:attrName>style.visibility</p:attrName>
                                        </p:attrNameLst>
                                      </p:cBhvr>
                                      <p:to>
                                        <p:strVal val="visible"/>
                                      </p:to>
                                    </p:set>
                                    <p:animEffect filter="fade" transition="in">
                                      <p:cBhvr>
                                        <p:cTn dur="500"/>
                                        <p:tgtEl>
                                          <p:spTgt spid="1102"/>
                                        </p:tgtEl>
                                      </p:cBhvr>
                                    </p:animEffect>
                                  </p:childTnLst>
                                </p:cTn>
                              </p:par>
                              <p:par>
                                <p:cTn fill="hold" nodeType="with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500"/>
                                        <p:tgtEl>
                                          <p:spTgt spid="1103"/>
                                        </p:tgtEl>
                                      </p:cBhvr>
                                    </p:animEffect>
                                  </p:childTnLst>
                                </p:cTn>
                              </p:par>
                              <p:par>
                                <p:cTn fill="hold" nodeType="withEffect" presetClass="entr" presetID="10" presetSubtype="0">
                                  <p:stCondLst>
                                    <p:cond delay="0"/>
                                  </p:stCondLst>
                                  <p:childTnLst>
                                    <p:set>
                                      <p:cBhvr>
                                        <p:cTn dur="1" fill="hold">
                                          <p:stCondLst>
                                            <p:cond delay="0"/>
                                          </p:stCondLst>
                                        </p:cTn>
                                        <p:tgtEl>
                                          <p:spTgt spid="1083"/>
                                        </p:tgtEl>
                                        <p:attrNameLst>
                                          <p:attrName>style.visibility</p:attrName>
                                        </p:attrNameLst>
                                      </p:cBhvr>
                                      <p:to>
                                        <p:strVal val="visible"/>
                                      </p:to>
                                    </p:set>
                                    <p:animEffect filter="fade" transition="in">
                                      <p:cBhvr>
                                        <p:cTn dur="500"/>
                                        <p:tgtEl>
                                          <p:spTgt spid="1083"/>
                                        </p:tgtEl>
                                      </p:cBhvr>
                                    </p:animEffect>
                                  </p:childTnLst>
                                </p:cTn>
                              </p:par>
                              <p:par>
                                <p:cTn fill="hold" nodeType="withEffect" presetClass="entr" presetID="10" presetSubtype="0">
                                  <p:stCondLst>
                                    <p:cond delay="0"/>
                                  </p:stCondLst>
                                  <p:childTnLst>
                                    <p:set>
                                      <p:cBhvr>
                                        <p:cTn dur="1" fill="hold">
                                          <p:stCondLst>
                                            <p:cond delay="0"/>
                                          </p:stCondLst>
                                        </p:cTn>
                                        <p:tgtEl>
                                          <p:spTgt spid="1084"/>
                                        </p:tgtEl>
                                        <p:attrNameLst>
                                          <p:attrName>style.visibility</p:attrName>
                                        </p:attrNameLst>
                                      </p:cBhvr>
                                      <p:to>
                                        <p:strVal val="visible"/>
                                      </p:to>
                                    </p:set>
                                    <p:animEffect filter="fade" transition="in">
                                      <p:cBhvr>
                                        <p:cTn dur="500"/>
                                        <p:tgtEl>
                                          <p:spTgt spid="1084"/>
                                        </p:tgtEl>
                                      </p:cBhvr>
                                    </p:animEffect>
                                  </p:childTnLst>
                                </p:cTn>
                              </p:par>
                              <p:par>
                                <p:cTn fill="hold" nodeType="withEffect" presetClass="entr" presetID="10" presetSubtype="0">
                                  <p:stCondLst>
                                    <p:cond delay="0"/>
                                  </p:stCondLst>
                                  <p:childTnLst>
                                    <p:set>
                                      <p:cBhvr>
                                        <p:cTn dur="1" fill="hold">
                                          <p:stCondLst>
                                            <p:cond delay="0"/>
                                          </p:stCondLst>
                                        </p:cTn>
                                        <p:tgtEl>
                                          <p:spTgt spid="1085"/>
                                        </p:tgtEl>
                                        <p:attrNameLst>
                                          <p:attrName>style.visibility</p:attrName>
                                        </p:attrNameLst>
                                      </p:cBhvr>
                                      <p:to>
                                        <p:strVal val="visible"/>
                                      </p:to>
                                    </p:set>
                                    <p:animEffect filter="fade" transition="in">
                                      <p:cBhvr>
                                        <p:cTn dur="500"/>
                                        <p:tgtEl>
                                          <p:spTgt spid="1085"/>
                                        </p:tgtEl>
                                      </p:cBhvr>
                                    </p:animEffect>
                                  </p:childTnLst>
                                </p:cTn>
                              </p:par>
                              <p:par>
                                <p:cTn fill="hold" nodeType="withEffect" presetClass="entr" presetID="10" presetSubtype="0">
                                  <p:stCondLst>
                                    <p:cond delay="0"/>
                                  </p:stCondLst>
                                  <p:childTnLst>
                                    <p:set>
                                      <p:cBhvr>
                                        <p:cTn dur="1" fill="hold">
                                          <p:stCondLst>
                                            <p:cond delay="0"/>
                                          </p:stCondLst>
                                        </p:cTn>
                                        <p:tgtEl>
                                          <p:spTgt spid="1086"/>
                                        </p:tgtEl>
                                        <p:attrNameLst>
                                          <p:attrName>style.visibility</p:attrName>
                                        </p:attrNameLst>
                                      </p:cBhvr>
                                      <p:to>
                                        <p:strVal val="visible"/>
                                      </p:to>
                                    </p:set>
                                    <p:animEffect filter="fade" transition="in">
                                      <p:cBhvr>
                                        <p:cTn dur="500"/>
                                        <p:tgtEl>
                                          <p:spTgt spid="1086"/>
                                        </p:tgtEl>
                                      </p:cBhvr>
                                    </p:animEffect>
                                  </p:childTnLst>
                                </p:cTn>
                              </p:par>
                              <p:par>
                                <p:cTn fill="hold" nodeType="withEffect" presetClass="entr" presetID="10" presetSubtype="0">
                                  <p:stCondLst>
                                    <p:cond delay="0"/>
                                  </p:stCondLst>
                                  <p:childTnLst>
                                    <p:set>
                                      <p:cBhvr>
                                        <p:cTn dur="1" fill="hold">
                                          <p:stCondLst>
                                            <p:cond delay="0"/>
                                          </p:stCondLst>
                                        </p:cTn>
                                        <p:tgtEl>
                                          <p:spTgt spid="1100"/>
                                        </p:tgtEl>
                                        <p:attrNameLst>
                                          <p:attrName>style.visibility</p:attrName>
                                        </p:attrNameLst>
                                      </p:cBhvr>
                                      <p:to>
                                        <p:strVal val="visible"/>
                                      </p:to>
                                    </p:set>
                                    <p:animEffect filter="fade" transition="in">
                                      <p:cBhvr>
                                        <p:cTn dur="500"/>
                                        <p:tgtEl>
                                          <p:spTgt spid="1100"/>
                                        </p:tgtEl>
                                      </p:cBhvr>
                                    </p:animEffect>
                                  </p:childTnLst>
                                </p:cTn>
                              </p:par>
                              <p:par>
                                <p:cTn fill="hold" nodeType="with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500"/>
                                        <p:tgtEl>
                                          <p:spTgt spid="1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par>
                                <p:cTn fill="hold" nodeType="with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500"/>
                                        <p:tgtEl>
                                          <p:spTgt spid="1065"/>
                                        </p:tgtEl>
                                      </p:cBhvr>
                                    </p:animEffect>
                                  </p:childTnLst>
                                </p:cTn>
                              </p:par>
                              <p:par>
                                <p:cTn fill="hold" nodeType="with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par>
                                <p:cTn fill="hold" nodeType="withEffect" presetClass="entr" presetID="10" presetSubtype="0">
                                  <p:stCondLst>
                                    <p:cond delay="0"/>
                                  </p:stCondLst>
                                  <p:childTnLst>
                                    <p:set>
                                      <p:cBhvr>
                                        <p:cTn dur="1" fill="hold">
                                          <p:stCondLst>
                                            <p:cond delay="0"/>
                                          </p:stCondLst>
                                        </p:cTn>
                                        <p:tgtEl>
                                          <p:spTgt spid="1092"/>
                                        </p:tgtEl>
                                        <p:attrNameLst>
                                          <p:attrName>style.visibility</p:attrName>
                                        </p:attrNameLst>
                                      </p:cBhvr>
                                      <p:to>
                                        <p:strVal val="visible"/>
                                      </p:to>
                                    </p:set>
                                    <p:animEffect filter="fade" transition="in">
                                      <p:cBhvr>
                                        <p:cTn dur="500"/>
                                        <p:tgtEl>
                                          <p:spTgt spid="1092"/>
                                        </p:tgtEl>
                                      </p:cBhvr>
                                    </p:animEffect>
                                  </p:childTnLst>
                                </p:cTn>
                              </p:par>
                              <p:par>
                                <p:cTn fill="hold" nodeType="withEffect" presetClass="entr" presetID="10" presetSubtype="0">
                                  <p:stCondLst>
                                    <p:cond delay="0"/>
                                  </p:stCondLst>
                                  <p:childTnLst>
                                    <p:set>
                                      <p:cBhvr>
                                        <p:cTn dur="1" fill="hold">
                                          <p:stCondLst>
                                            <p:cond delay="0"/>
                                          </p:stCondLst>
                                        </p:cTn>
                                        <p:tgtEl>
                                          <p:spTgt spid="1106"/>
                                        </p:tgtEl>
                                        <p:attrNameLst>
                                          <p:attrName>style.visibility</p:attrName>
                                        </p:attrNameLst>
                                      </p:cBhvr>
                                      <p:to>
                                        <p:strVal val="visible"/>
                                      </p:to>
                                    </p:set>
                                    <p:animEffect filter="fade" transition="in">
                                      <p:cBhvr>
                                        <p:cTn dur="500"/>
                                        <p:tgtEl>
                                          <p:spTgt spid="1106"/>
                                        </p:tgtEl>
                                      </p:cBhvr>
                                    </p:animEffect>
                                  </p:childTnLst>
                                </p:cTn>
                              </p:par>
                              <p:par>
                                <p:cTn fill="hold" nodeType="with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500"/>
                                        <p:tgtEl>
                                          <p:spTgt spid="1107"/>
                                        </p:tgtEl>
                                      </p:cBhvr>
                                    </p:animEffect>
                                  </p:childTnLst>
                                </p:cTn>
                              </p:par>
                              <p:par>
                                <p:cTn fill="hold" nodeType="with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500"/>
                                        <p:tgtEl>
                                          <p:spTgt spid="1108"/>
                                        </p:tgtEl>
                                      </p:cBhvr>
                                    </p:animEffect>
                                  </p:childTnLst>
                                </p:cTn>
                              </p:par>
                              <p:par>
                                <p:cTn fill="hold" nodeType="with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500"/>
                                        <p:tgtEl>
                                          <p:spTgt spid="1109"/>
                                        </p:tgtEl>
                                      </p:cBhvr>
                                    </p:animEffect>
                                  </p:childTnLst>
                                </p:cTn>
                              </p:par>
                              <p:par>
                                <p:cTn fill="hold" nodeType="with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500"/>
                                        <p:tgtEl>
                                          <p:spTgt spid="1110"/>
                                        </p:tgtEl>
                                      </p:cBhvr>
                                    </p:animEffect>
                                  </p:childTnLst>
                                </p:cTn>
                              </p:par>
                              <p:par>
                                <p:cTn fill="hold" nodeType="with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500"/>
                                        <p:tgtEl>
                                          <p:spTgt spid="1111"/>
                                        </p:tgtEl>
                                      </p:cBhvr>
                                    </p:animEffect>
                                  </p:childTnLst>
                                </p:cTn>
                              </p:par>
                              <p:par>
                                <p:cTn fill="hold" nodeType="withEffect" presetClass="entr" presetID="10" presetSubtype="0">
                                  <p:stCondLst>
                                    <p:cond delay="0"/>
                                  </p:stCondLst>
                                  <p:childTnLst>
                                    <p:set>
                                      <p:cBhvr>
                                        <p:cTn dur="1" fill="hold">
                                          <p:stCondLst>
                                            <p:cond delay="0"/>
                                          </p:stCondLst>
                                        </p:cTn>
                                        <p:tgtEl>
                                          <p:spTgt spid="1067"/>
                                        </p:tgtEl>
                                        <p:attrNameLst>
                                          <p:attrName>style.visibility</p:attrName>
                                        </p:attrNameLst>
                                      </p:cBhvr>
                                      <p:to>
                                        <p:strVal val="visible"/>
                                      </p:to>
                                    </p:set>
                                    <p:animEffect filter="fade" transition="in">
                                      <p:cBhvr>
                                        <p:cTn dur="500"/>
                                        <p:tgtEl>
                                          <p:spTgt spid="10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8"/>
                                        </p:tgtEl>
                                        <p:attrNameLst>
                                          <p:attrName>style.visibility</p:attrName>
                                        </p:attrNameLst>
                                      </p:cBhvr>
                                      <p:to>
                                        <p:strVal val="visible"/>
                                      </p:to>
                                    </p:set>
                                    <p:animEffect filter="fade" transition="in">
                                      <p:cBhvr>
                                        <p:cTn dur="500"/>
                                        <p:tgtEl>
                                          <p:spTgt spid="1068"/>
                                        </p:tgtEl>
                                      </p:cBhvr>
                                    </p:animEffect>
                                  </p:childTnLst>
                                </p:cTn>
                              </p:par>
                              <p:par>
                                <p:cTn fill="hold" nodeType="with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500"/>
                                        <p:tgtEl>
                                          <p:spTgt spid="1069"/>
                                        </p:tgtEl>
                                      </p:cBhvr>
                                    </p:animEffect>
                                  </p:childTnLst>
                                </p:cTn>
                              </p:par>
                              <p:par>
                                <p:cTn fill="hold" nodeType="with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500"/>
                                        <p:tgtEl>
                                          <p:spTgt spid="1070"/>
                                        </p:tgtEl>
                                      </p:cBhvr>
                                    </p:animEffect>
                                  </p:childTnLst>
                                </p:cTn>
                              </p:par>
                              <p:par>
                                <p:cTn fill="hold" nodeType="withEffect" presetClass="entr" presetID="10" presetSubtype="0">
                                  <p:stCondLst>
                                    <p:cond delay="0"/>
                                  </p:stCondLst>
                                  <p:childTnLst>
                                    <p:set>
                                      <p:cBhvr>
                                        <p:cTn dur="1" fill="hold">
                                          <p:stCondLst>
                                            <p:cond delay="0"/>
                                          </p:stCondLst>
                                        </p:cTn>
                                        <p:tgtEl>
                                          <p:spTgt spid="1093"/>
                                        </p:tgtEl>
                                        <p:attrNameLst>
                                          <p:attrName>style.visibility</p:attrName>
                                        </p:attrNameLst>
                                      </p:cBhvr>
                                      <p:to>
                                        <p:strVal val="visible"/>
                                      </p:to>
                                    </p:set>
                                    <p:animEffect filter="fade" transition="in">
                                      <p:cBhvr>
                                        <p:cTn dur="500"/>
                                        <p:tgtEl>
                                          <p:spTgt spid="1093"/>
                                        </p:tgtEl>
                                      </p:cBhvr>
                                    </p:animEffect>
                                  </p:childTnLst>
                                </p:cTn>
                              </p:par>
                              <p:par>
                                <p:cTn fill="hold" nodeType="with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500"/>
                                        <p:tgtEl>
                                          <p:spTgt spid="1112"/>
                                        </p:tgtEl>
                                      </p:cBhvr>
                                    </p:animEffect>
                                  </p:childTnLst>
                                </p:cTn>
                              </p:par>
                              <p:par>
                                <p:cTn fill="hold" nodeType="with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500"/>
                                        <p:tgtEl>
                                          <p:spTgt spid="1113"/>
                                        </p:tgtEl>
                                      </p:cBhvr>
                                    </p:animEffect>
                                  </p:childTnLst>
                                </p:cTn>
                              </p:par>
                              <p:par>
                                <p:cTn fill="hold" nodeType="with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500"/>
                                        <p:tgtEl>
                                          <p:spTgt spid="1114"/>
                                        </p:tgtEl>
                                      </p:cBhvr>
                                    </p:animEffect>
                                  </p:childTnLst>
                                </p:cTn>
                              </p:par>
                              <p:par>
                                <p:cTn fill="hold" nodeType="withEffect" presetClass="entr" presetID="10" presetSubtype="0">
                                  <p:stCondLst>
                                    <p:cond delay="0"/>
                                  </p:stCondLst>
                                  <p:childTnLst>
                                    <p:set>
                                      <p:cBhvr>
                                        <p:cTn dur="1" fill="hold">
                                          <p:stCondLst>
                                            <p:cond delay="0"/>
                                          </p:stCondLst>
                                        </p:cTn>
                                        <p:tgtEl>
                                          <p:spTgt spid="1115"/>
                                        </p:tgtEl>
                                        <p:attrNameLst>
                                          <p:attrName>style.visibility</p:attrName>
                                        </p:attrNameLst>
                                      </p:cBhvr>
                                      <p:to>
                                        <p:strVal val="visible"/>
                                      </p:to>
                                    </p:set>
                                    <p:animEffect filter="fade" transition="in">
                                      <p:cBhvr>
                                        <p:cTn dur="500"/>
                                        <p:tgtEl>
                                          <p:spTgt spid="1115"/>
                                        </p:tgtEl>
                                      </p:cBhvr>
                                    </p:animEffect>
                                  </p:childTnLst>
                                </p:cTn>
                              </p:par>
                              <p:par>
                                <p:cTn fill="hold" nodeType="withEffect" presetClass="entr" presetID="10" presetSubtype="0">
                                  <p:stCondLst>
                                    <p:cond delay="0"/>
                                  </p:stCondLst>
                                  <p:childTnLst>
                                    <p:set>
                                      <p:cBhvr>
                                        <p:cTn dur="1" fill="hold">
                                          <p:stCondLst>
                                            <p:cond delay="0"/>
                                          </p:stCondLst>
                                        </p:cTn>
                                        <p:tgtEl>
                                          <p:spTgt spid="1116"/>
                                        </p:tgtEl>
                                        <p:attrNameLst>
                                          <p:attrName>style.visibility</p:attrName>
                                        </p:attrNameLst>
                                      </p:cBhvr>
                                      <p:to>
                                        <p:strVal val="visible"/>
                                      </p:to>
                                    </p:set>
                                    <p:animEffect filter="fade" transition="in">
                                      <p:cBhvr>
                                        <p:cTn dur="500"/>
                                        <p:tgtEl>
                                          <p:spTgt spid="1116"/>
                                        </p:tgtEl>
                                      </p:cBhvr>
                                    </p:animEffect>
                                  </p:childTnLst>
                                </p:cTn>
                              </p:par>
                              <p:par>
                                <p:cTn fill="hold" nodeType="withEffect" presetClass="entr" presetID="10" presetSubtype="0">
                                  <p:stCondLst>
                                    <p:cond delay="0"/>
                                  </p:stCondLst>
                                  <p:childTnLst>
                                    <p:set>
                                      <p:cBhvr>
                                        <p:cTn dur="1" fill="hold">
                                          <p:stCondLst>
                                            <p:cond delay="0"/>
                                          </p:stCondLst>
                                        </p:cTn>
                                        <p:tgtEl>
                                          <p:spTgt spid="1117"/>
                                        </p:tgtEl>
                                        <p:attrNameLst>
                                          <p:attrName>style.visibility</p:attrName>
                                        </p:attrNameLst>
                                      </p:cBhvr>
                                      <p:to>
                                        <p:strVal val="visible"/>
                                      </p:to>
                                    </p:set>
                                    <p:animEffect filter="fade" transition="in">
                                      <p:cBhvr>
                                        <p:cTn dur="500"/>
                                        <p:tgtEl>
                                          <p:spTgt spid="1117"/>
                                        </p:tgtEl>
                                      </p:cBhvr>
                                    </p:animEffect>
                                  </p:childTnLst>
                                </p:cTn>
                              </p:par>
                              <p:par>
                                <p:cTn fill="hold" nodeType="withEffect" presetClass="entr" presetID="10" presetSubtype="0">
                                  <p:stCondLst>
                                    <p:cond delay="0"/>
                                  </p:stCondLst>
                                  <p:childTnLst>
                                    <p:set>
                                      <p:cBhvr>
                                        <p:cTn dur="1" fill="hold">
                                          <p:stCondLst>
                                            <p:cond delay="0"/>
                                          </p:stCondLst>
                                        </p:cTn>
                                        <p:tgtEl>
                                          <p:spTgt spid="1118"/>
                                        </p:tgtEl>
                                        <p:attrNameLst>
                                          <p:attrName>style.visibility</p:attrName>
                                        </p:attrNameLst>
                                      </p:cBhvr>
                                      <p:to>
                                        <p:strVal val="visible"/>
                                      </p:to>
                                    </p:set>
                                    <p:animEffect filter="fade" transition="in">
                                      <p:cBhvr>
                                        <p:cTn dur="500"/>
                                        <p:tgtEl>
                                          <p:spTgt spid="1118"/>
                                        </p:tgtEl>
                                      </p:cBhvr>
                                    </p:animEffect>
                                  </p:childTnLst>
                                </p:cTn>
                              </p:par>
                              <p:par>
                                <p:cTn fill="hold" nodeType="withEffect" presetClass="entr" presetID="10" presetSubtype="0">
                                  <p:stCondLst>
                                    <p:cond delay="0"/>
                                  </p:stCondLst>
                                  <p:childTnLst>
                                    <p:set>
                                      <p:cBhvr>
                                        <p:cTn dur="1" fill="hold">
                                          <p:stCondLst>
                                            <p:cond delay="0"/>
                                          </p:stCondLst>
                                        </p:cTn>
                                        <p:tgtEl>
                                          <p:spTgt spid="1119"/>
                                        </p:tgtEl>
                                        <p:attrNameLst>
                                          <p:attrName>style.visibility</p:attrName>
                                        </p:attrNameLst>
                                      </p:cBhvr>
                                      <p:to>
                                        <p:strVal val="visible"/>
                                      </p:to>
                                    </p:set>
                                    <p:animEffect filter="fade" transition="in">
                                      <p:cBhvr>
                                        <p:cTn dur="500"/>
                                        <p:tgtEl>
                                          <p:spTgt spid="1119"/>
                                        </p:tgtEl>
                                      </p:cBhvr>
                                    </p:animEffect>
                                  </p:childTnLst>
                                </p:cTn>
                              </p:par>
                              <p:par>
                                <p:cTn fill="hold" nodeType="withEffect" presetClass="entr" presetID="10" presetSubtype="0">
                                  <p:stCondLst>
                                    <p:cond delay="0"/>
                                  </p:stCondLst>
                                  <p:childTnLst>
                                    <p:set>
                                      <p:cBhvr>
                                        <p:cTn dur="1" fill="hold">
                                          <p:stCondLst>
                                            <p:cond delay="0"/>
                                          </p:stCondLst>
                                        </p:cTn>
                                        <p:tgtEl>
                                          <p:spTgt spid="1120"/>
                                        </p:tgtEl>
                                        <p:attrNameLst>
                                          <p:attrName>style.visibility</p:attrName>
                                        </p:attrNameLst>
                                      </p:cBhvr>
                                      <p:to>
                                        <p:strVal val="visible"/>
                                      </p:to>
                                    </p:set>
                                    <p:animEffect filter="fade" transition="in">
                                      <p:cBhvr>
                                        <p:cTn dur="500"/>
                                        <p:tgtEl>
                                          <p:spTgt spid="1120"/>
                                        </p:tgtEl>
                                      </p:cBhvr>
                                    </p:animEffect>
                                  </p:childTnLst>
                                </p:cTn>
                              </p:par>
                              <p:par>
                                <p:cTn fill="hold" nodeType="with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500"/>
                                        <p:tgtEl>
                                          <p:spTgt spid="10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500"/>
                                        <p:tgtEl>
                                          <p:spTgt spid="1074"/>
                                        </p:tgtEl>
                                      </p:cBhvr>
                                    </p:animEffect>
                                  </p:childTnLst>
                                </p:cTn>
                              </p:par>
                              <p:par>
                                <p:cTn fill="hold" nodeType="with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500"/>
                                        <p:tgtEl>
                                          <p:spTgt spid="1072"/>
                                        </p:tgtEl>
                                      </p:cBhvr>
                                    </p:animEffect>
                                  </p:childTnLst>
                                </p:cTn>
                              </p:par>
                              <p:par>
                                <p:cTn fill="hold" nodeType="with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500"/>
                                        <p:tgtEl>
                                          <p:spTgt spid="1073"/>
                                        </p:tgtEl>
                                      </p:cBhvr>
                                    </p:animEffect>
                                  </p:childTnLst>
                                </p:cTn>
                              </p:par>
                              <p:par>
                                <p:cTn fill="hold" nodeType="withEffect" presetClass="entr" presetID="10" presetSubtype="0">
                                  <p:stCondLst>
                                    <p:cond delay="0"/>
                                  </p:stCondLst>
                                  <p:childTnLst>
                                    <p:set>
                                      <p:cBhvr>
                                        <p:cTn dur="1" fill="hold">
                                          <p:stCondLst>
                                            <p:cond delay="0"/>
                                          </p:stCondLst>
                                        </p:cTn>
                                        <p:tgtEl>
                                          <p:spTgt spid="1094"/>
                                        </p:tgtEl>
                                        <p:attrNameLst>
                                          <p:attrName>style.visibility</p:attrName>
                                        </p:attrNameLst>
                                      </p:cBhvr>
                                      <p:to>
                                        <p:strVal val="visible"/>
                                      </p:to>
                                    </p:set>
                                    <p:animEffect filter="fade" transition="in">
                                      <p:cBhvr>
                                        <p:cTn dur="500"/>
                                        <p:tgtEl>
                                          <p:spTgt spid="1094"/>
                                        </p:tgtEl>
                                      </p:cBhvr>
                                    </p:animEffect>
                                  </p:childTnLst>
                                </p:cTn>
                              </p:par>
                              <p:par>
                                <p:cTn fill="hold" nodeType="with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500"/>
                                        <p:tgtEl>
                                          <p:spTgt spid="10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500"/>
                                        <p:tgtEl>
                                          <p:spTgt spid="1076"/>
                                        </p:tgtEl>
                                      </p:cBhvr>
                                    </p:animEffect>
                                  </p:childTnLst>
                                </p:cTn>
                              </p:par>
                              <p:par>
                                <p:cTn fill="hold" nodeType="withEffect" presetClass="entr" presetID="10" presetSubtype="0">
                                  <p:stCondLst>
                                    <p:cond delay="0"/>
                                  </p:stCondLst>
                                  <p:childTnLst>
                                    <p:set>
                                      <p:cBhvr>
                                        <p:cTn dur="1" fill="hold">
                                          <p:stCondLst>
                                            <p:cond delay="0"/>
                                          </p:stCondLst>
                                        </p:cTn>
                                        <p:tgtEl>
                                          <p:spTgt spid="1077"/>
                                        </p:tgtEl>
                                        <p:attrNameLst>
                                          <p:attrName>style.visibility</p:attrName>
                                        </p:attrNameLst>
                                      </p:cBhvr>
                                      <p:to>
                                        <p:strVal val="visible"/>
                                      </p:to>
                                    </p:set>
                                    <p:animEffect filter="fade" transition="in">
                                      <p:cBhvr>
                                        <p:cTn dur="500"/>
                                        <p:tgtEl>
                                          <p:spTgt spid="1077"/>
                                        </p:tgtEl>
                                      </p:cBhvr>
                                    </p:animEffect>
                                  </p:childTnLst>
                                </p:cTn>
                              </p:par>
                              <p:par>
                                <p:cTn fill="hold" nodeType="withEffect" presetClass="entr" presetID="10" presetSubtype="0">
                                  <p:stCondLst>
                                    <p:cond delay="0"/>
                                  </p:stCondLst>
                                  <p:childTnLst>
                                    <p:set>
                                      <p:cBhvr>
                                        <p:cTn dur="1" fill="hold">
                                          <p:stCondLst>
                                            <p:cond delay="0"/>
                                          </p:stCondLst>
                                        </p:cTn>
                                        <p:tgtEl>
                                          <p:spTgt spid="1078"/>
                                        </p:tgtEl>
                                        <p:attrNameLst>
                                          <p:attrName>style.visibility</p:attrName>
                                        </p:attrNameLst>
                                      </p:cBhvr>
                                      <p:to>
                                        <p:strVal val="visible"/>
                                      </p:to>
                                    </p:set>
                                    <p:animEffect filter="fade" transition="in">
                                      <p:cBhvr>
                                        <p:cTn dur="500"/>
                                        <p:tgtEl>
                                          <p:spTgt spid="1078"/>
                                        </p:tgtEl>
                                      </p:cBhvr>
                                    </p:animEffect>
                                  </p:childTnLst>
                                </p:cTn>
                              </p:par>
                              <p:par>
                                <p:cTn fill="hold" nodeType="with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500"/>
                                        <p:tgtEl>
                                          <p:spTgt spid="1079"/>
                                        </p:tgtEl>
                                      </p:cBhvr>
                                    </p:animEffect>
                                  </p:childTnLst>
                                </p:cTn>
                              </p:par>
                              <p:par>
                                <p:cTn fill="hold" nodeType="withEffect" presetClass="entr" presetID="10" presetSubtype="0">
                                  <p:stCondLst>
                                    <p:cond delay="0"/>
                                  </p:stCondLst>
                                  <p:childTnLst>
                                    <p:set>
                                      <p:cBhvr>
                                        <p:cTn dur="1" fill="hold">
                                          <p:stCondLst>
                                            <p:cond delay="0"/>
                                          </p:stCondLst>
                                        </p:cTn>
                                        <p:tgtEl>
                                          <p:spTgt spid="1080"/>
                                        </p:tgtEl>
                                        <p:attrNameLst>
                                          <p:attrName>style.visibility</p:attrName>
                                        </p:attrNameLst>
                                      </p:cBhvr>
                                      <p:to>
                                        <p:strVal val="visible"/>
                                      </p:to>
                                    </p:set>
                                    <p:animEffect filter="fade" transition="in">
                                      <p:cBhvr>
                                        <p:cTn dur="500"/>
                                        <p:tgtEl>
                                          <p:spTgt spid="1080"/>
                                        </p:tgtEl>
                                      </p:cBhvr>
                                    </p:animEffect>
                                  </p:childTnLst>
                                </p:cTn>
                              </p:par>
                              <p:par>
                                <p:cTn fill="hold" nodeType="with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500"/>
                                        <p:tgtEl>
                                          <p:spTgt spid="1081"/>
                                        </p:tgtEl>
                                      </p:cBhvr>
                                    </p:animEffect>
                                  </p:childTnLst>
                                </p:cTn>
                              </p:par>
                              <p:par>
                                <p:cTn fill="hold" nodeType="withEffect" presetClass="entr" presetID="10" presetSubtype="0">
                                  <p:stCondLst>
                                    <p:cond delay="0"/>
                                  </p:stCondLst>
                                  <p:childTnLst>
                                    <p:set>
                                      <p:cBhvr>
                                        <p:cTn dur="1" fill="hold">
                                          <p:stCondLst>
                                            <p:cond delay="0"/>
                                          </p:stCondLst>
                                        </p:cTn>
                                        <p:tgtEl>
                                          <p:spTgt spid="1082"/>
                                        </p:tgtEl>
                                        <p:attrNameLst>
                                          <p:attrName>style.visibility</p:attrName>
                                        </p:attrNameLst>
                                      </p:cBhvr>
                                      <p:to>
                                        <p:strVal val="visible"/>
                                      </p:to>
                                    </p:set>
                                    <p:animEffect filter="fade" transition="in">
                                      <p:cBhvr>
                                        <p:cTn dur="500"/>
                                        <p:tgtEl>
                                          <p:spTgt spid="1082"/>
                                        </p:tgtEl>
                                      </p:cBhvr>
                                    </p:animEffect>
                                  </p:childTnLst>
                                </p:cTn>
                              </p:par>
                              <p:par>
                                <p:cTn fill="hold" nodeType="withEffect" presetClass="entr" presetID="10" presetSubtype="0">
                                  <p:stCondLst>
                                    <p:cond delay="0"/>
                                  </p:stCondLst>
                                  <p:childTnLst>
                                    <p:set>
                                      <p:cBhvr>
                                        <p:cTn dur="1" fill="hold">
                                          <p:stCondLst>
                                            <p:cond delay="0"/>
                                          </p:stCondLst>
                                        </p:cTn>
                                        <p:tgtEl>
                                          <p:spTgt spid="1095"/>
                                        </p:tgtEl>
                                        <p:attrNameLst>
                                          <p:attrName>style.visibility</p:attrName>
                                        </p:attrNameLst>
                                      </p:cBhvr>
                                      <p:to>
                                        <p:strVal val="visible"/>
                                      </p:to>
                                    </p:set>
                                    <p:animEffect filter="fade" transition="in">
                                      <p:cBhvr>
                                        <p:cTn dur="500"/>
                                        <p:tgtEl>
                                          <p:spTgt spid="1095"/>
                                        </p:tgtEl>
                                      </p:cBhvr>
                                    </p:animEffect>
                                  </p:childTnLst>
                                </p:cTn>
                              </p:par>
                              <p:par>
                                <p:cTn fill="hold" nodeType="withEffect" presetClass="entr" presetID="10" presetSubtype="0">
                                  <p:stCondLst>
                                    <p:cond delay="0"/>
                                  </p:stCondLst>
                                  <p:childTnLst>
                                    <p:set>
                                      <p:cBhvr>
                                        <p:cTn dur="1" fill="hold">
                                          <p:stCondLst>
                                            <p:cond delay="0"/>
                                          </p:stCondLst>
                                        </p:cTn>
                                        <p:tgtEl>
                                          <p:spTgt spid="1096"/>
                                        </p:tgtEl>
                                        <p:attrNameLst>
                                          <p:attrName>style.visibility</p:attrName>
                                        </p:attrNameLst>
                                      </p:cBhvr>
                                      <p:to>
                                        <p:strVal val="visible"/>
                                      </p:to>
                                    </p:set>
                                    <p:animEffect filter="fade" transition="in">
                                      <p:cBhvr>
                                        <p:cTn dur="500"/>
                                        <p:tgtEl>
                                          <p:spTgt spid="1096"/>
                                        </p:tgtEl>
                                      </p:cBhvr>
                                    </p:animEffect>
                                  </p:childTnLst>
                                </p:cTn>
                              </p:par>
                              <p:par>
                                <p:cTn fill="hold" nodeType="withEffect" presetClass="entr" presetID="10" presetSubtype="0">
                                  <p:stCondLst>
                                    <p:cond delay="0"/>
                                  </p:stCondLst>
                                  <p:childTnLst>
                                    <p:set>
                                      <p:cBhvr>
                                        <p:cTn dur="1" fill="hold">
                                          <p:stCondLst>
                                            <p:cond delay="0"/>
                                          </p:stCondLst>
                                        </p:cTn>
                                        <p:tgtEl>
                                          <p:spTgt spid="1097"/>
                                        </p:tgtEl>
                                        <p:attrNameLst>
                                          <p:attrName>style.visibility</p:attrName>
                                        </p:attrNameLst>
                                      </p:cBhvr>
                                      <p:to>
                                        <p:strVal val="visible"/>
                                      </p:to>
                                    </p:set>
                                    <p:animEffect filter="fade" transition="in">
                                      <p:cBhvr>
                                        <p:cTn dur="500"/>
                                        <p:tgtEl>
                                          <p:spTgt spid="1097"/>
                                        </p:tgtEl>
                                      </p:cBhvr>
                                    </p:animEffect>
                                  </p:childTnLst>
                                </p:cTn>
                              </p:par>
                              <p:par>
                                <p:cTn fill="hold" nodeType="withEffect" presetClass="entr" presetID="10" presetSubtype="0">
                                  <p:stCondLst>
                                    <p:cond delay="0"/>
                                  </p:stCondLst>
                                  <p:childTnLst>
                                    <p:set>
                                      <p:cBhvr>
                                        <p:cTn dur="1" fill="hold">
                                          <p:stCondLst>
                                            <p:cond delay="0"/>
                                          </p:stCondLst>
                                        </p:cTn>
                                        <p:tgtEl>
                                          <p:spTgt spid="1098"/>
                                        </p:tgtEl>
                                        <p:attrNameLst>
                                          <p:attrName>style.visibility</p:attrName>
                                        </p:attrNameLst>
                                      </p:cBhvr>
                                      <p:to>
                                        <p:strVal val="visible"/>
                                      </p:to>
                                    </p:set>
                                    <p:animEffect filter="fade" transition="in">
                                      <p:cBhvr>
                                        <p:cTn dur="500"/>
                                        <p:tgtEl>
                                          <p:spTgt spid="1098"/>
                                        </p:tgtEl>
                                      </p:cBhvr>
                                    </p:animEffect>
                                  </p:childTnLst>
                                </p:cTn>
                              </p:par>
                              <p:par>
                                <p:cTn fill="hold" nodeType="with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500"/>
                                        <p:tgtEl>
                                          <p:spTgt spid="1104"/>
                                        </p:tgtEl>
                                      </p:cBhvr>
                                    </p:animEffect>
                                  </p:childTnLst>
                                </p:cTn>
                              </p:par>
                              <p:par>
                                <p:cTn fill="hold" nodeType="withEffect" presetClass="entr" presetID="10" presetSubtype="0">
                                  <p:stCondLst>
                                    <p:cond delay="0"/>
                                  </p:stCondLst>
                                  <p:childTnLst>
                                    <p:set>
                                      <p:cBhvr>
                                        <p:cTn dur="1" fill="hold">
                                          <p:stCondLst>
                                            <p:cond delay="0"/>
                                          </p:stCondLst>
                                        </p:cTn>
                                        <p:tgtEl>
                                          <p:spTgt spid="1105"/>
                                        </p:tgtEl>
                                        <p:attrNameLst>
                                          <p:attrName>style.visibility</p:attrName>
                                        </p:attrNameLst>
                                      </p:cBhvr>
                                      <p:to>
                                        <p:strVal val="visible"/>
                                      </p:to>
                                    </p:set>
                                    <p:animEffect filter="fade" transition="in">
                                      <p:cBhvr>
                                        <p:cTn dur="500"/>
                                        <p:tgtEl>
                                          <p:spTgt spid="1105"/>
                                        </p:tgtEl>
                                      </p:cBhvr>
                                    </p:animEffect>
                                  </p:childTnLst>
                                </p:cTn>
                              </p:par>
                              <p:par>
                                <p:cTn fill="hold" nodeType="withEffect" presetClass="entr" presetID="10" presetSubtype="0">
                                  <p:stCondLst>
                                    <p:cond delay="0"/>
                                  </p:stCondLst>
                                  <p:childTnLst>
                                    <p:set>
                                      <p:cBhvr>
                                        <p:cTn dur="1" fill="hold">
                                          <p:stCondLst>
                                            <p:cond delay="0"/>
                                          </p:stCondLst>
                                        </p:cTn>
                                        <p:tgtEl>
                                          <p:spTgt spid="1121"/>
                                        </p:tgtEl>
                                        <p:attrNameLst>
                                          <p:attrName>style.visibility</p:attrName>
                                        </p:attrNameLst>
                                      </p:cBhvr>
                                      <p:to>
                                        <p:strVal val="visible"/>
                                      </p:to>
                                    </p:set>
                                    <p:animEffect filter="fade" transition="in">
                                      <p:cBhvr>
                                        <p:cTn dur="500"/>
                                        <p:tgtEl>
                                          <p:spTgt spid="1121"/>
                                        </p:tgtEl>
                                      </p:cBhvr>
                                    </p:animEffect>
                                  </p:childTnLst>
                                </p:cTn>
                              </p:par>
                              <p:par>
                                <p:cTn fill="hold" nodeType="withEffect" presetClass="entr" presetID="10" presetSubtype="0">
                                  <p:stCondLst>
                                    <p:cond delay="0"/>
                                  </p:stCondLst>
                                  <p:childTnLst>
                                    <p:set>
                                      <p:cBhvr>
                                        <p:cTn dur="1" fill="hold">
                                          <p:stCondLst>
                                            <p:cond delay="0"/>
                                          </p:stCondLst>
                                        </p:cTn>
                                        <p:tgtEl>
                                          <p:spTgt spid="1122"/>
                                        </p:tgtEl>
                                        <p:attrNameLst>
                                          <p:attrName>style.visibility</p:attrName>
                                        </p:attrNameLst>
                                      </p:cBhvr>
                                      <p:to>
                                        <p:strVal val="visible"/>
                                      </p:to>
                                    </p:set>
                                    <p:animEffect filter="fade" transition="in">
                                      <p:cBhvr>
                                        <p:cTn dur="500"/>
                                        <p:tgtEl>
                                          <p:spTgt spid="1122"/>
                                        </p:tgtEl>
                                      </p:cBhvr>
                                    </p:animEffect>
                                  </p:childTnLst>
                                </p:cTn>
                              </p:par>
                              <p:par>
                                <p:cTn fill="hold" nodeType="withEffect" presetClass="entr" presetID="10" presetSubtype="0">
                                  <p:stCondLst>
                                    <p:cond delay="0"/>
                                  </p:stCondLst>
                                  <p:childTnLst>
                                    <p:set>
                                      <p:cBhvr>
                                        <p:cTn dur="1" fill="hold">
                                          <p:stCondLst>
                                            <p:cond delay="0"/>
                                          </p:stCondLst>
                                        </p:cTn>
                                        <p:tgtEl>
                                          <p:spTgt spid="1123"/>
                                        </p:tgtEl>
                                        <p:attrNameLst>
                                          <p:attrName>style.visibility</p:attrName>
                                        </p:attrNameLst>
                                      </p:cBhvr>
                                      <p:to>
                                        <p:strVal val="visible"/>
                                      </p:to>
                                    </p:set>
                                    <p:animEffect filter="fade" transition="in">
                                      <p:cBhvr>
                                        <p:cTn dur="500"/>
                                        <p:tgtEl>
                                          <p:spTgt spid="1123"/>
                                        </p:tgtEl>
                                      </p:cBhvr>
                                    </p:animEffect>
                                  </p:childTnLst>
                                </p:cTn>
                              </p:par>
                              <p:par>
                                <p:cTn fill="hold" nodeType="withEffect" presetClass="entr" presetID="10" presetSubtype="0">
                                  <p:stCondLst>
                                    <p:cond delay="0"/>
                                  </p:stCondLst>
                                  <p:childTnLst>
                                    <p:set>
                                      <p:cBhvr>
                                        <p:cTn dur="1" fill="hold">
                                          <p:stCondLst>
                                            <p:cond delay="0"/>
                                          </p:stCondLst>
                                        </p:cTn>
                                        <p:tgtEl>
                                          <p:spTgt spid="1124"/>
                                        </p:tgtEl>
                                        <p:attrNameLst>
                                          <p:attrName>style.visibility</p:attrName>
                                        </p:attrNameLst>
                                      </p:cBhvr>
                                      <p:to>
                                        <p:strVal val="visible"/>
                                      </p:to>
                                    </p:set>
                                    <p:animEffect filter="fade" transition="in">
                                      <p:cBhvr>
                                        <p:cTn dur="500"/>
                                        <p:tgtEl>
                                          <p:spTgt spid="1124"/>
                                        </p:tgtEl>
                                      </p:cBhvr>
                                    </p:animEffect>
                                  </p:childTnLst>
                                </p:cTn>
                              </p:par>
                              <p:par>
                                <p:cTn fill="hold" nodeType="withEffect" presetClass="entr" presetID="10" presetSubtype="0">
                                  <p:stCondLst>
                                    <p:cond delay="0"/>
                                  </p:stCondLst>
                                  <p:childTnLst>
                                    <p:set>
                                      <p:cBhvr>
                                        <p:cTn dur="1" fill="hold">
                                          <p:stCondLst>
                                            <p:cond delay="0"/>
                                          </p:stCondLst>
                                        </p:cTn>
                                        <p:tgtEl>
                                          <p:spTgt spid="1125"/>
                                        </p:tgtEl>
                                        <p:attrNameLst>
                                          <p:attrName>style.visibility</p:attrName>
                                        </p:attrNameLst>
                                      </p:cBhvr>
                                      <p:to>
                                        <p:strVal val="visible"/>
                                      </p:to>
                                    </p:set>
                                    <p:animEffect filter="fade" transition="in">
                                      <p:cBhvr>
                                        <p:cTn dur="500"/>
                                        <p:tgtEl>
                                          <p:spTgt spid="1125"/>
                                        </p:tgtEl>
                                      </p:cBhvr>
                                    </p:animEffect>
                                  </p:childTnLst>
                                </p:cTn>
                              </p:par>
                              <p:par>
                                <p:cTn fill="hold" nodeType="with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500"/>
                                        <p:tgtEl>
                                          <p:spTgt spid="1126"/>
                                        </p:tgtEl>
                                      </p:cBhvr>
                                    </p:animEffect>
                                  </p:childTnLst>
                                </p:cTn>
                              </p:par>
                              <p:par>
                                <p:cTn fill="hold" nodeType="withEffect" presetClass="entr" presetID="10" presetSubtype="0">
                                  <p:stCondLst>
                                    <p:cond delay="0"/>
                                  </p:stCondLst>
                                  <p:childTnLst>
                                    <p:set>
                                      <p:cBhvr>
                                        <p:cTn dur="1" fill="hold">
                                          <p:stCondLst>
                                            <p:cond delay="0"/>
                                          </p:stCondLst>
                                        </p:cTn>
                                        <p:tgtEl>
                                          <p:spTgt spid="1127"/>
                                        </p:tgtEl>
                                        <p:attrNameLst>
                                          <p:attrName>style.visibility</p:attrName>
                                        </p:attrNameLst>
                                      </p:cBhvr>
                                      <p:to>
                                        <p:strVal val="visible"/>
                                      </p:to>
                                    </p:set>
                                    <p:animEffect filter="fade" transition="in">
                                      <p:cBhvr>
                                        <p:cTn dur="500"/>
                                        <p:tgtEl>
                                          <p:spTgt spid="1127"/>
                                        </p:tgtEl>
                                      </p:cBhvr>
                                    </p:animEffect>
                                  </p:childTnLst>
                                </p:cTn>
                              </p:par>
                              <p:par>
                                <p:cTn fill="hold" nodeType="withEffect" presetClass="entr" presetID="10" presetSubtype="0">
                                  <p:stCondLst>
                                    <p:cond delay="0"/>
                                  </p:stCondLst>
                                  <p:childTnLst>
                                    <p:set>
                                      <p:cBhvr>
                                        <p:cTn dur="1" fill="hold">
                                          <p:stCondLst>
                                            <p:cond delay="0"/>
                                          </p:stCondLst>
                                        </p:cTn>
                                        <p:tgtEl>
                                          <p:spTgt spid="1128"/>
                                        </p:tgtEl>
                                        <p:attrNameLst>
                                          <p:attrName>style.visibility</p:attrName>
                                        </p:attrNameLst>
                                      </p:cBhvr>
                                      <p:to>
                                        <p:strVal val="visible"/>
                                      </p:to>
                                    </p:set>
                                    <p:animEffect filter="fade" transition="in">
                                      <p:cBhvr>
                                        <p:cTn dur="500"/>
                                        <p:tgtEl>
                                          <p:spTgt spid="1128"/>
                                        </p:tgtEl>
                                      </p:cBhvr>
                                    </p:animEffect>
                                  </p:childTnLst>
                                </p:cTn>
                              </p:par>
                              <p:par>
                                <p:cTn fill="hold" nodeType="withEffect" presetClass="entr" presetID="10" presetSubtype="0">
                                  <p:stCondLst>
                                    <p:cond delay="0"/>
                                  </p:stCondLst>
                                  <p:childTnLst>
                                    <p:set>
                                      <p:cBhvr>
                                        <p:cTn dur="1" fill="hold">
                                          <p:stCondLst>
                                            <p:cond delay="0"/>
                                          </p:stCondLst>
                                        </p:cTn>
                                        <p:tgtEl>
                                          <p:spTgt spid="1129"/>
                                        </p:tgtEl>
                                        <p:attrNameLst>
                                          <p:attrName>style.visibility</p:attrName>
                                        </p:attrNameLst>
                                      </p:cBhvr>
                                      <p:to>
                                        <p:strVal val="visible"/>
                                      </p:to>
                                    </p:set>
                                    <p:animEffect filter="fade" transition="in">
                                      <p:cBhvr>
                                        <p:cTn dur="500"/>
                                        <p:tgtEl>
                                          <p:spTgt spid="1129"/>
                                        </p:tgtEl>
                                      </p:cBhvr>
                                    </p:animEffect>
                                  </p:childTnLst>
                                </p:cTn>
                              </p:par>
                              <p:par>
                                <p:cTn fill="hold" nodeType="withEffect" presetClass="entr" presetID="10" presetSubtype="0">
                                  <p:stCondLst>
                                    <p:cond delay="0"/>
                                  </p:stCondLst>
                                  <p:childTnLst>
                                    <p:set>
                                      <p:cBhvr>
                                        <p:cTn dur="1" fill="hold">
                                          <p:stCondLst>
                                            <p:cond delay="0"/>
                                          </p:stCondLst>
                                        </p:cTn>
                                        <p:tgtEl>
                                          <p:spTgt spid="1130"/>
                                        </p:tgtEl>
                                        <p:attrNameLst>
                                          <p:attrName>style.visibility</p:attrName>
                                        </p:attrNameLst>
                                      </p:cBhvr>
                                      <p:to>
                                        <p:strVal val="visible"/>
                                      </p:to>
                                    </p:set>
                                    <p:animEffect filter="fade" transition="in">
                                      <p:cBhvr>
                                        <p:cTn dur="500"/>
                                        <p:tgtEl>
                                          <p:spTgt spid="1130"/>
                                        </p:tgtEl>
                                      </p:cBhvr>
                                    </p:animEffect>
                                  </p:childTnLst>
                                </p:cTn>
                              </p:par>
                              <p:par>
                                <p:cTn fill="hold" nodeType="withEffect" presetClass="entr" presetID="10" presetSubtype="0">
                                  <p:stCondLst>
                                    <p:cond delay="0"/>
                                  </p:stCondLst>
                                  <p:childTnLst>
                                    <p:set>
                                      <p:cBhvr>
                                        <p:cTn dur="1" fill="hold">
                                          <p:stCondLst>
                                            <p:cond delay="0"/>
                                          </p:stCondLst>
                                        </p:cTn>
                                        <p:tgtEl>
                                          <p:spTgt spid="1099"/>
                                        </p:tgtEl>
                                        <p:attrNameLst>
                                          <p:attrName>style.visibility</p:attrName>
                                        </p:attrNameLst>
                                      </p:cBhvr>
                                      <p:to>
                                        <p:strVal val="visible"/>
                                      </p:to>
                                    </p:set>
                                    <p:animEffect filter="fade" transition="in">
                                      <p:cBhvr>
                                        <p:cTn dur="500"/>
                                        <p:tgtEl>
                                          <p:spTgt spid="10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109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151" name="Google Shape;1151;p53"/>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Danh sách kề</a:t>
            </a:r>
            <a:endParaRPr/>
          </a:p>
        </p:txBody>
      </p:sp>
      <p:sp>
        <p:nvSpPr>
          <p:cNvPr id="1152" name="Google Shape;1152;p53"/>
          <p:cNvSpPr txBox="1"/>
          <p:nvPr>
            <p:ph idx="2" type="body"/>
          </p:nvPr>
        </p:nvSpPr>
        <p:spPr>
          <a:xfrm>
            <a:off x="457200" y="2174875"/>
            <a:ext cx="4040188" cy="3951288"/>
          </a:xfrm>
          <a:prstGeom prst="rect">
            <a:avLst/>
          </a:prstGeom>
          <a:solidFill>
            <a:srgbClr val="00B050"/>
          </a:solid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800"/>
              <a:buNone/>
            </a:pPr>
            <a:r>
              <a:rPr b="1" lang="en-US" sz="2800"/>
              <a:t>G = (V,E)</a:t>
            </a:r>
            <a:endParaRPr sz="2800"/>
          </a:p>
          <a:p>
            <a:pPr indent="0" lvl="0" marL="0" rtl="0" algn="l">
              <a:spcBef>
                <a:spcPts val="560"/>
              </a:spcBef>
              <a:spcAft>
                <a:spcPts val="0"/>
              </a:spcAft>
              <a:buClr>
                <a:srgbClr val="002060"/>
              </a:buClr>
              <a:buSzPts val="2800"/>
              <a:buNone/>
            </a:pPr>
            <a:r>
              <a:rPr lang="en-US" sz="2800">
                <a:solidFill>
                  <a:srgbClr val="002060"/>
                </a:solidFill>
              </a:rPr>
              <a:t>V={v</a:t>
            </a:r>
            <a:r>
              <a:rPr baseline="-25000" lang="en-US" sz="2800">
                <a:solidFill>
                  <a:srgbClr val="002060"/>
                </a:solidFill>
              </a:rPr>
              <a:t>1</a:t>
            </a:r>
            <a:r>
              <a:rPr lang="en-US" sz="2800">
                <a:solidFill>
                  <a:srgbClr val="002060"/>
                </a:solidFill>
              </a:rPr>
              <a:t>,…,v</a:t>
            </a:r>
            <a:r>
              <a:rPr baseline="-25000" lang="en-US" sz="2800">
                <a:solidFill>
                  <a:srgbClr val="002060"/>
                </a:solidFill>
              </a:rPr>
              <a:t>n</a:t>
            </a:r>
            <a:r>
              <a:rPr lang="en-US" sz="2800">
                <a:solidFill>
                  <a:srgbClr val="002060"/>
                </a:solidFill>
              </a:rPr>
              <a:t>}, </a:t>
            </a:r>
            <a:endParaRPr/>
          </a:p>
          <a:p>
            <a:pPr indent="-342900" lvl="0" marL="342900" rtl="0" algn="l">
              <a:spcBef>
                <a:spcPts val="480"/>
              </a:spcBef>
              <a:spcAft>
                <a:spcPts val="0"/>
              </a:spcAft>
              <a:buClr>
                <a:srgbClr val="002060"/>
              </a:buClr>
              <a:buSzPts val="2400"/>
              <a:buFont typeface="Noto Sans Symbols"/>
              <a:buChar char="▪"/>
            </a:pPr>
            <a:r>
              <a:rPr lang="en-US" sz="2400">
                <a:solidFill>
                  <a:srgbClr val="002060"/>
                </a:solidFill>
              </a:rPr>
              <a:t>Đồ thị G có thể được biểu diễn bằng n danh sách liên kết</a:t>
            </a:r>
            <a:r>
              <a:rPr lang="en-US">
                <a:solidFill>
                  <a:srgbClr val="002060"/>
                </a:solidFill>
              </a:rPr>
              <a:t>, trong đó</a:t>
            </a:r>
            <a:endParaRPr sz="2400">
              <a:solidFill>
                <a:srgbClr val="002060"/>
              </a:solidFill>
            </a:endParaRPr>
          </a:p>
          <a:p>
            <a:pPr indent="-285750" lvl="1" marL="742950" rtl="0" algn="l">
              <a:spcBef>
                <a:spcPts val="480"/>
              </a:spcBef>
              <a:spcAft>
                <a:spcPts val="0"/>
              </a:spcAft>
              <a:buClr>
                <a:srgbClr val="002060"/>
              </a:buClr>
              <a:buSzPts val="2400"/>
              <a:buFont typeface="Noto Sans Symbols"/>
              <a:buChar char="✔"/>
            </a:pPr>
            <a:r>
              <a:rPr lang="en-US" sz="2400">
                <a:solidFill>
                  <a:srgbClr val="002060"/>
                </a:solidFill>
              </a:rPr>
              <a:t> Mỗi danh sách  liên kết thứ i sẽ biểu diễn các đỉnh kề với đỉnh v</a:t>
            </a:r>
            <a:r>
              <a:rPr baseline="-25000" lang="en-US" sz="2400">
                <a:solidFill>
                  <a:srgbClr val="002060"/>
                </a:solidFill>
              </a:rPr>
              <a:t>i</a:t>
            </a:r>
            <a:endParaRPr/>
          </a:p>
        </p:txBody>
      </p:sp>
      <p:sp>
        <p:nvSpPr>
          <p:cNvPr id="1153" name="Google Shape;1153;p53"/>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1154" name="Google Shape;1154;p53"/>
          <p:cNvSpPr txBox="1"/>
          <p:nvPr>
            <p:ph idx="4" type="body"/>
          </p:nvPr>
        </p:nvSpPr>
        <p:spPr>
          <a:xfrm>
            <a:off x="4645025" y="2174875"/>
            <a:ext cx="4041775" cy="3951288"/>
          </a:xfrm>
          <a:prstGeom prst="rect">
            <a:avLst/>
          </a:prstGeom>
          <a:solidFill>
            <a:srgbClr val="00B050"/>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sp>
        <p:nvSpPr>
          <p:cNvPr id="1155" name="Google Shape;1155;p5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1156" name="Google Shape;1156;p5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57" name="Google Shape;1157;p53"/>
          <p:cNvSpPr/>
          <p:nvPr/>
        </p:nvSpPr>
        <p:spPr>
          <a:xfrm>
            <a:off x="6045568" y="43738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3</a:t>
            </a:r>
            <a:endParaRPr/>
          </a:p>
        </p:txBody>
      </p:sp>
      <p:sp>
        <p:nvSpPr>
          <p:cNvPr id="1158" name="Google Shape;1158;p53"/>
          <p:cNvSpPr/>
          <p:nvPr/>
        </p:nvSpPr>
        <p:spPr>
          <a:xfrm>
            <a:off x="6426568" y="43738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159" name="Google Shape;1159;p53"/>
          <p:cNvCxnSpPr/>
          <p:nvPr/>
        </p:nvCxnSpPr>
        <p:spPr>
          <a:xfrm>
            <a:off x="6578968" y="4526287"/>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160" name="Google Shape;1160;p53"/>
          <p:cNvSpPr txBox="1"/>
          <p:nvPr/>
        </p:nvSpPr>
        <p:spPr>
          <a:xfrm>
            <a:off x="7023468" y="4353250"/>
            <a:ext cx="838200" cy="338137"/>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2060"/>
                </a:solidFill>
                <a:latin typeface="Times New Roman"/>
                <a:ea typeface="Times New Roman"/>
                <a:cs typeface="Times New Roman"/>
                <a:sym typeface="Times New Roman"/>
              </a:rPr>
              <a:t>NULL</a:t>
            </a:r>
            <a:endParaRPr/>
          </a:p>
        </p:txBody>
      </p:sp>
      <p:sp>
        <p:nvSpPr>
          <p:cNvPr id="1161" name="Google Shape;1161;p53"/>
          <p:cNvSpPr/>
          <p:nvPr/>
        </p:nvSpPr>
        <p:spPr>
          <a:xfrm>
            <a:off x="6045568" y="48310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4</a:t>
            </a:r>
            <a:endParaRPr/>
          </a:p>
        </p:txBody>
      </p:sp>
      <p:sp>
        <p:nvSpPr>
          <p:cNvPr id="1162" name="Google Shape;1162;p53"/>
          <p:cNvSpPr/>
          <p:nvPr/>
        </p:nvSpPr>
        <p:spPr>
          <a:xfrm>
            <a:off x="6426568" y="48310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163" name="Google Shape;1163;p53"/>
          <p:cNvCxnSpPr/>
          <p:nvPr/>
        </p:nvCxnSpPr>
        <p:spPr>
          <a:xfrm>
            <a:off x="6578968" y="4983487"/>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164" name="Google Shape;1164;p53"/>
          <p:cNvSpPr txBox="1"/>
          <p:nvPr/>
        </p:nvSpPr>
        <p:spPr>
          <a:xfrm>
            <a:off x="7023468" y="4810450"/>
            <a:ext cx="838200" cy="338137"/>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2060"/>
                </a:solidFill>
                <a:latin typeface="Times New Roman"/>
                <a:ea typeface="Times New Roman"/>
                <a:cs typeface="Times New Roman"/>
                <a:sym typeface="Times New Roman"/>
              </a:rPr>
              <a:t>NULL</a:t>
            </a:r>
            <a:endParaRPr/>
          </a:p>
        </p:txBody>
      </p:sp>
      <p:sp>
        <p:nvSpPr>
          <p:cNvPr id="1165" name="Google Shape;1165;p53"/>
          <p:cNvSpPr/>
          <p:nvPr/>
        </p:nvSpPr>
        <p:spPr>
          <a:xfrm>
            <a:off x="6045568" y="52882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4</a:t>
            </a:r>
            <a:endParaRPr/>
          </a:p>
        </p:txBody>
      </p:sp>
      <p:sp>
        <p:nvSpPr>
          <p:cNvPr id="1166" name="Google Shape;1166;p53"/>
          <p:cNvSpPr/>
          <p:nvPr/>
        </p:nvSpPr>
        <p:spPr>
          <a:xfrm>
            <a:off x="6426568" y="52882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167" name="Google Shape;1167;p53"/>
          <p:cNvCxnSpPr/>
          <p:nvPr/>
        </p:nvCxnSpPr>
        <p:spPr>
          <a:xfrm>
            <a:off x="6578968" y="5440687"/>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168" name="Google Shape;1168;p53"/>
          <p:cNvSpPr txBox="1"/>
          <p:nvPr/>
        </p:nvSpPr>
        <p:spPr>
          <a:xfrm>
            <a:off x="7023468" y="5267650"/>
            <a:ext cx="838200" cy="338137"/>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2060"/>
                </a:solidFill>
                <a:latin typeface="Times New Roman"/>
                <a:ea typeface="Times New Roman"/>
                <a:cs typeface="Times New Roman"/>
                <a:sym typeface="Times New Roman"/>
              </a:rPr>
              <a:t>NULL</a:t>
            </a:r>
            <a:endParaRPr/>
          </a:p>
        </p:txBody>
      </p:sp>
      <p:sp>
        <p:nvSpPr>
          <p:cNvPr id="1169" name="Google Shape;1169;p53"/>
          <p:cNvSpPr/>
          <p:nvPr/>
        </p:nvSpPr>
        <p:spPr>
          <a:xfrm>
            <a:off x="6045568" y="57454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1</a:t>
            </a:r>
            <a:endParaRPr/>
          </a:p>
        </p:txBody>
      </p:sp>
      <p:sp>
        <p:nvSpPr>
          <p:cNvPr id="1170" name="Google Shape;1170;p53"/>
          <p:cNvSpPr/>
          <p:nvPr/>
        </p:nvSpPr>
        <p:spPr>
          <a:xfrm>
            <a:off x="6426568" y="57454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171" name="Google Shape;1171;p53"/>
          <p:cNvCxnSpPr/>
          <p:nvPr/>
        </p:nvCxnSpPr>
        <p:spPr>
          <a:xfrm>
            <a:off x="6578968" y="5897887"/>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172" name="Google Shape;1172;p53"/>
          <p:cNvSpPr txBox="1"/>
          <p:nvPr/>
        </p:nvSpPr>
        <p:spPr>
          <a:xfrm>
            <a:off x="8090268" y="5712150"/>
            <a:ext cx="838200" cy="3381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2"/>
                </a:solidFill>
                <a:latin typeface="Times New Roman"/>
                <a:ea typeface="Times New Roman"/>
                <a:cs typeface="Times New Roman"/>
                <a:sym typeface="Times New Roman"/>
              </a:rPr>
              <a:t>NULL</a:t>
            </a:r>
            <a:endParaRPr/>
          </a:p>
        </p:txBody>
      </p:sp>
      <p:sp>
        <p:nvSpPr>
          <p:cNvPr id="1173" name="Google Shape;1173;p53"/>
          <p:cNvSpPr/>
          <p:nvPr/>
        </p:nvSpPr>
        <p:spPr>
          <a:xfrm>
            <a:off x="7099668" y="57454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2</a:t>
            </a:r>
            <a:endParaRPr/>
          </a:p>
        </p:txBody>
      </p:sp>
      <p:sp>
        <p:nvSpPr>
          <p:cNvPr id="1174" name="Google Shape;1174;p53"/>
          <p:cNvSpPr/>
          <p:nvPr/>
        </p:nvSpPr>
        <p:spPr>
          <a:xfrm>
            <a:off x="7480668" y="5745487"/>
            <a:ext cx="381000" cy="304800"/>
          </a:xfrm>
          <a:prstGeom prst="rect">
            <a:avLst/>
          </a:prstGeom>
          <a:solidFill>
            <a:srgbClr val="ECE7E7"/>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cxnSp>
        <p:nvCxnSpPr>
          <p:cNvPr id="1175" name="Google Shape;1175;p53"/>
          <p:cNvCxnSpPr/>
          <p:nvPr/>
        </p:nvCxnSpPr>
        <p:spPr>
          <a:xfrm>
            <a:off x="7633068" y="5897887"/>
            <a:ext cx="533400" cy="1588"/>
          </a:xfrm>
          <a:prstGeom prst="straightConnector1">
            <a:avLst/>
          </a:prstGeom>
          <a:noFill/>
          <a:ln cap="flat" cmpd="sng" w="38100">
            <a:solidFill>
              <a:schemeClr val="dk1"/>
            </a:solidFill>
            <a:prstDash val="solid"/>
            <a:round/>
            <a:headEnd len="med" w="med" type="oval"/>
            <a:tailEnd len="med" w="med" type="triangle"/>
          </a:ln>
        </p:spPr>
      </p:cxnSp>
      <p:sp>
        <p:nvSpPr>
          <p:cNvPr id="1176" name="Google Shape;1176;p53"/>
          <p:cNvSpPr/>
          <p:nvPr/>
        </p:nvSpPr>
        <p:spPr>
          <a:xfrm>
            <a:off x="5347068" y="4341621"/>
            <a:ext cx="184731" cy="369332"/>
          </a:xfrm>
          <a:prstGeom prst="rect">
            <a:avLst/>
          </a:prstGeom>
          <a:solidFill>
            <a:srgbClr val="ECE7E7"/>
          </a:solidFill>
          <a:ln cap="flat" cmpd="sng" w="28575">
            <a:solidFill>
              <a:schemeClr val="l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sp>
        <p:nvSpPr>
          <p:cNvPr id="1177" name="Google Shape;1177;p53"/>
          <p:cNvSpPr/>
          <p:nvPr/>
        </p:nvSpPr>
        <p:spPr>
          <a:xfrm>
            <a:off x="5347068" y="4798821"/>
            <a:ext cx="184731" cy="369332"/>
          </a:xfrm>
          <a:prstGeom prst="rect">
            <a:avLst/>
          </a:prstGeom>
          <a:solidFill>
            <a:srgbClr val="ECE7E7"/>
          </a:solidFill>
          <a:ln cap="flat" cmpd="sng" w="28575">
            <a:solidFill>
              <a:schemeClr val="l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sp>
        <p:nvSpPr>
          <p:cNvPr id="1178" name="Google Shape;1178;p53"/>
          <p:cNvSpPr/>
          <p:nvPr/>
        </p:nvSpPr>
        <p:spPr>
          <a:xfrm>
            <a:off x="5347068" y="5256021"/>
            <a:ext cx="184731" cy="369332"/>
          </a:xfrm>
          <a:prstGeom prst="rect">
            <a:avLst/>
          </a:prstGeom>
          <a:solidFill>
            <a:srgbClr val="ECE7E7"/>
          </a:solidFill>
          <a:ln cap="flat" cmpd="sng" w="28575">
            <a:solidFill>
              <a:schemeClr val="l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sp>
        <p:nvSpPr>
          <p:cNvPr id="1179" name="Google Shape;1179;p53"/>
          <p:cNvSpPr/>
          <p:nvPr/>
        </p:nvSpPr>
        <p:spPr>
          <a:xfrm>
            <a:off x="5347068" y="5713221"/>
            <a:ext cx="184731" cy="369332"/>
          </a:xfrm>
          <a:prstGeom prst="rect">
            <a:avLst/>
          </a:prstGeom>
          <a:solidFill>
            <a:srgbClr val="ECE7E7"/>
          </a:solidFill>
          <a:ln cap="flat" cmpd="sng" w="28575">
            <a:solidFill>
              <a:schemeClr val="l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rgbClr val="002060"/>
              </a:solidFill>
              <a:latin typeface="Times New Roman"/>
              <a:ea typeface="Times New Roman"/>
              <a:cs typeface="Times New Roman"/>
              <a:sym typeface="Times New Roman"/>
            </a:endParaRPr>
          </a:p>
        </p:txBody>
      </p:sp>
      <p:sp>
        <p:nvSpPr>
          <p:cNvPr id="1180" name="Google Shape;1180;p53"/>
          <p:cNvSpPr txBox="1"/>
          <p:nvPr/>
        </p:nvSpPr>
        <p:spPr>
          <a:xfrm>
            <a:off x="4813668" y="4373887"/>
            <a:ext cx="838200" cy="400050"/>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1</a:t>
            </a:r>
            <a:endParaRPr/>
          </a:p>
        </p:txBody>
      </p:sp>
      <p:sp>
        <p:nvSpPr>
          <p:cNvPr id="1181" name="Google Shape;1181;p53"/>
          <p:cNvSpPr txBox="1"/>
          <p:nvPr/>
        </p:nvSpPr>
        <p:spPr>
          <a:xfrm>
            <a:off x="4813668" y="4831087"/>
            <a:ext cx="838200" cy="400050"/>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2</a:t>
            </a:r>
            <a:endParaRPr/>
          </a:p>
        </p:txBody>
      </p:sp>
      <p:sp>
        <p:nvSpPr>
          <p:cNvPr id="1182" name="Google Shape;1182;p53"/>
          <p:cNvSpPr txBox="1"/>
          <p:nvPr/>
        </p:nvSpPr>
        <p:spPr>
          <a:xfrm>
            <a:off x="4813668" y="5288287"/>
            <a:ext cx="838200" cy="400050"/>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3</a:t>
            </a:r>
            <a:endParaRPr/>
          </a:p>
        </p:txBody>
      </p:sp>
      <p:sp>
        <p:nvSpPr>
          <p:cNvPr id="1183" name="Google Shape;1183;p53"/>
          <p:cNvSpPr txBox="1"/>
          <p:nvPr/>
        </p:nvSpPr>
        <p:spPr>
          <a:xfrm>
            <a:off x="4813668" y="5745487"/>
            <a:ext cx="838200" cy="400050"/>
          </a:xfrm>
          <a:prstGeom prst="rect">
            <a:avLst/>
          </a:prstGeom>
          <a:solidFill>
            <a:srgbClr val="ECE7E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4</a:t>
            </a:r>
            <a:endParaRPr/>
          </a:p>
        </p:txBody>
      </p:sp>
      <p:cxnSp>
        <p:nvCxnSpPr>
          <p:cNvPr id="1184" name="Google Shape;1184;p53"/>
          <p:cNvCxnSpPr/>
          <p:nvPr/>
        </p:nvCxnSpPr>
        <p:spPr>
          <a:xfrm>
            <a:off x="5499468" y="4526287"/>
            <a:ext cx="533400" cy="1588"/>
          </a:xfrm>
          <a:prstGeom prst="straightConnector1">
            <a:avLst/>
          </a:prstGeom>
          <a:noFill/>
          <a:ln cap="flat" cmpd="sng" w="38100">
            <a:solidFill>
              <a:schemeClr val="dk1"/>
            </a:solidFill>
            <a:prstDash val="solid"/>
            <a:round/>
            <a:headEnd len="med" w="med" type="oval"/>
            <a:tailEnd len="med" w="med" type="triangle"/>
          </a:ln>
        </p:spPr>
      </p:cxnSp>
      <p:cxnSp>
        <p:nvCxnSpPr>
          <p:cNvPr id="1185" name="Google Shape;1185;p53"/>
          <p:cNvCxnSpPr/>
          <p:nvPr/>
        </p:nvCxnSpPr>
        <p:spPr>
          <a:xfrm>
            <a:off x="5499468" y="4983487"/>
            <a:ext cx="533400" cy="1588"/>
          </a:xfrm>
          <a:prstGeom prst="straightConnector1">
            <a:avLst/>
          </a:prstGeom>
          <a:noFill/>
          <a:ln cap="flat" cmpd="sng" w="38100">
            <a:solidFill>
              <a:schemeClr val="dk1"/>
            </a:solidFill>
            <a:prstDash val="solid"/>
            <a:round/>
            <a:headEnd len="med" w="med" type="oval"/>
            <a:tailEnd len="med" w="med" type="triangle"/>
          </a:ln>
        </p:spPr>
      </p:cxnSp>
      <p:cxnSp>
        <p:nvCxnSpPr>
          <p:cNvPr id="1186" name="Google Shape;1186;p53"/>
          <p:cNvCxnSpPr/>
          <p:nvPr/>
        </p:nvCxnSpPr>
        <p:spPr>
          <a:xfrm>
            <a:off x="5499468" y="5440687"/>
            <a:ext cx="533400" cy="1588"/>
          </a:xfrm>
          <a:prstGeom prst="straightConnector1">
            <a:avLst/>
          </a:prstGeom>
          <a:noFill/>
          <a:ln cap="flat" cmpd="sng" w="38100">
            <a:solidFill>
              <a:schemeClr val="dk1"/>
            </a:solidFill>
            <a:prstDash val="solid"/>
            <a:round/>
            <a:headEnd len="med" w="med" type="oval"/>
            <a:tailEnd len="med" w="med" type="triangle"/>
          </a:ln>
        </p:spPr>
      </p:cxnSp>
      <p:cxnSp>
        <p:nvCxnSpPr>
          <p:cNvPr id="1187" name="Google Shape;1187;p53"/>
          <p:cNvCxnSpPr/>
          <p:nvPr/>
        </p:nvCxnSpPr>
        <p:spPr>
          <a:xfrm>
            <a:off x="5499468" y="5897887"/>
            <a:ext cx="533400" cy="1588"/>
          </a:xfrm>
          <a:prstGeom prst="straightConnector1">
            <a:avLst/>
          </a:prstGeom>
          <a:noFill/>
          <a:ln cap="flat" cmpd="sng" w="38100">
            <a:solidFill>
              <a:schemeClr val="dk1"/>
            </a:solidFill>
            <a:prstDash val="solid"/>
            <a:round/>
            <a:headEnd len="med" w="med" type="oval"/>
            <a:tailEnd len="med" w="med" type="triangle"/>
          </a:ln>
        </p:spPr>
      </p:cxnSp>
      <p:cxnSp>
        <p:nvCxnSpPr>
          <p:cNvPr id="1188" name="Google Shape;1188;p53"/>
          <p:cNvCxnSpPr/>
          <p:nvPr/>
        </p:nvCxnSpPr>
        <p:spPr>
          <a:xfrm>
            <a:off x="5585267" y="2790930"/>
            <a:ext cx="0" cy="820502"/>
          </a:xfrm>
          <a:prstGeom prst="straightConnector1">
            <a:avLst/>
          </a:prstGeom>
          <a:noFill/>
          <a:ln cap="flat" cmpd="sng" w="28575">
            <a:solidFill>
              <a:srgbClr val="FF0000"/>
            </a:solidFill>
            <a:prstDash val="solid"/>
            <a:round/>
            <a:headEnd len="sm" w="sm" type="none"/>
            <a:tailEnd len="med" w="med" type="stealth"/>
          </a:ln>
        </p:spPr>
      </p:cxnSp>
      <p:cxnSp>
        <p:nvCxnSpPr>
          <p:cNvPr id="1189" name="Google Shape;1189;p53"/>
          <p:cNvCxnSpPr/>
          <p:nvPr/>
        </p:nvCxnSpPr>
        <p:spPr>
          <a:xfrm rot="-5400000">
            <a:off x="6087343" y="1498279"/>
            <a:ext cx="609600" cy="791632"/>
          </a:xfrm>
          <a:prstGeom prst="straightConnector1">
            <a:avLst/>
          </a:prstGeom>
          <a:noFill/>
          <a:ln cap="flat" cmpd="sng" w="28575">
            <a:solidFill>
              <a:srgbClr val="FF0000"/>
            </a:solidFill>
            <a:prstDash val="solid"/>
            <a:round/>
            <a:headEnd len="med" w="med" type="stealth"/>
            <a:tailEnd len="sm" w="sm" type="none"/>
          </a:ln>
        </p:spPr>
      </p:cxnSp>
      <p:sp>
        <p:nvSpPr>
          <p:cNvPr id="1190" name="Google Shape;1190;p53"/>
          <p:cNvSpPr/>
          <p:nvPr/>
        </p:nvSpPr>
        <p:spPr>
          <a:xfrm>
            <a:off x="5993724" y="4103895"/>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1191" name="Google Shape;1191;p53"/>
          <p:cNvSpPr/>
          <p:nvPr/>
        </p:nvSpPr>
        <p:spPr>
          <a:xfrm>
            <a:off x="5231724" y="2579895"/>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1192" name="Google Shape;1192;p53"/>
          <p:cNvSpPr/>
          <p:nvPr/>
        </p:nvSpPr>
        <p:spPr>
          <a:xfrm>
            <a:off x="6755724" y="1360695"/>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cxnSp>
        <p:nvCxnSpPr>
          <p:cNvPr id="1193" name="Google Shape;1193;p53"/>
          <p:cNvCxnSpPr/>
          <p:nvPr/>
        </p:nvCxnSpPr>
        <p:spPr>
          <a:xfrm rot="-5400000">
            <a:off x="5644287" y="3310332"/>
            <a:ext cx="1308474" cy="457200"/>
          </a:xfrm>
          <a:prstGeom prst="straightConnector1">
            <a:avLst/>
          </a:prstGeom>
          <a:noFill/>
          <a:ln cap="flat" cmpd="sng" w="28575">
            <a:solidFill>
              <a:srgbClr val="FF0000"/>
            </a:solidFill>
            <a:prstDash val="solid"/>
            <a:round/>
            <a:headEnd len="sm" w="sm" type="none"/>
            <a:tailEnd len="med" w="med" type="stealth"/>
          </a:ln>
        </p:spPr>
      </p:cxnSp>
      <p:sp>
        <p:nvSpPr>
          <p:cNvPr id="1194" name="Google Shape;1194;p53"/>
          <p:cNvSpPr/>
          <p:nvPr/>
        </p:nvSpPr>
        <p:spPr>
          <a:xfrm>
            <a:off x="7212924" y="3037095"/>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cxnSp>
        <p:nvCxnSpPr>
          <p:cNvPr id="1195" name="Google Shape;1195;p53"/>
          <p:cNvCxnSpPr>
            <a:stCxn id="1189" idx="0"/>
            <a:endCxn id="1191" idx="7"/>
          </p:cNvCxnSpPr>
          <p:nvPr/>
        </p:nvCxnSpPr>
        <p:spPr>
          <a:xfrm flipH="1">
            <a:off x="5491887" y="2198832"/>
            <a:ext cx="504300" cy="425700"/>
          </a:xfrm>
          <a:prstGeom prst="straightConnector1">
            <a:avLst/>
          </a:prstGeom>
          <a:noFill/>
          <a:ln cap="flat" cmpd="sng" w="28575">
            <a:solidFill>
              <a:srgbClr val="FF0000"/>
            </a:solidFill>
            <a:prstDash val="solid"/>
            <a:round/>
            <a:headEnd len="sm" w="sm" type="none"/>
            <a:tailEnd len="sm" w="sm" type="none"/>
          </a:ln>
        </p:spPr>
      </p:cxnSp>
      <p:cxnSp>
        <p:nvCxnSpPr>
          <p:cNvPr id="1196" name="Google Shape;1196;p53"/>
          <p:cNvCxnSpPr>
            <a:stCxn id="1190" idx="1"/>
            <a:endCxn id="1188" idx="1"/>
          </p:cNvCxnSpPr>
          <p:nvPr/>
        </p:nvCxnSpPr>
        <p:spPr>
          <a:xfrm rot="10800000">
            <a:off x="5745861" y="3578532"/>
            <a:ext cx="292500" cy="570000"/>
          </a:xfrm>
          <a:prstGeom prst="straightConnector1">
            <a:avLst/>
          </a:prstGeom>
          <a:noFill/>
          <a:ln cap="flat" cmpd="sng" w="28575">
            <a:solidFill>
              <a:srgbClr val="FF0000"/>
            </a:solidFill>
            <a:prstDash val="solid"/>
            <a:round/>
            <a:headEnd len="sm" w="sm" type="none"/>
            <a:tailEnd len="sm" w="sm" type="none"/>
          </a:ln>
        </p:spPr>
      </p:cxnSp>
      <p:cxnSp>
        <p:nvCxnSpPr>
          <p:cNvPr id="1197" name="Google Shape;1197;p53"/>
          <p:cNvCxnSpPr>
            <a:endCxn id="1192" idx="4"/>
          </p:cNvCxnSpPr>
          <p:nvPr/>
        </p:nvCxnSpPr>
        <p:spPr>
          <a:xfrm flipH="1" rot="10800000">
            <a:off x="6527124" y="1665495"/>
            <a:ext cx="381000" cy="1219200"/>
          </a:xfrm>
          <a:prstGeom prst="straightConnector1">
            <a:avLst/>
          </a:prstGeom>
          <a:noFill/>
          <a:ln cap="flat" cmpd="sng" w="28575">
            <a:solidFill>
              <a:srgbClr val="FF0000"/>
            </a:solidFill>
            <a:prstDash val="solid"/>
            <a:round/>
            <a:headEnd len="sm" w="sm" type="none"/>
            <a:tailEnd len="sm" w="sm" type="none"/>
          </a:ln>
        </p:spPr>
      </p:cxnSp>
      <p:sp>
        <p:nvSpPr>
          <p:cNvPr id="1198" name="Google Shape;1198;p53"/>
          <p:cNvSpPr/>
          <p:nvPr/>
        </p:nvSpPr>
        <p:spPr>
          <a:xfrm>
            <a:off x="6831924" y="1436895"/>
            <a:ext cx="1143000" cy="1676400"/>
          </a:xfrm>
          <a:prstGeom prst="arc">
            <a:avLst>
              <a:gd fmla="val 14605763" name="adj1"/>
              <a:gd fmla="val 5057365" name="adj2"/>
            </a:avLst>
          </a:prstGeom>
          <a:noFill/>
          <a:ln cap="flat" cmpd="sng" w="2857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1199" name="Google Shape;1199;p53"/>
          <p:cNvCxnSpPr>
            <a:stCxn id="1194" idx="1"/>
            <a:endCxn id="1192" idx="5"/>
          </p:cNvCxnSpPr>
          <p:nvPr/>
        </p:nvCxnSpPr>
        <p:spPr>
          <a:xfrm rot="10800000">
            <a:off x="7015761" y="1620732"/>
            <a:ext cx="241800" cy="1461000"/>
          </a:xfrm>
          <a:prstGeom prst="straightConnector1">
            <a:avLst/>
          </a:prstGeom>
          <a:noFill/>
          <a:ln cap="flat" cmpd="sng" w="28575">
            <a:solidFill>
              <a:srgbClr val="FF0000"/>
            </a:solidFill>
            <a:prstDash val="solid"/>
            <a:round/>
            <a:headEnd len="sm" w="sm" type="none"/>
            <a:tailEnd len="med" w="med" type="stealth"/>
          </a:ln>
        </p:spPr>
      </p:cxnSp>
      <p:sp>
        <p:nvSpPr>
          <p:cNvPr id="1200" name="Google Shape;1200;p53"/>
          <p:cNvSpPr txBox="1"/>
          <p:nvPr/>
        </p:nvSpPr>
        <p:spPr>
          <a:xfrm>
            <a:off x="457200" y="381000"/>
            <a:ext cx="8229600" cy="68580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Times New Roman"/>
                <a:ea typeface="Times New Roman"/>
                <a:cs typeface="Times New Roman"/>
                <a:sym typeface="Times New Roman"/>
              </a:rPr>
              <a:t>Biểu diễn đồ thị</a:t>
            </a:r>
            <a:endParaRPr b="1" sz="4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gtEl>
                                        <p:attrNameLst>
                                          <p:attrName>style.visibility</p:attrName>
                                        </p:attrNameLst>
                                      </p:cBhvr>
                                      <p:to>
                                        <p:strVal val="visible"/>
                                      </p:to>
                                    </p:set>
                                    <p:animEffect filter="fade" transition="in">
                                      <p:cBhvr>
                                        <p:cTn dur="500"/>
                                        <p:tgtEl>
                                          <p:spTgt spid="1176"/>
                                        </p:tgtEl>
                                      </p:cBhvr>
                                    </p:animEffect>
                                  </p:childTnLst>
                                </p:cTn>
                              </p:par>
                              <p:par>
                                <p:cTn fill="hold" nodeType="withEffect" presetClass="entr" presetID="10" presetSubtype="0">
                                  <p:stCondLst>
                                    <p:cond delay="0"/>
                                  </p:stCondLst>
                                  <p:childTnLst>
                                    <p:set>
                                      <p:cBhvr>
                                        <p:cTn dur="1" fill="hold">
                                          <p:stCondLst>
                                            <p:cond delay="0"/>
                                          </p:stCondLst>
                                        </p:cTn>
                                        <p:tgtEl>
                                          <p:spTgt spid="1177"/>
                                        </p:tgtEl>
                                        <p:attrNameLst>
                                          <p:attrName>style.visibility</p:attrName>
                                        </p:attrNameLst>
                                      </p:cBhvr>
                                      <p:to>
                                        <p:strVal val="visible"/>
                                      </p:to>
                                    </p:set>
                                    <p:animEffect filter="fade" transition="in">
                                      <p:cBhvr>
                                        <p:cTn dur="500"/>
                                        <p:tgtEl>
                                          <p:spTgt spid="1177"/>
                                        </p:tgtEl>
                                      </p:cBhvr>
                                    </p:animEffect>
                                  </p:childTnLst>
                                </p:cTn>
                              </p:par>
                              <p:par>
                                <p:cTn fill="hold" nodeType="withEffect" presetClass="entr" presetID="10" presetSubtype="0">
                                  <p:stCondLst>
                                    <p:cond delay="0"/>
                                  </p:stCondLst>
                                  <p:childTnLst>
                                    <p:set>
                                      <p:cBhvr>
                                        <p:cTn dur="1" fill="hold">
                                          <p:stCondLst>
                                            <p:cond delay="0"/>
                                          </p:stCondLst>
                                        </p:cTn>
                                        <p:tgtEl>
                                          <p:spTgt spid="1178"/>
                                        </p:tgtEl>
                                        <p:attrNameLst>
                                          <p:attrName>style.visibility</p:attrName>
                                        </p:attrNameLst>
                                      </p:cBhvr>
                                      <p:to>
                                        <p:strVal val="visible"/>
                                      </p:to>
                                    </p:set>
                                    <p:animEffect filter="fade" transition="in">
                                      <p:cBhvr>
                                        <p:cTn dur="500"/>
                                        <p:tgtEl>
                                          <p:spTgt spid="1178"/>
                                        </p:tgtEl>
                                      </p:cBhvr>
                                    </p:animEffect>
                                  </p:childTnLst>
                                </p:cTn>
                              </p:par>
                              <p:par>
                                <p:cTn fill="hold" nodeType="withEffect" presetClass="entr" presetID="10" presetSubtype="0">
                                  <p:stCondLst>
                                    <p:cond delay="0"/>
                                  </p:stCondLst>
                                  <p:childTnLst>
                                    <p:set>
                                      <p:cBhvr>
                                        <p:cTn dur="1" fill="hold">
                                          <p:stCondLst>
                                            <p:cond delay="0"/>
                                          </p:stCondLst>
                                        </p:cTn>
                                        <p:tgtEl>
                                          <p:spTgt spid="1179"/>
                                        </p:tgtEl>
                                        <p:attrNameLst>
                                          <p:attrName>style.visibility</p:attrName>
                                        </p:attrNameLst>
                                      </p:cBhvr>
                                      <p:to>
                                        <p:strVal val="visible"/>
                                      </p:to>
                                    </p:set>
                                    <p:animEffect filter="fade" transition="in">
                                      <p:cBhvr>
                                        <p:cTn dur="500"/>
                                        <p:tgtEl>
                                          <p:spTgt spid="1179"/>
                                        </p:tgtEl>
                                      </p:cBhvr>
                                    </p:animEffect>
                                  </p:childTnLst>
                                </p:cTn>
                              </p:par>
                              <p:par>
                                <p:cTn fill="hold" nodeType="withEffect" presetClass="entr" presetID="10" presetSubtype="0">
                                  <p:stCondLst>
                                    <p:cond delay="0"/>
                                  </p:stCondLst>
                                  <p:childTnLst>
                                    <p:set>
                                      <p:cBhvr>
                                        <p:cTn dur="1" fill="hold">
                                          <p:stCondLst>
                                            <p:cond delay="0"/>
                                          </p:stCondLst>
                                        </p:cTn>
                                        <p:tgtEl>
                                          <p:spTgt spid="1180"/>
                                        </p:tgtEl>
                                        <p:attrNameLst>
                                          <p:attrName>style.visibility</p:attrName>
                                        </p:attrNameLst>
                                      </p:cBhvr>
                                      <p:to>
                                        <p:strVal val="visible"/>
                                      </p:to>
                                    </p:set>
                                    <p:animEffect filter="fade" transition="in">
                                      <p:cBhvr>
                                        <p:cTn dur="500"/>
                                        <p:tgtEl>
                                          <p:spTgt spid="1180"/>
                                        </p:tgtEl>
                                      </p:cBhvr>
                                    </p:animEffect>
                                  </p:childTnLst>
                                </p:cTn>
                              </p:par>
                              <p:par>
                                <p:cTn fill="hold" nodeType="withEffect" presetClass="entr" presetID="10" presetSubtype="0">
                                  <p:stCondLst>
                                    <p:cond delay="0"/>
                                  </p:stCondLst>
                                  <p:childTnLst>
                                    <p:set>
                                      <p:cBhvr>
                                        <p:cTn dur="1" fill="hold">
                                          <p:stCondLst>
                                            <p:cond delay="0"/>
                                          </p:stCondLst>
                                        </p:cTn>
                                        <p:tgtEl>
                                          <p:spTgt spid="1181"/>
                                        </p:tgtEl>
                                        <p:attrNameLst>
                                          <p:attrName>style.visibility</p:attrName>
                                        </p:attrNameLst>
                                      </p:cBhvr>
                                      <p:to>
                                        <p:strVal val="visible"/>
                                      </p:to>
                                    </p:set>
                                    <p:animEffect filter="fade" transition="in">
                                      <p:cBhvr>
                                        <p:cTn dur="500"/>
                                        <p:tgtEl>
                                          <p:spTgt spid="1181"/>
                                        </p:tgtEl>
                                      </p:cBhvr>
                                    </p:animEffect>
                                  </p:childTnLst>
                                </p:cTn>
                              </p:par>
                              <p:par>
                                <p:cTn fill="hold" nodeType="withEffect" presetClass="entr" presetID="10" presetSubtype="0">
                                  <p:stCondLst>
                                    <p:cond delay="0"/>
                                  </p:stCondLst>
                                  <p:childTnLst>
                                    <p:set>
                                      <p:cBhvr>
                                        <p:cTn dur="1" fill="hold">
                                          <p:stCondLst>
                                            <p:cond delay="0"/>
                                          </p:stCondLst>
                                        </p:cTn>
                                        <p:tgtEl>
                                          <p:spTgt spid="1182"/>
                                        </p:tgtEl>
                                        <p:attrNameLst>
                                          <p:attrName>style.visibility</p:attrName>
                                        </p:attrNameLst>
                                      </p:cBhvr>
                                      <p:to>
                                        <p:strVal val="visible"/>
                                      </p:to>
                                    </p:set>
                                    <p:animEffect filter="fade" transition="in">
                                      <p:cBhvr>
                                        <p:cTn dur="500"/>
                                        <p:tgtEl>
                                          <p:spTgt spid="1182"/>
                                        </p:tgtEl>
                                      </p:cBhvr>
                                    </p:animEffect>
                                  </p:childTnLst>
                                </p:cTn>
                              </p:par>
                              <p:par>
                                <p:cTn fill="hold" nodeType="withEffect" presetClass="entr" presetID="10" presetSubtype="0">
                                  <p:stCondLst>
                                    <p:cond delay="0"/>
                                  </p:stCondLst>
                                  <p:childTnLst>
                                    <p:set>
                                      <p:cBhvr>
                                        <p:cTn dur="1" fill="hold">
                                          <p:stCondLst>
                                            <p:cond delay="0"/>
                                          </p:stCondLst>
                                        </p:cTn>
                                        <p:tgtEl>
                                          <p:spTgt spid="1183"/>
                                        </p:tgtEl>
                                        <p:attrNameLst>
                                          <p:attrName>style.visibility</p:attrName>
                                        </p:attrNameLst>
                                      </p:cBhvr>
                                      <p:to>
                                        <p:strVal val="visible"/>
                                      </p:to>
                                    </p:set>
                                    <p:animEffect filter="fade" transition="in">
                                      <p:cBhvr>
                                        <p:cTn dur="500"/>
                                        <p:tgtEl>
                                          <p:spTgt spid="1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7"/>
                                        </p:tgtEl>
                                        <p:attrNameLst>
                                          <p:attrName>style.visibility</p:attrName>
                                        </p:attrNameLst>
                                      </p:cBhvr>
                                      <p:to>
                                        <p:strVal val="visible"/>
                                      </p:to>
                                    </p:set>
                                    <p:animEffect filter="fade" transition="in">
                                      <p:cBhvr>
                                        <p:cTn dur="500"/>
                                        <p:tgtEl>
                                          <p:spTgt spid="1157"/>
                                        </p:tgtEl>
                                      </p:cBhvr>
                                    </p:animEffect>
                                  </p:childTnLst>
                                </p:cTn>
                              </p:par>
                              <p:par>
                                <p:cTn fill="hold" nodeType="with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500"/>
                                        <p:tgtEl>
                                          <p:spTgt spid="1158"/>
                                        </p:tgtEl>
                                      </p:cBhvr>
                                    </p:animEffect>
                                  </p:childTnLst>
                                </p:cTn>
                              </p:par>
                              <p:par>
                                <p:cTn fill="hold" nodeType="withEffect" presetClass="entr" presetID="10" presetSubtype="0">
                                  <p:stCondLst>
                                    <p:cond delay="0"/>
                                  </p:stCondLst>
                                  <p:childTnLst>
                                    <p:set>
                                      <p:cBhvr>
                                        <p:cTn dur="1" fill="hold">
                                          <p:stCondLst>
                                            <p:cond delay="0"/>
                                          </p:stCondLst>
                                        </p:cTn>
                                        <p:tgtEl>
                                          <p:spTgt spid="1159"/>
                                        </p:tgtEl>
                                        <p:attrNameLst>
                                          <p:attrName>style.visibility</p:attrName>
                                        </p:attrNameLst>
                                      </p:cBhvr>
                                      <p:to>
                                        <p:strVal val="visible"/>
                                      </p:to>
                                    </p:set>
                                    <p:animEffect filter="fade" transition="in">
                                      <p:cBhvr>
                                        <p:cTn dur="500"/>
                                        <p:tgtEl>
                                          <p:spTgt spid="1159"/>
                                        </p:tgtEl>
                                      </p:cBhvr>
                                    </p:animEffect>
                                  </p:childTnLst>
                                </p:cTn>
                              </p:par>
                              <p:par>
                                <p:cTn fill="hold" nodeType="withEffect" presetClass="entr" presetID="10" presetSubtype="0">
                                  <p:stCondLst>
                                    <p:cond delay="0"/>
                                  </p:stCondLst>
                                  <p:childTnLst>
                                    <p:set>
                                      <p:cBhvr>
                                        <p:cTn dur="1" fill="hold">
                                          <p:stCondLst>
                                            <p:cond delay="0"/>
                                          </p:stCondLst>
                                        </p:cTn>
                                        <p:tgtEl>
                                          <p:spTgt spid="1184"/>
                                        </p:tgtEl>
                                        <p:attrNameLst>
                                          <p:attrName>style.visibility</p:attrName>
                                        </p:attrNameLst>
                                      </p:cBhvr>
                                      <p:to>
                                        <p:strVal val="visible"/>
                                      </p:to>
                                    </p:set>
                                    <p:animEffect filter="fade" transition="in">
                                      <p:cBhvr>
                                        <p:cTn dur="500"/>
                                        <p:tgtEl>
                                          <p:spTgt spid="1184"/>
                                        </p:tgtEl>
                                      </p:cBhvr>
                                    </p:animEffect>
                                  </p:childTnLst>
                                </p:cTn>
                              </p:par>
                              <p:par>
                                <p:cTn fill="hold" nodeType="withEffect" presetClass="entr" presetID="10" presetSubtype="0">
                                  <p:stCondLst>
                                    <p:cond delay="0"/>
                                  </p:stCondLst>
                                  <p:childTnLst>
                                    <p:set>
                                      <p:cBhvr>
                                        <p:cTn dur="1" fill="hold">
                                          <p:stCondLst>
                                            <p:cond delay="0"/>
                                          </p:stCondLst>
                                        </p:cTn>
                                        <p:tgtEl>
                                          <p:spTgt spid="1160"/>
                                        </p:tgtEl>
                                        <p:attrNameLst>
                                          <p:attrName>style.visibility</p:attrName>
                                        </p:attrNameLst>
                                      </p:cBhvr>
                                      <p:to>
                                        <p:strVal val="visible"/>
                                      </p:to>
                                    </p:set>
                                    <p:animEffect filter="fade" transition="in">
                                      <p:cBhvr>
                                        <p:cTn dur="500"/>
                                        <p:tgtEl>
                                          <p:spTgt spid="1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1"/>
                                        </p:tgtEl>
                                        <p:attrNameLst>
                                          <p:attrName>style.visibility</p:attrName>
                                        </p:attrNameLst>
                                      </p:cBhvr>
                                      <p:to>
                                        <p:strVal val="visible"/>
                                      </p:to>
                                    </p:set>
                                    <p:animEffect filter="fade" transition="in">
                                      <p:cBhvr>
                                        <p:cTn dur="500"/>
                                        <p:tgtEl>
                                          <p:spTgt spid="1161"/>
                                        </p:tgtEl>
                                      </p:cBhvr>
                                    </p:animEffect>
                                  </p:childTnLst>
                                </p:cTn>
                              </p:par>
                              <p:par>
                                <p:cTn fill="hold" nodeType="withEffect" presetClass="entr" presetID="10" presetSubtype="0">
                                  <p:stCondLst>
                                    <p:cond delay="0"/>
                                  </p:stCondLst>
                                  <p:childTnLst>
                                    <p:set>
                                      <p:cBhvr>
                                        <p:cTn dur="1" fill="hold">
                                          <p:stCondLst>
                                            <p:cond delay="0"/>
                                          </p:stCondLst>
                                        </p:cTn>
                                        <p:tgtEl>
                                          <p:spTgt spid="1162"/>
                                        </p:tgtEl>
                                        <p:attrNameLst>
                                          <p:attrName>style.visibility</p:attrName>
                                        </p:attrNameLst>
                                      </p:cBhvr>
                                      <p:to>
                                        <p:strVal val="visible"/>
                                      </p:to>
                                    </p:set>
                                    <p:animEffect filter="fade" transition="in">
                                      <p:cBhvr>
                                        <p:cTn dur="500"/>
                                        <p:tgtEl>
                                          <p:spTgt spid="1162"/>
                                        </p:tgtEl>
                                      </p:cBhvr>
                                    </p:animEffect>
                                  </p:childTnLst>
                                </p:cTn>
                              </p:par>
                              <p:par>
                                <p:cTn fill="hold" nodeType="with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500"/>
                                        <p:tgtEl>
                                          <p:spTgt spid="1163"/>
                                        </p:tgtEl>
                                      </p:cBhvr>
                                    </p:animEffect>
                                  </p:childTnLst>
                                </p:cTn>
                              </p:par>
                              <p:par>
                                <p:cTn fill="hold" nodeType="withEffect" presetClass="entr" presetID="10" presetSubtype="0">
                                  <p:stCondLst>
                                    <p:cond delay="0"/>
                                  </p:stCondLst>
                                  <p:childTnLst>
                                    <p:set>
                                      <p:cBhvr>
                                        <p:cTn dur="1" fill="hold">
                                          <p:stCondLst>
                                            <p:cond delay="0"/>
                                          </p:stCondLst>
                                        </p:cTn>
                                        <p:tgtEl>
                                          <p:spTgt spid="1185"/>
                                        </p:tgtEl>
                                        <p:attrNameLst>
                                          <p:attrName>style.visibility</p:attrName>
                                        </p:attrNameLst>
                                      </p:cBhvr>
                                      <p:to>
                                        <p:strVal val="visible"/>
                                      </p:to>
                                    </p:set>
                                    <p:animEffect filter="fade" transition="in">
                                      <p:cBhvr>
                                        <p:cTn dur="500"/>
                                        <p:tgtEl>
                                          <p:spTgt spid="1185"/>
                                        </p:tgtEl>
                                      </p:cBhvr>
                                    </p:animEffect>
                                  </p:childTnLst>
                                </p:cTn>
                              </p:par>
                              <p:par>
                                <p:cTn fill="hold" nodeType="with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500"/>
                                        <p:tgtEl>
                                          <p:spTgt spid="1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500"/>
                                        <p:tgtEl>
                                          <p:spTgt spid="1165"/>
                                        </p:tgtEl>
                                      </p:cBhvr>
                                    </p:animEffect>
                                  </p:childTnLst>
                                </p:cTn>
                              </p:par>
                              <p:par>
                                <p:cTn fill="hold" nodeType="withEffect" presetClass="entr" presetID="10" presetSubtype="0">
                                  <p:stCondLst>
                                    <p:cond delay="0"/>
                                  </p:stCondLst>
                                  <p:childTnLst>
                                    <p:set>
                                      <p:cBhvr>
                                        <p:cTn dur="1" fill="hold">
                                          <p:stCondLst>
                                            <p:cond delay="0"/>
                                          </p:stCondLst>
                                        </p:cTn>
                                        <p:tgtEl>
                                          <p:spTgt spid="1166"/>
                                        </p:tgtEl>
                                        <p:attrNameLst>
                                          <p:attrName>style.visibility</p:attrName>
                                        </p:attrNameLst>
                                      </p:cBhvr>
                                      <p:to>
                                        <p:strVal val="visible"/>
                                      </p:to>
                                    </p:set>
                                    <p:animEffect filter="fade" transition="in">
                                      <p:cBhvr>
                                        <p:cTn dur="500"/>
                                        <p:tgtEl>
                                          <p:spTgt spid="1166"/>
                                        </p:tgtEl>
                                      </p:cBhvr>
                                    </p:animEffect>
                                  </p:childTnLst>
                                </p:cTn>
                              </p:par>
                              <p:par>
                                <p:cTn fill="hold" nodeType="withEffect" presetClass="entr" presetID="10" presetSubtype="0">
                                  <p:stCondLst>
                                    <p:cond delay="0"/>
                                  </p:stCondLst>
                                  <p:childTnLst>
                                    <p:set>
                                      <p:cBhvr>
                                        <p:cTn dur="1" fill="hold">
                                          <p:stCondLst>
                                            <p:cond delay="0"/>
                                          </p:stCondLst>
                                        </p:cTn>
                                        <p:tgtEl>
                                          <p:spTgt spid="1167"/>
                                        </p:tgtEl>
                                        <p:attrNameLst>
                                          <p:attrName>style.visibility</p:attrName>
                                        </p:attrNameLst>
                                      </p:cBhvr>
                                      <p:to>
                                        <p:strVal val="visible"/>
                                      </p:to>
                                    </p:set>
                                    <p:animEffect filter="fade" transition="in">
                                      <p:cBhvr>
                                        <p:cTn dur="500"/>
                                        <p:tgtEl>
                                          <p:spTgt spid="1167"/>
                                        </p:tgtEl>
                                      </p:cBhvr>
                                    </p:animEffect>
                                  </p:childTnLst>
                                </p:cTn>
                              </p:par>
                              <p:par>
                                <p:cTn fill="hold" nodeType="withEffect" presetClass="entr" presetID="10" presetSubtype="0">
                                  <p:stCondLst>
                                    <p:cond delay="0"/>
                                  </p:stCondLst>
                                  <p:childTnLst>
                                    <p:set>
                                      <p:cBhvr>
                                        <p:cTn dur="1" fill="hold">
                                          <p:stCondLst>
                                            <p:cond delay="0"/>
                                          </p:stCondLst>
                                        </p:cTn>
                                        <p:tgtEl>
                                          <p:spTgt spid="1168"/>
                                        </p:tgtEl>
                                        <p:attrNameLst>
                                          <p:attrName>style.visibility</p:attrName>
                                        </p:attrNameLst>
                                      </p:cBhvr>
                                      <p:to>
                                        <p:strVal val="visible"/>
                                      </p:to>
                                    </p:set>
                                    <p:animEffect filter="fade" transition="in">
                                      <p:cBhvr>
                                        <p:cTn dur="500"/>
                                        <p:tgtEl>
                                          <p:spTgt spid="1168"/>
                                        </p:tgtEl>
                                      </p:cBhvr>
                                    </p:animEffect>
                                  </p:childTnLst>
                                </p:cTn>
                              </p:par>
                              <p:par>
                                <p:cTn fill="hold" nodeType="withEffect" presetClass="entr" presetID="10" presetSubtype="0">
                                  <p:stCondLst>
                                    <p:cond delay="0"/>
                                  </p:stCondLst>
                                  <p:childTnLst>
                                    <p:set>
                                      <p:cBhvr>
                                        <p:cTn dur="1" fill="hold">
                                          <p:stCondLst>
                                            <p:cond delay="0"/>
                                          </p:stCondLst>
                                        </p:cTn>
                                        <p:tgtEl>
                                          <p:spTgt spid="1186"/>
                                        </p:tgtEl>
                                        <p:attrNameLst>
                                          <p:attrName>style.visibility</p:attrName>
                                        </p:attrNameLst>
                                      </p:cBhvr>
                                      <p:to>
                                        <p:strVal val="visible"/>
                                      </p:to>
                                    </p:set>
                                    <p:animEffect filter="fade" transition="in">
                                      <p:cBhvr>
                                        <p:cTn dur="500"/>
                                        <p:tgtEl>
                                          <p:spTgt spid="1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500"/>
                                        <p:tgtEl>
                                          <p:spTgt spid="1169"/>
                                        </p:tgtEl>
                                      </p:cBhvr>
                                    </p:animEffect>
                                  </p:childTnLst>
                                </p:cTn>
                              </p:par>
                              <p:par>
                                <p:cTn fill="hold" nodeType="with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500"/>
                                        <p:tgtEl>
                                          <p:spTgt spid="1170"/>
                                        </p:tgtEl>
                                      </p:cBhvr>
                                    </p:animEffect>
                                  </p:childTnLst>
                                </p:cTn>
                              </p:par>
                              <p:par>
                                <p:cTn fill="hold" nodeType="withEffect" presetClass="entr" presetID="10" presetSubtype="0">
                                  <p:stCondLst>
                                    <p:cond delay="0"/>
                                  </p:stCondLst>
                                  <p:childTnLst>
                                    <p:set>
                                      <p:cBhvr>
                                        <p:cTn dur="1" fill="hold">
                                          <p:stCondLst>
                                            <p:cond delay="0"/>
                                          </p:stCondLst>
                                        </p:cTn>
                                        <p:tgtEl>
                                          <p:spTgt spid="1171"/>
                                        </p:tgtEl>
                                        <p:attrNameLst>
                                          <p:attrName>style.visibility</p:attrName>
                                        </p:attrNameLst>
                                      </p:cBhvr>
                                      <p:to>
                                        <p:strVal val="visible"/>
                                      </p:to>
                                    </p:set>
                                    <p:animEffect filter="fade" transition="in">
                                      <p:cBhvr>
                                        <p:cTn dur="500"/>
                                        <p:tgtEl>
                                          <p:spTgt spid="1171"/>
                                        </p:tgtEl>
                                      </p:cBhvr>
                                    </p:animEffect>
                                  </p:childTnLst>
                                </p:cTn>
                              </p:par>
                              <p:par>
                                <p:cTn fill="hold" nodeType="withEffect" presetClass="entr" presetID="10" presetSubtype="0">
                                  <p:stCondLst>
                                    <p:cond delay="0"/>
                                  </p:stCondLst>
                                  <p:childTnLst>
                                    <p:set>
                                      <p:cBhvr>
                                        <p:cTn dur="1" fill="hold">
                                          <p:stCondLst>
                                            <p:cond delay="0"/>
                                          </p:stCondLst>
                                        </p:cTn>
                                        <p:tgtEl>
                                          <p:spTgt spid="1173"/>
                                        </p:tgtEl>
                                        <p:attrNameLst>
                                          <p:attrName>style.visibility</p:attrName>
                                        </p:attrNameLst>
                                      </p:cBhvr>
                                      <p:to>
                                        <p:strVal val="visible"/>
                                      </p:to>
                                    </p:set>
                                    <p:animEffect filter="fade" transition="in">
                                      <p:cBhvr>
                                        <p:cTn dur="500"/>
                                        <p:tgtEl>
                                          <p:spTgt spid="1173"/>
                                        </p:tgtEl>
                                      </p:cBhvr>
                                    </p:animEffect>
                                  </p:childTnLst>
                                </p:cTn>
                              </p:par>
                              <p:par>
                                <p:cTn fill="hold" nodeType="withEffect" presetClass="entr" presetID="10" presetSubtype="0">
                                  <p:stCondLst>
                                    <p:cond delay="0"/>
                                  </p:stCondLst>
                                  <p:childTnLst>
                                    <p:set>
                                      <p:cBhvr>
                                        <p:cTn dur="1" fill="hold">
                                          <p:stCondLst>
                                            <p:cond delay="0"/>
                                          </p:stCondLst>
                                        </p:cTn>
                                        <p:tgtEl>
                                          <p:spTgt spid="1174"/>
                                        </p:tgtEl>
                                        <p:attrNameLst>
                                          <p:attrName>style.visibility</p:attrName>
                                        </p:attrNameLst>
                                      </p:cBhvr>
                                      <p:to>
                                        <p:strVal val="visible"/>
                                      </p:to>
                                    </p:set>
                                    <p:animEffect filter="fade" transition="in">
                                      <p:cBhvr>
                                        <p:cTn dur="500"/>
                                        <p:tgtEl>
                                          <p:spTgt spid="1174"/>
                                        </p:tgtEl>
                                      </p:cBhvr>
                                    </p:animEffect>
                                  </p:childTnLst>
                                </p:cTn>
                              </p:par>
                              <p:par>
                                <p:cTn fill="hold" nodeType="withEffect" presetClass="entr" presetID="10" presetSubtype="0">
                                  <p:stCondLst>
                                    <p:cond delay="0"/>
                                  </p:stCondLst>
                                  <p:childTnLst>
                                    <p:set>
                                      <p:cBhvr>
                                        <p:cTn dur="1" fill="hold">
                                          <p:stCondLst>
                                            <p:cond delay="0"/>
                                          </p:stCondLst>
                                        </p:cTn>
                                        <p:tgtEl>
                                          <p:spTgt spid="1175"/>
                                        </p:tgtEl>
                                        <p:attrNameLst>
                                          <p:attrName>style.visibility</p:attrName>
                                        </p:attrNameLst>
                                      </p:cBhvr>
                                      <p:to>
                                        <p:strVal val="visible"/>
                                      </p:to>
                                    </p:set>
                                    <p:animEffect filter="fade" transition="in">
                                      <p:cBhvr>
                                        <p:cTn dur="500"/>
                                        <p:tgtEl>
                                          <p:spTgt spid="1175"/>
                                        </p:tgtEl>
                                      </p:cBhvr>
                                    </p:animEffect>
                                  </p:childTnLst>
                                </p:cTn>
                              </p:par>
                              <p:par>
                                <p:cTn fill="hold" nodeType="withEffect" presetClass="entr" presetID="10" presetSubtype="0">
                                  <p:stCondLst>
                                    <p:cond delay="0"/>
                                  </p:stCondLst>
                                  <p:childTnLst>
                                    <p:set>
                                      <p:cBhvr>
                                        <p:cTn dur="1" fill="hold">
                                          <p:stCondLst>
                                            <p:cond delay="0"/>
                                          </p:stCondLst>
                                        </p:cTn>
                                        <p:tgtEl>
                                          <p:spTgt spid="1187"/>
                                        </p:tgtEl>
                                        <p:attrNameLst>
                                          <p:attrName>style.visibility</p:attrName>
                                        </p:attrNameLst>
                                      </p:cBhvr>
                                      <p:to>
                                        <p:strVal val="visible"/>
                                      </p:to>
                                    </p:set>
                                    <p:animEffect filter="fade" transition="in">
                                      <p:cBhvr>
                                        <p:cTn dur="500"/>
                                        <p:tgtEl>
                                          <p:spTgt spid="1187"/>
                                        </p:tgtEl>
                                      </p:cBhvr>
                                    </p:animEffect>
                                  </p:childTnLst>
                                </p:cTn>
                              </p:par>
                              <p:par>
                                <p:cTn fill="hold" nodeType="withEffect" presetClass="entr" presetID="10" presetSubtype="0">
                                  <p:stCondLst>
                                    <p:cond delay="0"/>
                                  </p:stCondLst>
                                  <p:childTnLst>
                                    <p:set>
                                      <p:cBhvr>
                                        <p:cTn dur="1" fill="hold">
                                          <p:stCondLst>
                                            <p:cond delay="0"/>
                                          </p:stCondLst>
                                        </p:cTn>
                                        <p:tgtEl>
                                          <p:spTgt spid="1172"/>
                                        </p:tgtEl>
                                        <p:attrNameLst>
                                          <p:attrName>style.visibility</p:attrName>
                                        </p:attrNameLst>
                                      </p:cBhvr>
                                      <p:to>
                                        <p:strVal val="visible"/>
                                      </p:to>
                                    </p:set>
                                    <p:animEffect filter="fade" transition="in">
                                      <p:cBhvr>
                                        <p:cTn dur="500"/>
                                        <p:tgtEl>
                                          <p:spTgt spid="1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54"/>
          <p:cNvSpPr txBox="1"/>
          <p:nvPr>
            <p:ph type="title"/>
          </p:nvPr>
        </p:nvSpPr>
        <p:spPr>
          <a:xfrm>
            <a:off x="457200" y="274638"/>
            <a:ext cx="8229600" cy="715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t>Bài tập</a:t>
            </a:r>
            <a:endParaRPr b="1" sz="3600"/>
          </a:p>
        </p:txBody>
      </p:sp>
      <p:sp>
        <p:nvSpPr>
          <p:cNvPr id="1206" name="Google Shape;1206;p54"/>
          <p:cNvSpPr txBox="1"/>
          <p:nvPr>
            <p:ph idx="1" type="body"/>
          </p:nvPr>
        </p:nvSpPr>
        <p:spPr>
          <a:xfrm>
            <a:off x="457200" y="1600200"/>
            <a:ext cx="7802100" cy="4526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800"/>
              <a:buChar char="•"/>
            </a:pPr>
            <a:r>
              <a:rPr lang="en-US">
                <a:solidFill>
                  <a:srgbClr val="002060"/>
                </a:solidFill>
              </a:rPr>
              <a:t>Lập trình nhập đồ thị với các cấu trúc dữ liệu đã mô tả.</a:t>
            </a:r>
            <a:endParaRPr/>
          </a:p>
          <a:p>
            <a:pPr indent="-342900" lvl="0" marL="342900" rtl="0" algn="l">
              <a:spcBef>
                <a:spcPts val="560"/>
              </a:spcBef>
              <a:spcAft>
                <a:spcPts val="0"/>
              </a:spcAft>
              <a:buClr>
                <a:srgbClr val="002060"/>
              </a:buClr>
              <a:buSzPts val="2800"/>
              <a:buChar char="•"/>
            </a:pPr>
            <a:r>
              <a:rPr lang="en-US">
                <a:solidFill>
                  <a:srgbClr val="002060"/>
                </a:solidFill>
              </a:rPr>
              <a:t>Lập trình cho phép chuyển đổi từ cấu trúc dữ liệu biểu diễn đồ thị dưới dạng ma trận kề sang danh sách kề và ngược lại</a:t>
            </a:r>
            <a:endParaRPr>
              <a:solidFill>
                <a:srgbClr val="002060"/>
              </a:solidFill>
            </a:endParaRPr>
          </a:p>
        </p:txBody>
      </p:sp>
      <p:sp>
        <p:nvSpPr>
          <p:cNvPr id="1207" name="Google Shape;1207;p54"/>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1208" name="Google Shape;1208;p5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55"/>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pic>
        <p:nvPicPr>
          <p:cNvPr id="1214" name="Google Shape;1214;p55"/>
          <p:cNvPicPr preferRelativeResize="0"/>
          <p:nvPr>
            <p:ph idx="4294967295" type="body"/>
          </p:nvPr>
        </p:nvPicPr>
        <p:blipFill rotWithShape="1">
          <a:blip r:embed="rId3">
            <a:alphaModFix/>
          </a:blip>
          <a:srcRect b="0" l="0" r="0" t="0"/>
          <a:stretch/>
        </p:blipFill>
        <p:spPr>
          <a:xfrm>
            <a:off x="990600" y="1219200"/>
            <a:ext cx="6858000" cy="3581400"/>
          </a:xfrm>
          <a:prstGeom prst="rect">
            <a:avLst/>
          </a:prstGeom>
          <a:noFill/>
          <a:ln cap="flat" cmpd="sng" w="9525">
            <a:solidFill>
              <a:srgbClr val="FF0000"/>
            </a:solidFill>
            <a:prstDash val="solid"/>
            <a:round/>
            <a:headEnd len="sm" w="sm" type="none"/>
            <a:tailEnd len="sm" w="sm" type="none"/>
          </a:ln>
        </p:spPr>
      </p:pic>
      <p:sp>
        <p:nvSpPr>
          <p:cNvPr id="1215" name="Google Shape;1215;p55"/>
          <p:cNvSpPr txBox="1"/>
          <p:nvPr/>
        </p:nvSpPr>
        <p:spPr>
          <a:xfrm>
            <a:off x="2057400" y="4191000"/>
            <a:ext cx="4876800" cy="523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rgbClr val="FF0000"/>
                </a:solidFill>
                <a:latin typeface="Times New Roman"/>
                <a:ea typeface="Times New Roman"/>
                <a:cs typeface="Times New Roman"/>
                <a:sym typeface="Times New Roman"/>
              </a:rPr>
              <a:t>THAT’S ALL; THANK YOU</a:t>
            </a:r>
            <a:endParaRPr/>
          </a:p>
        </p:txBody>
      </p:sp>
      <p:sp>
        <p:nvSpPr>
          <p:cNvPr id="1216" name="Google Shape;1216;p55"/>
          <p:cNvSpPr/>
          <p:nvPr/>
        </p:nvSpPr>
        <p:spPr>
          <a:xfrm>
            <a:off x="1371600" y="5181600"/>
            <a:ext cx="617220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What NEXT?</a:t>
            </a:r>
            <a:endParaRPr/>
          </a:p>
          <a:p>
            <a:pPr indent="0" lvl="0" marL="0" marR="0" rtl="0" algn="ctr">
              <a:spcBef>
                <a:spcPts val="1400"/>
              </a:spcBef>
              <a:spcAft>
                <a:spcPts val="0"/>
              </a:spcAft>
              <a:buNone/>
            </a:pPr>
            <a:r>
              <a:rPr b="1" lang="en-US" sz="2800">
                <a:solidFill>
                  <a:schemeClr val="dk1"/>
                </a:solidFill>
                <a:latin typeface="Times New Roman"/>
                <a:ea typeface="Times New Roman"/>
                <a:cs typeface="Times New Roman"/>
                <a:sym typeface="Times New Roman"/>
              </a:rPr>
              <a:t>    </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Theme1">
  <a:themeElements>
    <a:clrScheme name="Couture">
      <a:dk1>
        <a:srgbClr val="000000"/>
      </a:dk1>
      <a:lt1>
        <a:srgbClr val="FFFFFF"/>
      </a:lt1>
      <a:dk2>
        <a:srgbClr val="37302A"/>
      </a:dk2>
      <a:lt2>
        <a:srgbClr val="D0CCB9"/>
      </a:lt2>
      <a:accent1>
        <a:srgbClr val="9E8E5C"/>
      </a:accent1>
      <a:accent2>
        <a:srgbClr val="A09781"/>
      </a:accent2>
      <a:accent3>
        <a:srgbClr val="85776D"/>
      </a:accent3>
      <a:accent4>
        <a:srgbClr val="AEAFA9"/>
      </a:accent4>
      <a:accent5>
        <a:srgbClr val="8D878B"/>
      </a:accent5>
      <a:accent6>
        <a:srgbClr val="6B6149"/>
      </a:accent6>
      <a:hlink>
        <a:srgbClr val="B6A272"/>
      </a:hlink>
      <a:folHlink>
        <a:srgbClr val="8A78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2012-10-08T14:52:04Z</dcterms:created>
  <dc:creator>mc</dc:creator>
</cp:coreProperties>
</file>