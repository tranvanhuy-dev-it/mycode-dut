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9144000"/>
  <p:notesSz cx="6858000" cy="9144000"/>
  <p:embeddedFontLst>
    <p:embeddedFont>
      <p:font typeface="Book Antiqu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0" roundtripDataSignature="AMtx7mjRZdKJnaaN23xdCfr1hOKBmG3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BookAntiqua-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BookAntiqua-italic.fntdata"/><Relationship Id="rId47" Type="http://schemas.openxmlformats.org/officeDocument/2006/relationships/font" Target="fonts/BookAntiqua-bold.fntdata"/><Relationship Id="rId49" Type="http://schemas.openxmlformats.org/officeDocument/2006/relationships/font" Target="fonts/BookAntiqu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Bài toán luồng cực đại trong mạng là một trong số những bài toán tối ưu trên đồ thị</a:t>
            </a:r>
            <a:endParaRPr/>
          </a:p>
          <a:p>
            <a:pPr indent="0" lvl="0" marL="0" rtl="0" algn="l">
              <a:spcBef>
                <a:spcPts val="0"/>
              </a:spcBef>
              <a:spcAft>
                <a:spcPts val="0"/>
              </a:spcAft>
              <a:buNone/>
            </a:pPr>
            <a:r>
              <a:rPr lang="en-US"/>
              <a:t>Bài toán có nhiều  ứng dụng rộng rãi trong thực tế cũng như ứng dụng thú vị trong lý thuyết tổ hợp.</a:t>
            </a:r>
            <a:endParaRPr/>
          </a:p>
          <a:p>
            <a:pPr indent="0" lvl="0" marL="0" rtl="0" algn="l">
              <a:spcBef>
                <a:spcPts val="0"/>
              </a:spcBef>
              <a:spcAft>
                <a:spcPts val="0"/>
              </a:spcAft>
              <a:buNone/>
            </a:pPr>
            <a:r>
              <a:rPr lang="en-US"/>
              <a:t>Bài toán được đề xuất vào những năm 1950 </a:t>
            </a:r>
            <a:endParaRPr/>
          </a:p>
          <a:p>
            <a:pPr indent="0" lvl="0" marL="0" rtl="0" algn="l">
              <a:spcBef>
                <a:spcPts val="0"/>
              </a:spcBef>
              <a:spcAft>
                <a:spcPts val="0"/>
              </a:spcAft>
              <a:buNone/>
            </a:pPr>
            <a:r>
              <a:rPr lang="en-US"/>
              <a:t>Mỹ là Ford và Fullkerson để giải bài toán đặt ra và nêu một số ứng dụng của bài toán.</a:t>
            </a:r>
            <a:endParaRPr/>
          </a:p>
          <a:p>
            <a:pPr indent="0" lvl="0" marL="0" rtl="0" algn="l">
              <a:spcBef>
                <a:spcPts val="0"/>
              </a:spcBef>
              <a:spcAft>
                <a:spcPts val="0"/>
              </a:spcAft>
              <a:buNone/>
            </a:pPr>
            <a:r>
              <a:t/>
            </a:r>
            <a:endParaRPr/>
          </a:p>
        </p:txBody>
      </p:sp>
      <p:sp>
        <p:nvSpPr>
          <p:cNvPr id="97" name="Google Shape;97;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152400" lvl="1" marL="457200" rtl="0" algn="l">
              <a:spcBef>
                <a:spcPts val="0"/>
              </a:spcBef>
              <a:spcAft>
                <a:spcPts val="0"/>
              </a:spcAft>
              <a:buClr>
                <a:srgbClr val="002060"/>
              </a:buClr>
              <a:buSzPts val="2400"/>
              <a:buFont typeface="Noto Sans Symbols"/>
              <a:buChar char="▪"/>
            </a:pPr>
            <a:r>
              <a:rPr lang="en-US" sz="2400">
                <a:solidFill>
                  <a:srgbClr val="002060"/>
                </a:solidFill>
              </a:rPr>
              <a:t>Tổng </a:t>
            </a:r>
            <a:r>
              <a:rPr b="1" lang="en-US" sz="2400">
                <a:solidFill>
                  <a:srgbClr val="002060"/>
                </a:solidFill>
              </a:rPr>
              <a:t>luồng trên các cung  đi vào v bằng </a:t>
            </a:r>
            <a:r>
              <a:rPr lang="en-US" sz="2400">
                <a:solidFill>
                  <a:srgbClr val="002060"/>
                </a:solidFill>
              </a:rPr>
              <a:t>tổng </a:t>
            </a:r>
            <a:r>
              <a:rPr b="1" lang="en-US" sz="2400">
                <a:solidFill>
                  <a:srgbClr val="002060"/>
                </a:solidFill>
              </a:rPr>
              <a:t>luồng trên các cung đi ra</a:t>
            </a:r>
            <a:r>
              <a:rPr lang="en-US" sz="2400">
                <a:solidFill>
                  <a:srgbClr val="002060"/>
                </a:solidFill>
              </a:rPr>
              <a:t>  khỏi đỉnh v (v khác  s và t).</a:t>
            </a:r>
            <a:endParaRPr/>
          </a:p>
          <a:p>
            <a:pPr indent="-152400" lvl="1" marL="457200" rtl="0" algn="l">
              <a:spcBef>
                <a:spcPts val="0"/>
              </a:spcBef>
              <a:spcAft>
                <a:spcPts val="0"/>
              </a:spcAft>
              <a:buClr>
                <a:srgbClr val="002060"/>
              </a:buClr>
              <a:buSzPts val="2400"/>
              <a:buFont typeface="Noto Sans Symbols"/>
              <a:buChar char="▪"/>
            </a:pPr>
            <a:r>
              <a:rPr lang="en-US" sz="2400">
                <a:solidFill>
                  <a:srgbClr val="002060"/>
                </a:solidFill>
              </a:rPr>
              <a:t>Giá trị của mỗi luồng f được tính bằng tổng luồng trên các cung đi ra khỏi  s (cũng chính là tổng luồng trên các cung đi vào t).</a:t>
            </a:r>
            <a:endParaRPr sz="2400">
              <a:solidFill>
                <a:srgbClr val="002060"/>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3" name="Google Shape;129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6" name="Google Shape;137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08" name="Google Shape;1508;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4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42"/>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 name="Google Shape;25;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6" name="Google Shape;26;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 name="Google Shape;27;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 name="Google Shape;2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4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4"/>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45"/>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1" name="Google Shape;4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45"/>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4" name="Shape 44"/>
        <p:cNvGrpSpPr/>
        <p:nvPr/>
      </p:nvGrpSpPr>
      <p:grpSpPr>
        <a:xfrm>
          <a:off x="0" y="0"/>
          <a:ext cx="0" cy="0"/>
          <a:chOff x="0" y="0"/>
          <a:chExt cx="0" cy="0"/>
        </a:xfrm>
      </p:grpSpPr>
      <p:sp>
        <p:nvSpPr>
          <p:cNvPr id="45" name="Google Shape;45;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6"/>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2" name="Google Shape;52;p47"/>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7"/>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8"/>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0"/>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51"/>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1"/>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52"/>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52"/>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2"/>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2"/>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41"/>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vhieuqt@dut.udn.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27.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27.png"/><Relationship Id="rId5"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8.png"/><Relationship Id="rId5"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42.png"/><Relationship Id="rId9"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3.png"/><Relationship Id="rId8" Type="http://schemas.openxmlformats.org/officeDocument/2006/relationships/image" Target="../media/image26.png"/></Relationships>
</file>

<file path=ppt/slides/_rels/slide33.xml.rels><?xml version="1.0" encoding="UTF-8" standalone="yes"?><Relationships xmlns="http://schemas.openxmlformats.org/package/2006/relationships"><Relationship Id="rId10" Type="http://schemas.openxmlformats.org/officeDocument/2006/relationships/image" Target="../media/image36.png"/><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43.png"/><Relationship Id="rId9" Type="http://schemas.openxmlformats.org/officeDocument/2006/relationships/image" Target="../media/image26.png"/><Relationship Id="rId5" Type="http://schemas.openxmlformats.org/officeDocument/2006/relationships/image" Target="../media/image42.png"/><Relationship Id="rId6" Type="http://schemas.openxmlformats.org/officeDocument/2006/relationships/image" Target="../media/image37.png"/><Relationship Id="rId7" Type="http://schemas.openxmlformats.org/officeDocument/2006/relationships/image" Target="../media/image41.png"/><Relationship Id="rId8"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35.png"/><Relationship Id="rId6" Type="http://schemas.openxmlformats.org/officeDocument/2006/relationships/image" Target="../media/image34.png"/><Relationship Id="rId7" Type="http://schemas.openxmlformats.org/officeDocument/2006/relationships/image" Target="../media/image39.png"/><Relationship Id="rId8"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38.png"/><Relationship Id="rId9" Type="http://schemas.openxmlformats.org/officeDocument/2006/relationships/image" Target="../media/image36.png"/><Relationship Id="rId5" Type="http://schemas.openxmlformats.org/officeDocument/2006/relationships/image" Target="../media/image42.png"/><Relationship Id="rId6" Type="http://schemas.openxmlformats.org/officeDocument/2006/relationships/image" Target="../media/image35.png"/><Relationship Id="rId7" Type="http://schemas.openxmlformats.org/officeDocument/2006/relationships/image" Target="../media/image34.png"/><Relationship Id="rId8"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42.png"/><Relationship Id="rId5" Type="http://schemas.openxmlformats.org/officeDocument/2006/relationships/image" Target="../media/image37.png"/><Relationship Id="rId6"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5.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
          <p:cNvSpPr txBox="1"/>
          <p:nvPr>
            <p:ph idx="1" type="body"/>
          </p:nvPr>
        </p:nvSpPr>
        <p:spPr>
          <a:xfrm>
            <a:off x="572325" y="2209800"/>
            <a:ext cx="8229600" cy="3916500"/>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chemeClr val="dk1"/>
              </a:buClr>
              <a:buSzPts val="3600"/>
              <a:buNone/>
            </a:pPr>
            <a:r>
              <a:rPr b="1" lang="en-US" sz="3600"/>
              <a:t>BÀI TOÁN LUỒNG CỰC ĐẠI TRÊN MẠNG</a:t>
            </a:r>
            <a:endParaRPr b="1" sz="3600"/>
          </a:p>
        </p:txBody>
      </p:sp>
      <p:sp>
        <p:nvSpPr>
          <p:cNvPr id="91" name="Google Shape;91;p1"/>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2" name="Google Shape;92;p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 name="Google Shape;93;p1"/>
          <p:cNvSpPr/>
          <p:nvPr/>
        </p:nvSpPr>
        <p:spPr>
          <a:xfrm>
            <a:off x="4267200" y="5105400"/>
            <a:ext cx="4572000" cy="90486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 Giáo viên: TS. </a:t>
            </a:r>
            <a:r>
              <a:rPr b="1" i="0" lang="en-US" sz="1800" u="none" cap="none" strike="noStrike">
                <a:solidFill>
                  <a:srgbClr val="002060"/>
                </a:solidFill>
                <a:latin typeface="Book Antiqua"/>
                <a:ea typeface="Book Antiqua"/>
                <a:cs typeface="Book Antiqua"/>
                <a:sym typeface="Book Antiqua"/>
              </a:rPr>
              <a:t>Nguyễn Văn Hiệu</a:t>
            </a:r>
            <a:endParaRPr b="1" i="0" sz="2400" u="none" cap="none" strike="noStrike">
              <a:solidFill>
                <a:srgbClr val="002060"/>
              </a:solidFill>
              <a:latin typeface="Book Antiqua"/>
              <a:ea typeface="Book Antiqua"/>
              <a:cs typeface="Book Antiqua"/>
              <a:sym typeface="Book Antiqua"/>
            </a:endParaRPr>
          </a:p>
          <a:p>
            <a:pPr indent="-342900" lvl="0" marL="342900" marR="0" rtl="0" algn="l">
              <a:spcBef>
                <a:spcPts val="480"/>
              </a:spcBef>
              <a:spcAft>
                <a:spcPts val="0"/>
              </a:spcAft>
              <a:buNone/>
            </a:pPr>
            <a:r>
              <a:rPr b="0" i="0" lang="en-US" sz="2400" u="none" cap="none" strike="noStrike">
                <a:solidFill>
                  <a:srgbClr val="002060"/>
                </a:solidFill>
                <a:latin typeface="Times New Roman"/>
                <a:ea typeface="Times New Roman"/>
                <a:cs typeface="Times New Roman"/>
                <a:sym typeface="Times New Roman"/>
              </a:rPr>
              <a:t> </a:t>
            </a:r>
            <a:r>
              <a:rPr b="0" i="0" lang="en-US" sz="2400" u="none" cap="none" strike="noStrike">
                <a:solidFill>
                  <a:srgbClr val="002060"/>
                </a:solidFill>
                <a:latin typeface="Book Antiqua"/>
                <a:ea typeface="Book Antiqua"/>
                <a:cs typeface="Book Antiqua"/>
                <a:sym typeface="Book Antiqua"/>
              </a:rPr>
              <a:t>Email: </a:t>
            </a:r>
            <a:r>
              <a:rPr b="0" i="0" lang="en-US" sz="2400" u="sng" cap="none" strike="noStrike">
                <a:solidFill>
                  <a:srgbClr val="002060"/>
                </a:solidFill>
                <a:latin typeface="Book Antiqua"/>
                <a:ea typeface="Book Antiqua"/>
                <a:cs typeface="Book Antiqua"/>
                <a:sym typeface="Book Antiqua"/>
                <a:hlinkClick r:id="rId3">
                  <a:extLst>
                    <a:ext uri="{A12FA001-AC4F-418D-AE19-62706E023703}">
                      <ahyp:hlinkClr val="tx"/>
                    </a:ext>
                  </a:extLst>
                </a:hlinkClick>
              </a:rPr>
              <a:t>nvhieuqt@dut.udn.vn</a:t>
            </a:r>
            <a:endParaRPr b="0" i="0" sz="2400" u="none" cap="none" strike="noStrike">
              <a:solidFill>
                <a:srgbClr val="002060"/>
              </a:solidFill>
              <a:latin typeface="Book Antiqua"/>
              <a:ea typeface="Book Antiqua"/>
              <a:cs typeface="Book Antiqua"/>
              <a:sym typeface="Book Antiqu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3810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rgbClr val="00B0F0"/>
                </a:solidFill>
              </a:rPr>
              <a:t> Nội dung</a:t>
            </a:r>
            <a:endParaRPr/>
          </a:p>
        </p:txBody>
      </p:sp>
      <p:sp>
        <p:nvSpPr>
          <p:cNvPr id="100" name="Google Shape;100;p2"/>
          <p:cNvSpPr txBox="1"/>
          <p:nvPr>
            <p:ph idx="1" type="body"/>
          </p:nvPr>
        </p:nvSpPr>
        <p:spPr>
          <a:xfrm>
            <a:off x="1143000" y="1600201"/>
            <a:ext cx="5562600" cy="2971800"/>
          </a:xfrm>
          <a:prstGeom prst="rect">
            <a:avLst/>
          </a:prstGeom>
          <a:solidFill>
            <a:srgbClr val="EAEAEA"/>
          </a:solidFill>
          <a:ln>
            <a:noFill/>
          </a:ln>
        </p:spPr>
        <p:txBody>
          <a:bodyPr anchorCtr="0" anchor="t" bIns="45700" lIns="91425" spcFirstLastPara="1" rIns="91425" wrap="square" tIns="45700">
            <a:noAutofit/>
          </a:bodyPr>
          <a:lstStyle/>
          <a:p>
            <a:pPr indent="-285750" lvl="1" marL="742950" rtl="0" algn="l">
              <a:spcBef>
                <a:spcPts val="0"/>
              </a:spcBef>
              <a:spcAft>
                <a:spcPts val="0"/>
              </a:spcAft>
              <a:buClr>
                <a:srgbClr val="002060"/>
              </a:buClr>
              <a:buSzPts val="2800"/>
              <a:buFont typeface="Arial"/>
              <a:buChar char="•"/>
            </a:pPr>
            <a:r>
              <a:rPr lang="en-US">
                <a:solidFill>
                  <a:srgbClr val="002060"/>
                </a:solidFill>
              </a:rPr>
              <a:t>Các khái niệm</a:t>
            </a:r>
            <a:endParaRPr>
              <a:solidFill>
                <a:srgbClr val="002060"/>
              </a:solidFill>
            </a:endParaRPr>
          </a:p>
          <a:p>
            <a:pPr indent="-285750" lvl="1" marL="742950" rtl="0" algn="l">
              <a:spcBef>
                <a:spcPts val="560"/>
              </a:spcBef>
              <a:spcAft>
                <a:spcPts val="0"/>
              </a:spcAft>
              <a:buClr>
                <a:srgbClr val="002060"/>
              </a:buClr>
              <a:buSzPts val="2800"/>
              <a:buFont typeface="Arial"/>
              <a:buChar char="•"/>
            </a:pPr>
            <a:r>
              <a:rPr lang="en-US">
                <a:solidFill>
                  <a:srgbClr val="002060"/>
                </a:solidFill>
              </a:rPr>
              <a:t>Bài toán luồng cực đại</a:t>
            </a:r>
            <a:endParaRPr>
              <a:solidFill>
                <a:srgbClr val="002060"/>
              </a:solidFill>
            </a:endParaRPr>
          </a:p>
          <a:p>
            <a:pPr indent="-285750" lvl="1" marL="742950" rtl="0" algn="l">
              <a:spcBef>
                <a:spcPts val="560"/>
              </a:spcBef>
              <a:spcAft>
                <a:spcPts val="0"/>
              </a:spcAft>
              <a:buClr>
                <a:srgbClr val="002060"/>
              </a:buClr>
              <a:buSzPts val="2800"/>
              <a:buFont typeface="Arial"/>
              <a:buChar char="•"/>
            </a:pPr>
            <a:r>
              <a:rPr lang="en-US">
                <a:solidFill>
                  <a:srgbClr val="002060"/>
                </a:solidFill>
              </a:rPr>
              <a:t>Thuật toán Ford –Fulkerson</a:t>
            </a:r>
            <a:endParaRPr/>
          </a:p>
          <a:p>
            <a:pPr indent="-285750" lvl="1" marL="742950" rtl="0" algn="l">
              <a:spcBef>
                <a:spcPts val="560"/>
              </a:spcBef>
              <a:spcAft>
                <a:spcPts val="0"/>
              </a:spcAft>
              <a:buClr>
                <a:srgbClr val="002060"/>
              </a:buClr>
              <a:buSzPts val="2800"/>
              <a:buFont typeface="Arial"/>
              <a:buChar char="•"/>
            </a:pPr>
            <a:r>
              <a:rPr lang="en-US">
                <a:solidFill>
                  <a:srgbClr val="002060"/>
                </a:solidFill>
              </a:rPr>
              <a:t>Minh họa ví </a:t>
            </a:r>
            <a:r>
              <a:rPr i="1" lang="en-US">
                <a:solidFill>
                  <a:srgbClr val="002060"/>
                </a:solidFill>
              </a:rPr>
              <a:t>dụ</a:t>
            </a:r>
            <a:r>
              <a:rPr lang="en-US">
                <a:solidFill>
                  <a:srgbClr val="002060"/>
                </a:solidFill>
              </a:rPr>
              <a:t> </a:t>
            </a:r>
            <a:endParaRPr/>
          </a:p>
          <a:p>
            <a:pPr indent="-107950" lvl="1" marL="742950" rtl="0" algn="l">
              <a:spcBef>
                <a:spcPts val="560"/>
              </a:spcBef>
              <a:spcAft>
                <a:spcPts val="0"/>
              </a:spcAft>
              <a:buClr>
                <a:schemeClr val="dk1"/>
              </a:buClr>
              <a:buSzPts val="2800"/>
              <a:buNone/>
            </a:pPr>
            <a:r>
              <a:t/>
            </a:r>
            <a:endParaRPr/>
          </a:p>
        </p:txBody>
      </p:sp>
      <p:sp>
        <p:nvSpPr>
          <p:cNvPr id="101" name="Google Shape;101;p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02" name="Google Shape;102;p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Các khái niệm</a:t>
            </a:r>
            <a:endParaRPr b="1" sz="3600">
              <a:solidFill>
                <a:srgbClr val="00B0F0"/>
              </a:solidFill>
            </a:endParaRPr>
          </a:p>
        </p:txBody>
      </p:sp>
      <p:sp>
        <p:nvSpPr>
          <p:cNvPr id="108" name="Google Shape;108;p3"/>
          <p:cNvSpPr txBox="1"/>
          <p:nvPr>
            <p:ph idx="1" type="body"/>
          </p:nvPr>
        </p:nvSpPr>
        <p:spPr>
          <a:xfrm>
            <a:off x="457200" y="1431877"/>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Mạng</a:t>
            </a:r>
            <a:endParaRPr/>
          </a:p>
        </p:txBody>
      </p:sp>
      <p:sp>
        <p:nvSpPr>
          <p:cNvPr id="109" name="Google Shape;109;p3"/>
          <p:cNvSpPr txBox="1"/>
          <p:nvPr>
            <p:ph idx="2" type="body"/>
          </p:nvPr>
        </p:nvSpPr>
        <p:spPr>
          <a:xfrm>
            <a:off x="457200" y="2071638"/>
            <a:ext cx="4040188" cy="4176762"/>
          </a:xfrm>
          <a:prstGeom prst="rect">
            <a:avLst/>
          </a:prstGeom>
          <a:blipFill rotWithShape="1">
            <a:blip r:embed="rId3">
              <a:alphaModFix/>
            </a:blip>
            <a:stretch>
              <a:fillRect b="0" l="-1960" r="-1808" t="-116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110" name="Google Shape;110;p3"/>
          <p:cNvSpPr txBox="1"/>
          <p:nvPr>
            <p:ph idx="3" type="body"/>
          </p:nvPr>
        </p:nvSpPr>
        <p:spPr>
          <a:xfrm>
            <a:off x="4645025" y="1431877"/>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111" name="Google Shape;111;p3"/>
          <p:cNvSpPr txBox="1"/>
          <p:nvPr>
            <p:ph idx="4" type="body"/>
          </p:nvPr>
        </p:nvSpPr>
        <p:spPr>
          <a:xfrm>
            <a:off x="4645025" y="2071638"/>
            <a:ext cx="4194175" cy="4252961"/>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Noto Sans Symbols"/>
              <a:buChar char="▪"/>
            </a:pPr>
            <a:r>
              <a:rPr lang="en-US" sz="2000"/>
              <a:t>Đồ thị có đỉnh phát </a:t>
            </a:r>
            <a:r>
              <a:rPr b="1" lang="en-US" sz="2000"/>
              <a:t>s</a:t>
            </a:r>
            <a:r>
              <a:rPr lang="en-US" sz="2000"/>
              <a:t> và đỉnh thu </a:t>
            </a:r>
            <a:r>
              <a:rPr b="1" lang="en-US" sz="2000"/>
              <a:t>t</a:t>
            </a:r>
            <a:endParaRPr/>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215900" lvl="0" marL="342900" rtl="0" algn="l">
              <a:spcBef>
                <a:spcPts val="400"/>
              </a:spcBef>
              <a:spcAft>
                <a:spcPts val="0"/>
              </a:spcAft>
              <a:buClr>
                <a:schemeClr val="dk1"/>
              </a:buClr>
              <a:buSzPts val="2000"/>
              <a:buFont typeface="Noto Sans Symbols"/>
              <a:buNone/>
            </a:pPr>
            <a:r>
              <a:t/>
            </a:r>
            <a:endParaRPr b="1" sz="2000"/>
          </a:p>
          <a:p>
            <a:pPr indent="-342900" lvl="0" marL="342900" rtl="0" algn="l">
              <a:spcBef>
                <a:spcPts val="400"/>
              </a:spcBef>
              <a:spcAft>
                <a:spcPts val="0"/>
              </a:spcAft>
              <a:buClr>
                <a:schemeClr val="dk1"/>
              </a:buClr>
              <a:buSzPts val="2000"/>
              <a:buFont typeface="Noto Sans Symbols"/>
              <a:buChar char="▪"/>
            </a:pPr>
            <a:r>
              <a:rPr lang="en-US" sz="2000"/>
              <a:t>Khả năng thông qua:  c</a:t>
            </a:r>
            <a:r>
              <a:rPr baseline="-25000" lang="en-US" sz="2000"/>
              <a:t>s3</a:t>
            </a:r>
            <a:r>
              <a:rPr lang="en-US" sz="2000"/>
              <a:t> =5 ,…</a:t>
            </a:r>
            <a:endParaRPr/>
          </a:p>
          <a:p>
            <a:pPr indent="-215900" lvl="0" marL="342900" rtl="0" algn="l">
              <a:spcBef>
                <a:spcPts val="400"/>
              </a:spcBef>
              <a:spcAft>
                <a:spcPts val="0"/>
              </a:spcAft>
              <a:buClr>
                <a:schemeClr val="dk1"/>
              </a:buClr>
              <a:buSzPts val="2000"/>
              <a:buFont typeface="Noto Sans Symbols"/>
              <a:buNone/>
            </a:pPr>
            <a:r>
              <a:t/>
            </a:r>
            <a:endParaRPr b="1" sz="2000"/>
          </a:p>
        </p:txBody>
      </p:sp>
      <p:sp>
        <p:nvSpPr>
          <p:cNvPr id="112" name="Google Shape;112;p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13" name="Google Shape;113;p3"/>
          <p:cNvGrpSpPr/>
          <p:nvPr/>
        </p:nvGrpSpPr>
        <p:grpSpPr>
          <a:xfrm>
            <a:off x="5107800" y="2222539"/>
            <a:ext cx="3390900" cy="3119609"/>
            <a:chOff x="2133600" y="3507705"/>
            <a:chExt cx="3390900" cy="3375695"/>
          </a:xfrm>
        </p:grpSpPr>
        <p:grpSp>
          <p:nvGrpSpPr>
            <p:cNvPr id="114" name="Google Shape;114;p3"/>
            <p:cNvGrpSpPr/>
            <p:nvPr/>
          </p:nvGrpSpPr>
          <p:grpSpPr>
            <a:xfrm>
              <a:off x="2133600" y="4191000"/>
              <a:ext cx="990600" cy="990600"/>
              <a:chOff x="2133600" y="4191000"/>
              <a:chExt cx="990600" cy="990600"/>
            </a:xfrm>
          </p:grpSpPr>
          <p:cxnSp>
            <p:nvCxnSpPr>
              <p:cNvPr id="115" name="Google Shape;115;p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6" name="Google Shape;116;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7" name="Google Shape;117;p3"/>
            <p:cNvGrpSpPr/>
            <p:nvPr/>
          </p:nvGrpSpPr>
          <p:grpSpPr>
            <a:xfrm flipH="1" rot="10800000">
              <a:off x="2133600" y="5181600"/>
              <a:ext cx="990600" cy="990600"/>
              <a:chOff x="2133600" y="4191000"/>
              <a:chExt cx="990600" cy="990600"/>
            </a:xfrm>
          </p:grpSpPr>
          <p:cxnSp>
            <p:nvCxnSpPr>
              <p:cNvPr id="118" name="Google Shape;118;p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9" name="Google Shape;119;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0" name="Google Shape;120;p3"/>
            <p:cNvGrpSpPr/>
            <p:nvPr/>
          </p:nvGrpSpPr>
          <p:grpSpPr>
            <a:xfrm rot="5400000">
              <a:off x="4533900" y="4203700"/>
              <a:ext cx="990600" cy="990600"/>
              <a:chOff x="2133600" y="4191000"/>
              <a:chExt cx="990600" cy="990600"/>
            </a:xfrm>
          </p:grpSpPr>
          <p:cxnSp>
            <p:nvCxnSpPr>
              <p:cNvPr id="121" name="Google Shape;121;p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2" name="Google Shape;122;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3" name="Google Shape;123;p3"/>
            <p:cNvGrpSpPr/>
            <p:nvPr/>
          </p:nvGrpSpPr>
          <p:grpSpPr>
            <a:xfrm flipH="1" rot="5400000">
              <a:off x="4533900" y="5194300"/>
              <a:ext cx="990600" cy="990600"/>
              <a:chOff x="2133600" y="4191000"/>
              <a:chExt cx="990600" cy="990600"/>
            </a:xfrm>
          </p:grpSpPr>
          <p:cxnSp>
            <p:nvCxnSpPr>
              <p:cNvPr id="124" name="Google Shape;124;p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5" name="Google Shape;125;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6" name="Google Shape;126;p3"/>
            <p:cNvGrpSpPr/>
            <p:nvPr/>
          </p:nvGrpSpPr>
          <p:grpSpPr>
            <a:xfrm rot="2700000">
              <a:off x="3362357" y="3718768"/>
              <a:ext cx="987058" cy="941743"/>
              <a:chOff x="2137142" y="4191000"/>
              <a:chExt cx="987058" cy="941743"/>
            </a:xfrm>
          </p:grpSpPr>
          <p:cxnSp>
            <p:nvCxnSpPr>
              <p:cNvPr id="127" name="Google Shape;127;p3"/>
              <p:cNvCxnSpPr/>
              <p:nvPr/>
            </p:nvCxnSpPr>
            <p:spPr>
              <a:xfrm rot="-5400000">
                <a:off x="2137142" y="4599343"/>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8" name="Google Shape;128;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9" name="Google Shape;129;p3"/>
            <p:cNvGrpSpPr/>
            <p:nvPr/>
          </p:nvGrpSpPr>
          <p:grpSpPr>
            <a:xfrm rot="2700000">
              <a:off x="3342060" y="5687640"/>
              <a:ext cx="990600" cy="990600"/>
              <a:chOff x="2133600" y="4191000"/>
              <a:chExt cx="990600" cy="990600"/>
            </a:xfrm>
          </p:grpSpPr>
          <p:cxnSp>
            <p:nvCxnSpPr>
              <p:cNvPr id="130" name="Google Shape;130;p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1" name="Google Shape;131;p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2" name="Google Shape;132;p3"/>
            <p:cNvGrpSpPr/>
            <p:nvPr/>
          </p:nvGrpSpPr>
          <p:grpSpPr>
            <a:xfrm rot="-2700000">
              <a:off x="3075390" y="4013185"/>
              <a:ext cx="1582590" cy="2355213"/>
              <a:chOff x="2435419" y="4217084"/>
              <a:chExt cx="1116850" cy="1687018"/>
            </a:xfrm>
          </p:grpSpPr>
          <p:cxnSp>
            <p:nvCxnSpPr>
              <p:cNvPr id="133" name="Google Shape;133;p3"/>
              <p:cNvCxnSpPr/>
              <p:nvPr/>
            </p:nvCxnSpPr>
            <p:spPr>
              <a:xfrm flipH="1" rot="-2700000">
                <a:off x="2505932" y="4473688"/>
                <a:ext cx="975823" cy="603641"/>
              </a:xfrm>
              <a:prstGeom prst="straightConnector1">
                <a:avLst/>
              </a:prstGeom>
              <a:noFill/>
              <a:ln cap="flat" cmpd="sng" w="38100">
                <a:solidFill>
                  <a:schemeClr val="dk1"/>
                </a:solidFill>
                <a:prstDash val="solid"/>
                <a:round/>
                <a:headEnd len="med" w="med" type="oval"/>
                <a:tailEnd len="med" w="med" type="stealth"/>
              </a:ln>
            </p:spPr>
          </p:cxnSp>
          <p:cxnSp>
            <p:nvCxnSpPr>
              <p:cNvPr id="134" name="Google Shape;134;p3"/>
              <p:cNvCxnSpPr/>
              <p:nvPr/>
            </p:nvCxnSpPr>
            <p:spPr>
              <a:xfrm flipH="1" rot="-2700000">
                <a:off x="2636995" y="5461678"/>
                <a:ext cx="472414" cy="322651"/>
              </a:xfrm>
              <a:prstGeom prst="straightConnector1">
                <a:avLst/>
              </a:prstGeom>
              <a:noFill/>
              <a:ln cap="flat" cmpd="sng" w="38100">
                <a:solidFill>
                  <a:schemeClr val="dk1"/>
                </a:solidFill>
                <a:prstDash val="solid"/>
                <a:round/>
                <a:headEnd len="med" w="med" type="none"/>
                <a:tailEnd len="med" w="med" type="oval"/>
              </a:ln>
            </p:spPr>
          </p:cxnSp>
        </p:grpSp>
        <p:grpSp>
          <p:nvGrpSpPr>
            <p:cNvPr id="135" name="Google Shape;135;p3"/>
            <p:cNvGrpSpPr/>
            <p:nvPr/>
          </p:nvGrpSpPr>
          <p:grpSpPr>
            <a:xfrm flipH="1" rot="4885093">
              <a:off x="2834323" y="4371393"/>
              <a:ext cx="1991717" cy="1731102"/>
              <a:chOff x="2043093" y="4189290"/>
              <a:chExt cx="1126989" cy="995802"/>
            </a:xfrm>
          </p:grpSpPr>
          <p:cxnSp>
            <p:nvCxnSpPr>
              <p:cNvPr id="136" name="Google Shape;136;p3"/>
              <p:cNvCxnSpPr/>
              <p:nvPr/>
            </p:nvCxnSpPr>
            <p:spPr>
              <a:xfrm flipH="1" rot="10285093">
                <a:off x="2082356" y="4541886"/>
                <a:ext cx="803589" cy="586533"/>
              </a:xfrm>
              <a:prstGeom prst="straightConnector1">
                <a:avLst/>
              </a:prstGeom>
              <a:noFill/>
              <a:ln cap="flat" cmpd="sng" w="38100">
                <a:solidFill>
                  <a:schemeClr val="dk1"/>
                </a:solidFill>
                <a:prstDash val="solid"/>
                <a:round/>
                <a:headEnd len="med" w="med" type="oval"/>
                <a:tailEnd len="med" w="med" type="stealth"/>
              </a:ln>
            </p:spPr>
          </p:cxnSp>
          <p:cxnSp>
            <p:nvCxnSpPr>
              <p:cNvPr id="137" name="Google Shape;137;p3"/>
              <p:cNvCxnSpPr/>
              <p:nvPr/>
            </p:nvCxnSpPr>
            <p:spPr>
              <a:xfrm flipH="1" rot="10285093">
                <a:off x="2770100" y="4215965"/>
                <a:ext cx="379881" cy="297911"/>
              </a:xfrm>
              <a:prstGeom prst="straightConnector1">
                <a:avLst/>
              </a:prstGeom>
              <a:noFill/>
              <a:ln cap="flat" cmpd="sng" w="38100">
                <a:solidFill>
                  <a:schemeClr val="dk1"/>
                </a:solidFill>
                <a:prstDash val="solid"/>
                <a:round/>
                <a:headEnd len="med" w="med" type="none"/>
                <a:tailEnd len="med" w="med" type="oval"/>
              </a:ln>
            </p:spPr>
          </p:cxnSp>
        </p:grpSp>
        <p:sp>
          <p:nvSpPr>
            <p:cNvPr id="138" name="Google Shape;138;p3"/>
            <p:cNvSpPr txBox="1"/>
            <p:nvPr/>
          </p:nvSpPr>
          <p:spPr>
            <a:xfrm>
              <a:off x="2209800" y="4343400"/>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5</a:t>
              </a:r>
              <a:endParaRPr b="1" sz="1800">
                <a:solidFill>
                  <a:srgbClr val="FF0000"/>
                </a:solidFill>
                <a:latin typeface="Times New Roman"/>
                <a:ea typeface="Times New Roman"/>
                <a:cs typeface="Times New Roman"/>
                <a:sym typeface="Times New Roman"/>
              </a:endParaRPr>
            </a:p>
          </p:txBody>
        </p:sp>
        <p:sp>
          <p:nvSpPr>
            <p:cNvPr id="139" name="Google Shape;139;p3"/>
            <p:cNvSpPr txBox="1"/>
            <p:nvPr/>
          </p:nvSpPr>
          <p:spPr>
            <a:xfrm>
              <a:off x="2159000" y="5511800"/>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a:t>
              </a:r>
              <a:endParaRPr b="1" sz="1800">
                <a:solidFill>
                  <a:srgbClr val="FF0000"/>
                </a:solidFill>
                <a:latin typeface="Times New Roman"/>
                <a:ea typeface="Times New Roman"/>
                <a:cs typeface="Times New Roman"/>
                <a:sym typeface="Times New Roman"/>
              </a:endParaRPr>
            </a:p>
          </p:txBody>
        </p:sp>
        <p:sp>
          <p:nvSpPr>
            <p:cNvPr id="140" name="Google Shape;140;p3"/>
            <p:cNvSpPr txBox="1"/>
            <p:nvPr/>
          </p:nvSpPr>
          <p:spPr>
            <a:xfrm>
              <a:off x="3581400" y="3792801"/>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a:t>
              </a:r>
              <a:endParaRPr b="1" sz="1800">
                <a:solidFill>
                  <a:srgbClr val="FF0000"/>
                </a:solidFill>
                <a:latin typeface="Times New Roman"/>
                <a:ea typeface="Times New Roman"/>
                <a:cs typeface="Times New Roman"/>
                <a:sym typeface="Times New Roman"/>
              </a:endParaRPr>
            </a:p>
          </p:txBody>
        </p:sp>
        <p:sp>
          <p:nvSpPr>
            <p:cNvPr id="141" name="Google Shape;141;p3"/>
            <p:cNvSpPr txBox="1"/>
            <p:nvPr/>
          </p:nvSpPr>
          <p:spPr>
            <a:xfrm>
              <a:off x="3886200" y="4369889"/>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a:t>
              </a:r>
              <a:endParaRPr b="1" sz="1800">
                <a:solidFill>
                  <a:srgbClr val="FF0000"/>
                </a:solidFill>
                <a:latin typeface="Times New Roman"/>
                <a:ea typeface="Times New Roman"/>
                <a:cs typeface="Times New Roman"/>
                <a:sym typeface="Times New Roman"/>
              </a:endParaRPr>
            </a:p>
          </p:txBody>
        </p:sp>
        <p:sp>
          <p:nvSpPr>
            <p:cNvPr id="142" name="Google Shape;142;p3"/>
            <p:cNvSpPr txBox="1"/>
            <p:nvPr/>
          </p:nvSpPr>
          <p:spPr>
            <a:xfrm>
              <a:off x="3657600" y="5757490"/>
              <a:ext cx="5334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a:t>
              </a:r>
              <a:endParaRPr/>
            </a:p>
          </p:txBody>
        </p:sp>
        <p:sp>
          <p:nvSpPr>
            <p:cNvPr id="143" name="Google Shape;143;p3"/>
            <p:cNvSpPr txBox="1"/>
            <p:nvPr/>
          </p:nvSpPr>
          <p:spPr>
            <a:xfrm>
              <a:off x="4114800" y="5194300"/>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a:t>
              </a:r>
              <a:endParaRPr b="1" sz="1800">
                <a:solidFill>
                  <a:srgbClr val="FF0000"/>
                </a:solidFill>
                <a:latin typeface="Times New Roman"/>
                <a:ea typeface="Times New Roman"/>
                <a:cs typeface="Times New Roman"/>
                <a:sym typeface="Times New Roman"/>
              </a:endParaRPr>
            </a:p>
          </p:txBody>
        </p:sp>
        <p:sp>
          <p:nvSpPr>
            <p:cNvPr id="144" name="Google Shape;144;p3"/>
            <p:cNvSpPr txBox="1"/>
            <p:nvPr/>
          </p:nvSpPr>
          <p:spPr>
            <a:xfrm>
              <a:off x="4876800" y="5359182"/>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a:t>
              </a:r>
              <a:endParaRPr b="1" sz="1800">
                <a:solidFill>
                  <a:srgbClr val="FF0000"/>
                </a:solidFill>
                <a:latin typeface="Times New Roman"/>
                <a:ea typeface="Times New Roman"/>
                <a:cs typeface="Times New Roman"/>
                <a:sym typeface="Times New Roman"/>
              </a:endParaRPr>
            </a:p>
          </p:txBody>
        </p:sp>
        <p:sp>
          <p:nvSpPr>
            <p:cNvPr id="145" name="Google Shape;145;p3"/>
            <p:cNvSpPr txBox="1"/>
            <p:nvPr/>
          </p:nvSpPr>
          <p:spPr>
            <a:xfrm>
              <a:off x="4953000" y="4287448"/>
              <a:ext cx="533400"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a:t>
              </a:r>
              <a:endParaRPr b="1" sz="1800">
                <a:solidFill>
                  <a:srgbClr val="FF0000"/>
                </a:solidFill>
                <a:latin typeface="Times New Roman"/>
                <a:ea typeface="Times New Roman"/>
                <a:cs typeface="Times New Roman"/>
                <a:sym typeface="Times New Roman"/>
              </a:endParaRPr>
            </a:p>
          </p:txBody>
        </p:sp>
      </p:grpSp>
      <p:sp>
        <p:nvSpPr>
          <p:cNvPr id="146" name="Google Shape;146;p3"/>
          <p:cNvSpPr/>
          <p:nvPr/>
        </p:nvSpPr>
        <p:spPr>
          <a:xfrm>
            <a:off x="4955400" y="36920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s</a:t>
            </a:r>
            <a:endParaRPr/>
          </a:p>
        </p:txBody>
      </p:sp>
      <p:sp>
        <p:nvSpPr>
          <p:cNvPr id="147" name="Google Shape;147;p3"/>
          <p:cNvSpPr/>
          <p:nvPr/>
        </p:nvSpPr>
        <p:spPr>
          <a:xfrm>
            <a:off x="5946000" y="27014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148" name="Google Shape;148;p3"/>
          <p:cNvSpPr/>
          <p:nvPr/>
        </p:nvSpPr>
        <p:spPr>
          <a:xfrm>
            <a:off x="7317600" y="26252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149" name="Google Shape;149;p3"/>
          <p:cNvSpPr/>
          <p:nvPr/>
        </p:nvSpPr>
        <p:spPr>
          <a:xfrm>
            <a:off x="8384400" y="36158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t</a:t>
            </a:r>
            <a:endParaRPr/>
          </a:p>
        </p:txBody>
      </p:sp>
      <p:sp>
        <p:nvSpPr>
          <p:cNvPr id="150" name="Google Shape;150;p3"/>
          <p:cNvSpPr/>
          <p:nvPr/>
        </p:nvSpPr>
        <p:spPr>
          <a:xfrm>
            <a:off x="7393800" y="45302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151" name="Google Shape;151;p3"/>
          <p:cNvSpPr/>
          <p:nvPr/>
        </p:nvSpPr>
        <p:spPr>
          <a:xfrm>
            <a:off x="5946000" y="4530252"/>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Các khái niệm</a:t>
            </a:r>
            <a:endParaRPr b="1" sz="3600">
              <a:solidFill>
                <a:srgbClr val="00B0F0"/>
              </a:solidFill>
            </a:endParaRPr>
          </a:p>
        </p:txBody>
      </p:sp>
      <p:sp>
        <p:nvSpPr>
          <p:cNvPr id="157" name="Google Shape;157;p4"/>
          <p:cNvSpPr txBox="1"/>
          <p:nvPr>
            <p:ph idx="1" type="body"/>
          </p:nvPr>
        </p:nvSpPr>
        <p:spPr>
          <a:xfrm>
            <a:off x="457200" y="1402381"/>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Luồng</a:t>
            </a:r>
            <a:endParaRPr/>
          </a:p>
        </p:txBody>
      </p:sp>
      <p:sp>
        <p:nvSpPr>
          <p:cNvPr id="158" name="Google Shape;158;p4"/>
          <p:cNvSpPr txBox="1"/>
          <p:nvPr>
            <p:ph idx="2" type="body"/>
          </p:nvPr>
        </p:nvSpPr>
        <p:spPr>
          <a:xfrm>
            <a:off x="457200" y="2042142"/>
            <a:ext cx="4040188" cy="4206257"/>
          </a:xfrm>
          <a:prstGeom prst="rect">
            <a:avLst/>
          </a:prstGeom>
          <a:blipFill rotWithShape="1">
            <a:blip r:embed="rId3">
              <a:alphaModFix/>
            </a:blip>
            <a:stretch>
              <a:fillRect b="-16616" l="-1802" r="0" t="-1011"/>
            </a:stretch>
          </a:blip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159" name="Google Shape;159;p4"/>
          <p:cNvSpPr txBox="1"/>
          <p:nvPr>
            <p:ph idx="3" type="body"/>
          </p:nvPr>
        </p:nvSpPr>
        <p:spPr>
          <a:xfrm>
            <a:off x="4645025" y="1402381"/>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160" name="Google Shape;160;p4"/>
          <p:cNvSpPr txBox="1"/>
          <p:nvPr>
            <p:ph idx="4" type="body"/>
          </p:nvPr>
        </p:nvSpPr>
        <p:spPr>
          <a:xfrm>
            <a:off x="4645025" y="2042142"/>
            <a:ext cx="4041775" cy="4206257"/>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000"/>
              <a:buFont typeface="Noto Sans Symbols"/>
              <a:buChar char="▪"/>
            </a:pPr>
            <a:r>
              <a:rPr lang="en-US" sz="2000">
                <a:solidFill>
                  <a:srgbClr val="002060"/>
                </a:solidFill>
              </a:rPr>
              <a:t>Tập luồng  f </a:t>
            </a:r>
            <a:r>
              <a:rPr baseline="-25000" lang="en-US" sz="2000">
                <a:solidFill>
                  <a:srgbClr val="002060"/>
                </a:solidFill>
              </a:rPr>
              <a:t>ij</a:t>
            </a:r>
            <a:r>
              <a:rPr lang="en-US" sz="2000">
                <a:solidFill>
                  <a:srgbClr val="002060"/>
                </a:solidFill>
              </a:rPr>
              <a:t> được miêu tả trong ngoặc màu xanh</a:t>
            </a:r>
            <a:endParaRPr sz="2000"/>
          </a:p>
        </p:txBody>
      </p:sp>
      <p:sp>
        <p:nvSpPr>
          <p:cNvPr id="161" name="Google Shape;161;p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62" name="Google Shape;162;p4"/>
          <p:cNvGrpSpPr/>
          <p:nvPr/>
        </p:nvGrpSpPr>
        <p:grpSpPr>
          <a:xfrm>
            <a:off x="4916076" y="2576491"/>
            <a:ext cx="3581400" cy="3119609"/>
            <a:chOff x="2133600" y="3507705"/>
            <a:chExt cx="3581400" cy="3375695"/>
          </a:xfrm>
        </p:grpSpPr>
        <p:grpSp>
          <p:nvGrpSpPr>
            <p:cNvPr id="163" name="Google Shape;163;p4"/>
            <p:cNvGrpSpPr/>
            <p:nvPr/>
          </p:nvGrpSpPr>
          <p:grpSpPr>
            <a:xfrm>
              <a:off x="2133600" y="4191000"/>
              <a:ext cx="990600" cy="990600"/>
              <a:chOff x="2133600" y="4191000"/>
              <a:chExt cx="990600" cy="990600"/>
            </a:xfrm>
          </p:grpSpPr>
          <p:cxnSp>
            <p:nvCxnSpPr>
              <p:cNvPr id="164" name="Google Shape;164;p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65" name="Google Shape;165;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66" name="Google Shape;166;p4"/>
            <p:cNvGrpSpPr/>
            <p:nvPr/>
          </p:nvGrpSpPr>
          <p:grpSpPr>
            <a:xfrm flipH="1" rot="10800000">
              <a:off x="2133600" y="5181600"/>
              <a:ext cx="990600" cy="990600"/>
              <a:chOff x="2133600" y="4191000"/>
              <a:chExt cx="990600" cy="990600"/>
            </a:xfrm>
          </p:grpSpPr>
          <p:cxnSp>
            <p:nvCxnSpPr>
              <p:cNvPr id="167" name="Google Shape;167;p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68" name="Google Shape;168;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69" name="Google Shape;169;p4"/>
            <p:cNvGrpSpPr/>
            <p:nvPr/>
          </p:nvGrpSpPr>
          <p:grpSpPr>
            <a:xfrm rot="5400000">
              <a:off x="4533900" y="4203700"/>
              <a:ext cx="990600" cy="990600"/>
              <a:chOff x="2133600" y="4191000"/>
              <a:chExt cx="990600" cy="990600"/>
            </a:xfrm>
          </p:grpSpPr>
          <p:cxnSp>
            <p:nvCxnSpPr>
              <p:cNvPr id="170" name="Google Shape;170;p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71" name="Google Shape;171;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72" name="Google Shape;172;p4"/>
            <p:cNvGrpSpPr/>
            <p:nvPr/>
          </p:nvGrpSpPr>
          <p:grpSpPr>
            <a:xfrm flipH="1" rot="5400000">
              <a:off x="4533900" y="5194300"/>
              <a:ext cx="990600" cy="990600"/>
              <a:chOff x="2133600" y="4191000"/>
              <a:chExt cx="990600" cy="990600"/>
            </a:xfrm>
          </p:grpSpPr>
          <p:cxnSp>
            <p:nvCxnSpPr>
              <p:cNvPr id="173" name="Google Shape;173;p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74" name="Google Shape;174;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75" name="Google Shape;175;p4"/>
            <p:cNvGrpSpPr/>
            <p:nvPr/>
          </p:nvGrpSpPr>
          <p:grpSpPr>
            <a:xfrm rot="2700000">
              <a:off x="3362357" y="3718768"/>
              <a:ext cx="987058" cy="941743"/>
              <a:chOff x="2137142" y="4191000"/>
              <a:chExt cx="987058" cy="941743"/>
            </a:xfrm>
          </p:grpSpPr>
          <p:cxnSp>
            <p:nvCxnSpPr>
              <p:cNvPr id="176" name="Google Shape;176;p4"/>
              <p:cNvCxnSpPr/>
              <p:nvPr/>
            </p:nvCxnSpPr>
            <p:spPr>
              <a:xfrm rot="-5400000">
                <a:off x="2137142" y="4599343"/>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77" name="Google Shape;177;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78" name="Google Shape;178;p4"/>
            <p:cNvGrpSpPr/>
            <p:nvPr/>
          </p:nvGrpSpPr>
          <p:grpSpPr>
            <a:xfrm rot="2700000">
              <a:off x="3342060" y="5687640"/>
              <a:ext cx="990600" cy="990600"/>
              <a:chOff x="2133600" y="4191000"/>
              <a:chExt cx="990600" cy="990600"/>
            </a:xfrm>
          </p:grpSpPr>
          <p:cxnSp>
            <p:nvCxnSpPr>
              <p:cNvPr id="179" name="Google Shape;179;p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80" name="Google Shape;180;p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81" name="Google Shape;181;p4"/>
            <p:cNvGrpSpPr/>
            <p:nvPr/>
          </p:nvGrpSpPr>
          <p:grpSpPr>
            <a:xfrm rot="-2700000">
              <a:off x="3075390" y="4013185"/>
              <a:ext cx="1582590" cy="2355213"/>
              <a:chOff x="2435419" y="4217084"/>
              <a:chExt cx="1116850" cy="1687018"/>
            </a:xfrm>
          </p:grpSpPr>
          <p:cxnSp>
            <p:nvCxnSpPr>
              <p:cNvPr id="182" name="Google Shape;182;p4"/>
              <p:cNvCxnSpPr/>
              <p:nvPr/>
            </p:nvCxnSpPr>
            <p:spPr>
              <a:xfrm flipH="1" rot="-2700000">
                <a:off x="2505932" y="4473688"/>
                <a:ext cx="975823" cy="603641"/>
              </a:xfrm>
              <a:prstGeom prst="straightConnector1">
                <a:avLst/>
              </a:prstGeom>
              <a:noFill/>
              <a:ln cap="flat" cmpd="sng" w="38100">
                <a:solidFill>
                  <a:schemeClr val="dk1"/>
                </a:solidFill>
                <a:prstDash val="solid"/>
                <a:round/>
                <a:headEnd len="med" w="med" type="oval"/>
                <a:tailEnd len="med" w="med" type="stealth"/>
              </a:ln>
            </p:spPr>
          </p:cxnSp>
          <p:cxnSp>
            <p:nvCxnSpPr>
              <p:cNvPr id="183" name="Google Shape;183;p4"/>
              <p:cNvCxnSpPr/>
              <p:nvPr/>
            </p:nvCxnSpPr>
            <p:spPr>
              <a:xfrm flipH="1" rot="-2700000">
                <a:off x="2636995" y="5461678"/>
                <a:ext cx="472414" cy="322651"/>
              </a:xfrm>
              <a:prstGeom prst="straightConnector1">
                <a:avLst/>
              </a:prstGeom>
              <a:noFill/>
              <a:ln cap="flat" cmpd="sng" w="38100">
                <a:solidFill>
                  <a:schemeClr val="dk1"/>
                </a:solidFill>
                <a:prstDash val="solid"/>
                <a:round/>
                <a:headEnd len="med" w="med" type="none"/>
                <a:tailEnd len="med" w="med" type="oval"/>
              </a:ln>
            </p:spPr>
          </p:cxnSp>
        </p:grpSp>
        <p:grpSp>
          <p:nvGrpSpPr>
            <p:cNvPr id="184" name="Google Shape;184;p4"/>
            <p:cNvGrpSpPr/>
            <p:nvPr/>
          </p:nvGrpSpPr>
          <p:grpSpPr>
            <a:xfrm flipH="1" rot="4885093">
              <a:off x="2834323" y="4371393"/>
              <a:ext cx="1991717" cy="1731102"/>
              <a:chOff x="2043093" y="4189290"/>
              <a:chExt cx="1126989" cy="995802"/>
            </a:xfrm>
          </p:grpSpPr>
          <p:cxnSp>
            <p:nvCxnSpPr>
              <p:cNvPr id="185" name="Google Shape;185;p4"/>
              <p:cNvCxnSpPr/>
              <p:nvPr/>
            </p:nvCxnSpPr>
            <p:spPr>
              <a:xfrm flipH="1" rot="10285093">
                <a:off x="2082356" y="4541886"/>
                <a:ext cx="803589" cy="586533"/>
              </a:xfrm>
              <a:prstGeom prst="straightConnector1">
                <a:avLst/>
              </a:prstGeom>
              <a:noFill/>
              <a:ln cap="flat" cmpd="sng" w="38100">
                <a:solidFill>
                  <a:schemeClr val="dk1"/>
                </a:solidFill>
                <a:prstDash val="solid"/>
                <a:round/>
                <a:headEnd len="med" w="med" type="oval"/>
                <a:tailEnd len="med" w="med" type="stealth"/>
              </a:ln>
            </p:spPr>
          </p:cxnSp>
          <p:cxnSp>
            <p:nvCxnSpPr>
              <p:cNvPr id="186" name="Google Shape;186;p4"/>
              <p:cNvCxnSpPr/>
              <p:nvPr/>
            </p:nvCxnSpPr>
            <p:spPr>
              <a:xfrm flipH="1" rot="10285093">
                <a:off x="2770100" y="4215965"/>
                <a:ext cx="379881" cy="297911"/>
              </a:xfrm>
              <a:prstGeom prst="straightConnector1">
                <a:avLst/>
              </a:prstGeom>
              <a:noFill/>
              <a:ln cap="flat" cmpd="sng" w="38100">
                <a:solidFill>
                  <a:schemeClr val="dk1"/>
                </a:solidFill>
                <a:prstDash val="solid"/>
                <a:round/>
                <a:headEnd len="med" w="med" type="none"/>
                <a:tailEnd len="med" w="med" type="oval"/>
              </a:ln>
            </p:spPr>
          </p:cxnSp>
        </p:grpSp>
        <p:sp>
          <p:nvSpPr>
            <p:cNvPr id="187" name="Google Shape;187;p4"/>
            <p:cNvSpPr txBox="1"/>
            <p:nvPr/>
          </p:nvSpPr>
          <p:spPr>
            <a:xfrm>
              <a:off x="2133600" y="4263607"/>
              <a:ext cx="723900"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a:t>
              </a:r>
              <a:r>
                <a:rPr b="1" lang="en-US" sz="2000">
                  <a:solidFill>
                    <a:srgbClr val="0070C0"/>
                  </a:solidFill>
                  <a:latin typeface="Times New Roman"/>
                  <a:ea typeface="Times New Roman"/>
                  <a:cs typeface="Times New Roman"/>
                  <a:sym typeface="Times New Roman"/>
                </a:rPr>
                <a:t>(3)</a:t>
              </a:r>
              <a:endParaRPr b="1" sz="1800">
                <a:solidFill>
                  <a:srgbClr val="0070C0"/>
                </a:solidFill>
                <a:latin typeface="Times New Roman"/>
                <a:ea typeface="Times New Roman"/>
                <a:cs typeface="Times New Roman"/>
                <a:sym typeface="Times New Roman"/>
              </a:endParaRPr>
            </a:p>
          </p:txBody>
        </p:sp>
        <p:sp>
          <p:nvSpPr>
            <p:cNvPr id="188" name="Google Shape;188;p4"/>
            <p:cNvSpPr txBox="1"/>
            <p:nvPr/>
          </p:nvSpPr>
          <p:spPr>
            <a:xfrm>
              <a:off x="2159000" y="5655428"/>
              <a:ext cx="698500"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a:t>
              </a:r>
              <a:r>
                <a:rPr b="1" lang="en-US" sz="2000">
                  <a:solidFill>
                    <a:srgbClr val="0070C0"/>
                  </a:solidFill>
                  <a:latin typeface="Times New Roman"/>
                  <a:ea typeface="Times New Roman"/>
                  <a:cs typeface="Times New Roman"/>
                  <a:sym typeface="Times New Roman"/>
                </a:rPr>
                <a:t>(4)</a:t>
              </a:r>
              <a:endParaRPr b="1" sz="1800">
                <a:solidFill>
                  <a:srgbClr val="0070C0"/>
                </a:solidFill>
                <a:latin typeface="Times New Roman"/>
                <a:ea typeface="Times New Roman"/>
                <a:cs typeface="Times New Roman"/>
                <a:sym typeface="Times New Roman"/>
              </a:endParaRPr>
            </a:p>
          </p:txBody>
        </p:sp>
        <p:sp>
          <p:nvSpPr>
            <p:cNvPr id="189" name="Google Shape;189;p4"/>
            <p:cNvSpPr txBox="1"/>
            <p:nvPr/>
          </p:nvSpPr>
          <p:spPr>
            <a:xfrm>
              <a:off x="3581399" y="3792801"/>
              <a:ext cx="682609"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 </a:t>
              </a:r>
              <a:r>
                <a:rPr b="1" lang="en-US" sz="2000">
                  <a:solidFill>
                    <a:srgbClr val="0070C0"/>
                  </a:solidFill>
                  <a:latin typeface="Times New Roman"/>
                  <a:ea typeface="Times New Roman"/>
                  <a:cs typeface="Times New Roman"/>
                  <a:sym typeface="Times New Roman"/>
                </a:rPr>
                <a:t>(1)</a:t>
              </a:r>
              <a:endParaRPr b="1" sz="1800">
                <a:solidFill>
                  <a:srgbClr val="0070C0"/>
                </a:solidFill>
                <a:latin typeface="Times New Roman"/>
                <a:ea typeface="Times New Roman"/>
                <a:cs typeface="Times New Roman"/>
                <a:sym typeface="Times New Roman"/>
              </a:endParaRPr>
            </a:p>
          </p:txBody>
        </p:sp>
        <p:sp>
          <p:nvSpPr>
            <p:cNvPr id="190" name="Google Shape;190;p4"/>
            <p:cNvSpPr txBox="1"/>
            <p:nvPr/>
          </p:nvSpPr>
          <p:spPr>
            <a:xfrm>
              <a:off x="3835862" y="4260990"/>
              <a:ext cx="807871" cy="43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a:t>
              </a:r>
              <a:r>
                <a:rPr b="1" lang="en-US" sz="2000">
                  <a:solidFill>
                    <a:srgbClr val="0070C0"/>
                  </a:solidFill>
                  <a:latin typeface="Times New Roman"/>
                  <a:ea typeface="Times New Roman"/>
                  <a:cs typeface="Times New Roman"/>
                  <a:sym typeface="Times New Roman"/>
                </a:rPr>
                <a:t>(3)</a:t>
              </a:r>
              <a:endParaRPr b="1" sz="1800">
                <a:solidFill>
                  <a:srgbClr val="0070C0"/>
                </a:solidFill>
                <a:latin typeface="Times New Roman"/>
                <a:ea typeface="Times New Roman"/>
                <a:cs typeface="Times New Roman"/>
                <a:sym typeface="Times New Roman"/>
              </a:endParaRPr>
            </a:p>
          </p:txBody>
        </p:sp>
        <p:sp>
          <p:nvSpPr>
            <p:cNvPr id="191" name="Google Shape;191;p4"/>
            <p:cNvSpPr txBox="1"/>
            <p:nvPr/>
          </p:nvSpPr>
          <p:spPr>
            <a:xfrm>
              <a:off x="3657600" y="5757490"/>
              <a:ext cx="685800" cy="399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 </a:t>
              </a:r>
              <a:r>
                <a:rPr b="1" lang="en-US" sz="1800">
                  <a:solidFill>
                    <a:srgbClr val="0070C0"/>
                  </a:solidFill>
                  <a:latin typeface="Times New Roman"/>
                  <a:ea typeface="Times New Roman"/>
                  <a:cs typeface="Times New Roman"/>
                  <a:sym typeface="Times New Roman"/>
                </a:rPr>
                <a:t>(1)</a:t>
              </a:r>
              <a:endParaRPr/>
            </a:p>
          </p:txBody>
        </p:sp>
        <p:sp>
          <p:nvSpPr>
            <p:cNvPr id="192" name="Google Shape;192;p4"/>
            <p:cNvSpPr txBox="1"/>
            <p:nvPr/>
          </p:nvSpPr>
          <p:spPr>
            <a:xfrm>
              <a:off x="4115307" y="5306027"/>
              <a:ext cx="677929"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a:t>
              </a:r>
              <a:r>
                <a:rPr b="1" lang="en-US" sz="2000">
                  <a:solidFill>
                    <a:srgbClr val="0070C0"/>
                  </a:solidFill>
                  <a:latin typeface="Times New Roman"/>
                  <a:ea typeface="Times New Roman"/>
                  <a:cs typeface="Times New Roman"/>
                  <a:sym typeface="Times New Roman"/>
                </a:rPr>
                <a:t>(2)</a:t>
              </a:r>
              <a:endParaRPr b="1" sz="1800">
                <a:solidFill>
                  <a:srgbClr val="0070C0"/>
                </a:solidFill>
                <a:latin typeface="Times New Roman"/>
                <a:ea typeface="Times New Roman"/>
                <a:cs typeface="Times New Roman"/>
                <a:sym typeface="Times New Roman"/>
              </a:endParaRPr>
            </a:p>
          </p:txBody>
        </p:sp>
        <p:sp>
          <p:nvSpPr>
            <p:cNvPr id="193" name="Google Shape;193;p4"/>
            <p:cNvSpPr txBox="1"/>
            <p:nvPr/>
          </p:nvSpPr>
          <p:spPr>
            <a:xfrm>
              <a:off x="4939422" y="5585316"/>
              <a:ext cx="775578"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 </a:t>
              </a:r>
              <a:r>
                <a:rPr b="1" lang="en-US" sz="2000">
                  <a:solidFill>
                    <a:srgbClr val="0070C0"/>
                  </a:solidFill>
                  <a:latin typeface="Times New Roman"/>
                  <a:ea typeface="Times New Roman"/>
                  <a:cs typeface="Times New Roman"/>
                  <a:sym typeface="Times New Roman"/>
                </a:rPr>
                <a:t>(3)</a:t>
              </a:r>
              <a:endParaRPr b="1" sz="1800">
                <a:solidFill>
                  <a:srgbClr val="0070C0"/>
                </a:solidFill>
                <a:latin typeface="Times New Roman"/>
                <a:ea typeface="Times New Roman"/>
                <a:cs typeface="Times New Roman"/>
                <a:sym typeface="Times New Roman"/>
              </a:endParaRPr>
            </a:p>
          </p:txBody>
        </p:sp>
        <p:sp>
          <p:nvSpPr>
            <p:cNvPr id="194" name="Google Shape;194;p4"/>
            <p:cNvSpPr txBox="1"/>
            <p:nvPr/>
          </p:nvSpPr>
          <p:spPr>
            <a:xfrm>
              <a:off x="4953000" y="4287448"/>
              <a:ext cx="762000" cy="4329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 </a:t>
              </a:r>
              <a:r>
                <a:rPr b="1" lang="en-US" sz="2000">
                  <a:solidFill>
                    <a:srgbClr val="0070C0"/>
                  </a:solidFill>
                  <a:latin typeface="Times New Roman"/>
                  <a:ea typeface="Times New Roman"/>
                  <a:cs typeface="Times New Roman"/>
                  <a:sym typeface="Times New Roman"/>
                </a:rPr>
                <a:t>(4)</a:t>
              </a:r>
              <a:endParaRPr b="1" sz="1800">
                <a:solidFill>
                  <a:srgbClr val="0070C0"/>
                </a:solidFill>
                <a:latin typeface="Times New Roman"/>
                <a:ea typeface="Times New Roman"/>
                <a:cs typeface="Times New Roman"/>
                <a:sym typeface="Times New Roman"/>
              </a:endParaRPr>
            </a:p>
          </p:txBody>
        </p:sp>
      </p:grpSp>
      <p:sp>
        <p:nvSpPr>
          <p:cNvPr id="195" name="Google Shape;195;p4"/>
          <p:cNvSpPr/>
          <p:nvPr/>
        </p:nvSpPr>
        <p:spPr>
          <a:xfrm>
            <a:off x="4763676" y="40460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s</a:t>
            </a:r>
            <a:endParaRPr/>
          </a:p>
        </p:txBody>
      </p:sp>
      <p:sp>
        <p:nvSpPr>
          <p:cNvPr id="196" name="Google Shape;196;p4"/>
          <p:cNvSpPr/>
          <p:nvPr/>
        </p:nvSpPr>
        <p:spPr>
          <a:xfrm>
            <a:off x="5754276" y="30554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197" name="Google Shape;197;p4"/>
          <p:cNvSpPr/>
          <p:nvPr/>
        </p:nvSpPr>
        <p:spPr>
          <a:xfrm>
            <a:off x="7125876" y="29792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198" name="Google Shape;198;p4"/>
          <p:cNvSpPr/>
          <p:nvPr/>
        </p:nvSpPr>
        <p:spPr>
          <a:xfrm>
            <a:off x="8192676" y="39698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t</a:t>
            </a:r>
            <a:endParaRPr/>
          </a:p>
        </p:txBody>
      </p:sp>
      <p:sp>
        <p:nvSpPr>
          <p:cNvPr id="199" name="Google Shape;199;p4"/>
          <p:cNvSpPr/>
          <p:nvPr/>
        </p:nvSpPr>
        <p:spPr>
          <a:xfrm>
            <a:off x="7202076" y="48842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200" name="Google Shape;200;p4"/>
          <p:cNvSpPr/>
          <p:nvPr/>
        </p:nvSpPr>
        <p:spPr>
          <a:xfrm>
            <a:off x="5754276" y="4884204"/>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5"/>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Các khái niệm</a:t>
            </a:r>
            <a:endParaRPr b="1" sz="3600">
              <a:solidFill>
                <a:srgbClr val="00B0F0"/>
              </a:solidFill>
            </a:endParaRPr>
          </a:p>
        </p:txBody>
      </p:sp>
      <p:sp>
        <p:nvSpPr>
          <p:cNvPr id="206" name="Google Shape;206;p5"/>
          <p:cNvSpPr txBox="1"/>
          <p:nvPr>
            <p:ph idx="1" type="body"/>
          </p:nvPr>
        </p:nvSpPr>
        <p:spPr>
          <a:xfrm>
            <a:off x="457200" y="1402381"/>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lý</a:t>
            </a:r>
            <a:endParaRPr/>
          </a:p>
        </p:txBody>
      </p:sp>
      <p:sp>
        <p:nvSpPr>
          <p:cNvPr id="207" name="Google Shape;207;p5"/>
          <p:cNvSpPr txBox="1"/>
          <p:nvPr>
            <p:ph idx="2" type="body"/>
          </p:nvPr>
        </p:nvSpPr>
        <p:spPr>
          <a:xfrm>
            <a:off x="457250" y="2187217"/>
            <a:ext cx="4040100" cy="4206300"/>
          </a:xfrm>
          <a:prstGeom prst="rect">
            <a:avLst/>
          </a:prstGeom>
          <a:blipFill rotWithShape="1">
            <a:blip r:embed="rId3">
              <a:alphaModFix/>
            </a:blip>
            <a:stretch>
              <a:fillRect b="0" l="-1352" r="0" t="-721"/>
            </a:stretch>
          </a:blip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208" name="Google Shape;208;p5"/>
          <p:cNvSpPr txBox="1"/>
          <p:nvPr>
            <p:ph idx="3" type="body"/>
          </p:nvPr>
        </p:nvSpPr>
        <p:spPr>
          <a:xfrm>
            <a:off x="4645025" y="1402381"/>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Giá trị của luồng</a:t>
            </a:r>
            <a:endParaRPr/>
          </a:p>
        </p:txBody>
      </p:sp>
      <p:sp>
        <p:nvSpPr>
          <p:cNvPr id="209" name="Google Shape;209;p5"/>
          <p:cNvSpPr txBox="1"/>
          <p:nvPr>
            <p:ph idx="4" type="body"/>
          </p:nvPr>
        </p:nvSpPr>
        <p:spPr>
          <a:xfrm>
            <a:off x="4645025" y="2042142"/>
            <a:ext cx="4041775" cy="4206257"/>
          </a:xfrm>
          <a:prstGeom prst="rect">
            <a:avLst/>
          </a:prstGeom>
          <a:blipFill rotWithShape="1">
            <a:blip r:embed="rId4">
              <a:alphaModFix/>
            </a:blip>
            <a:stretch>
              <a:fillRect b="0" l="-2111" r="0" t="-1158"/>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210" name="Google Shape;210;p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6"/>
          <p:cNvSpPr txBox="1"/>
          <p:nvPr>
            <p:ph type="title"/>
          </p:nvPr>
        </p:nvSpPr>
        <p:spPr>
          <a:xfrm>
            <a:off x="457200" y="381000"/>
            <a:ext cx="82296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Các khái niệm</a:t>
            </a:r>
            <a:endParaRPr b="1" sz="3600">
              <a:solidFill>
                <a:srgbClr val="00B0F0"/>
              </a:solidFill>
            </a:endParaRPr>
          </a:p>
        </p:txBody>
      </p:sp>
      <p:sp>
        <p:nvSpPr>
          <p:cNvPr id="216" name="Google Shape;216;p6"/>
          <p:cNvSpPr txBox="1"/>
          <p:nvPr>
            <p:ph idx="1" type="body"/>
          </p:nvPr>
        </p:nvSpPr>
        <p:spPr>
          <a:xfrm>
            <a:off x="532444" y="1662618"/>
            <a:ext cx="8229600" cy="4525963"/>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US" sz="2800"/>
              <a:t>Xác định giá trị của luồng f</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 </a:t>
            </a:r>
            <a:endParaRPr/>
          </a:p>
        </p:txBody>
      </p:sp>
      <p:sp>
        <p:nvSpPr>
          <p:cNvPr id="217" name="Google Shape;217;p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218" name="Google Shape;218;p6"/>
          <p:cNvGrpSpPr/>
          <p:nvPr/>
        </p:nvGrpSpPr>
        <p:grpSpPr>
          <a:xfrm>
            <a:off x="3883692" y="1543477"/>
            <a:ext cx="4722866" cy="4322356"/>
            <a:chOff x="2133600" y="3522783"/>
            <a:chExt cx="3390900" cy="3360617"/>
          </a:xfrm>
        </p:grpSpPr>
        <p:grpSp>
          <p:nvGrpSpPr>
            <p:cNvPr id="219" name="Google Shape;219;p6"/>
            <p:cNvGrpSpPr/>
            <p:nvPr/>
          </p:nvGrpSpPr>
          <p:grpSpPr>
            <a:xfrm>
              <a:off x="2133600" y="4191000"/>
              <a:ext cx="990600" cy="990600"/>
              <a:chOff x="2133600" y="4191000"/>
              <a:chExt cx="990600" cy="990600"/>
            </a:xfrm>
          </p:grpSpPr>
          <p:cxnSp>
            <p:nvCxnSpPr>
              <p:cNvPr id="220" name="Google Shape;220;p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21" name="Google Shape;221;p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222" name="Google Shape;222;p6"/>
            <p:cNvGrpSpPr/>
            <p:nvPr/>
          </p:nvGrpSpPr>
          <p:grpSpPr>
            <a:xfrm flipH="1" rot="10800000">
              <a:off x="2133600" y="5181600"/>
              <a:ext cx="990600" cy="990600"/>
              <a:chOff x="2133600" y="4191000"/>
              <a:chExt cx="990600" cy="990600"/>
            </a:xfrm>
          </p:grpSpPr>
          <p:cxnSp>
            <p:nvCxnSpPr>
              <p:cNvPr id="223" name="Google Shape;223;p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24" name="Google Shape;224;p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225" name="Google Shape;225;p6"/>
            <p:cNvGrpSpPr/>
            <p:nvPr/>
          </p:nvGrpSpPr>
          <p:grpSpPr>
            <a:xfrm rot="5400000">
              <a:off x="4533900" y="4203700"/>
              <a:ext cx="990600" cy="990600"/>
              <a:chOff x="2133600" y="4191000"/>
              <a:chExt cx="990600" cy="990600"/>
            </a:xfrm>
          </p:grpSpPr>
          <p:cxnSp>
            <p:nvCxnSpPr>
              <p:cNvPr id="226" name="Google Shape;226;p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27" name="Google Shape;227;p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228" name="Google Shape;228;p6"/>
            <p:cNvGrpSpPr/>
            <p:nvPr/>
          </p:nvGrpSpPr>
          <p:grpSpPr>
            <a:xfrm flipH="1" rot="5400000">
              <a:off x="4533900" y="5194300"/>
              <a:ext cx="990600" cy="990600"/>
              <a:chOff x="2133600" y="4191000"/>
              <a:chExt cx="990600" cy="990600"/>
            </a:xfrm>
          </p:grpSpPr>
          <p:cxnSp>
            <p:nvCxnSpPr>
              <p:cNvPr id="229" name="Google Shape;229;p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30" name="Google Shape;230;p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231" name="Google Shape;231;p6"/>
            <p:cNvGrpSpPr/>
            <p:nvPr/>
          </p:nvGrpSpPr>
          <p:grpSpPr>
            <a:xfrm rot="2700000">
              <a:off x="3359033" y="3726794"/>
              <a:ext cx="958279" cy="920419"/>
              <a:chOff x="2137142" y="4212324"/>
              <a:chExt cx="958279" cy="920419"/>
            </a:xfrm>
          </p:grpSpPr>
          <p:cxnSp>
            <p:nvCxnSpPr>
              <p:cNvPr id="232" name="Google Shape;232;p6"/>
              <p:cNvCxnSpPr/>
              <p:nvPr/>
            </p:nvCxnSpPr>
            <p:spPr>
              <a:xfrm rot="-5400000">
                <a:off x="2137142" y="4599343"/>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33" name="Google Shape;233;p6"/>
              <p:cNvCxnSpPr/>
              <p:nvPr/>
            </p:nvCxnSpPr>
            <p:spPr>
              <a:xfrm rot="-2700000">
                <a:off x="2560266" y="4433754"/>
                <a:ext cx="626636" cy="813"/>
              </a:xfrm>
              <a:prstGeom prst="straightConnector1">
                <a:avLst/>
              </a:prstGeom>
              <a:noFill/>
              <a:ln cap="flat" cmpd="sng" w="38100">
                <a:solidFill>
                  <a:schemeClr val="dk1"/>
                </a:solidFill>
                <a:prstDash val="solid"/>
                <a:round/>
                <a:headEnd len="med" w="med" type="none"/>
                <a:tailEnd len="med" w="med" type="oval"/>
              </a:ln>
            </p:spPr>
          </p:cxnSp>
        </p:grpSp>
        <p:grpSp>
          <p:nvGrpSpPr>
            <p:cNvPr id="234" name="Google Shape;234;p6"/>
            <p:cNvGrpSpPr/>
            <p:nvPr/>
          </p:nvGrpSpPr>
          <p:grpSpPr>
            <a:xfrm rot="2700000">
              <a:off x="3342060" y="5687640"/>
              <a:ext cx="990600" cy="990600"/>
              <a:chOff x="2133600" y="4191000"/>
              <a:chExt cx="990600" cy="990600"/>
            </a:xfrm>
          </p:grpSpPr>
          <p:cxnSp>
            <p:nvCxnSpPr>
              <p:cNvPr id="235" name="Google Shape;235;p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236" name="Google Shape;236;p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237" name="Google Shape;237;p6"/>
            <p:cNvGrpSpPr/>
            <p:nvPr/>
          </p:nvGrpSpPr>
          <p:grpSpPr>
            <a:xfrm rot="-2700000">
              <a:off x="3054980" y="3955990"/>
              <a:ext cx="1617274" cy="2404865"/>
              <a:chOff x="2437803" y="4181353"/>
              <a:chExt cx="1141328" cy="1722583"/>
            </a:xfrm>
          </p:grpSpPr>
          <p:cxnSp>
            <p:nvCxnSpPr>
              <p:cNvPr id="238" name="Google Shape;238;p6"/>
              <p:cNvCxnSpPr/>
              <p:nvPr/>
            </p:nvCxnSpPr>
            <p:spPr>
              <a:xfrm flipH="1" rot="-2700000">
                <a:off x="2519649" y="4433794"/>
                <a:ext cx="977635" cy="636446"/>
              </a:xfrm>
              <a:prstGeom prst="straightConnector1">
                <a:avLst/>
              </a:prstGeom>
              <a:noFill/>
              <a:ln cap="flat" cmpd="sng" w="38100">
                <a:solidFill>
                  <a:schemeClr val="dk1"/>
                </a:solidFill>
                <a:prstDash val="solid"/>
                <a:round/>
                <a:headEnd len="med" w="med" type="oval"/>
                <a:tailEnd len="med" w="med" type="stealth"/>
              </a:ln>
            </p:spPr>
          </p:cxnSp>
          <p:cxnSp>
            <p:nvCxnSpPr>
              <p:cNvPr id="239" name="Google Shape;239;p6"/>
              <p:cNvCxnSpPr/>
              <p:nvPr/>
            </p:nvCxnSpPr>
            <p:spPr>
              <a:xfrm flipH="1" rot="-2700000">
                <a:off x="2632777" y="5453940"/>
                <a:ext cx="500521" cy="319881"/>
              </a:xfrm>
              <a:prstGeom prst="straightConnector1">
                <a:avLst/>
              </a:prstGeom>
              <a:noFill/>
              <a:ln cap="flat" cmpd="sng" w="38100">
                <a:solidFill>
                  <a:schemeClr val="dk1"/>
                </a:solidFill>
                <a:prstDash val="solid"/>
                <a:round/>
                <a:headEnd len="med" w="med" type="none"/>
                <a:tailEnd len="med" w="med" type="oval"/>
              </a:ln>
            </p:spPr>
          </p:cxnSp>
        </p:grpSp>
        <p:grpSp>
          <p:nvGrpSpPr>
            <p:cNvPr id="240" name="Google Shape;240;p6"/>
            <p:cNvGrpSpPr/>
            <p:nvPr/>
          </p:nvGrpSpPr>
          <p:grpSpPr>
            <a:xfrm flipH="1" rot="4885093">
              <a:off x="2817596" y="4454698"/>
              <a:ext cx="1936766" cy="1633401"/>
              <a:chOff x="2043093" y="4245491"/>
              <a:chExt cx="1095895" cy="939601"/>
            </a:xfrm>
          </p:grpSpPr>
          <p:cxnSp>
            <p:nvCxnSpPr>
              <p:cNvPr id="241" name="Google Shape;241;p6"/>
              <p:cNvCxnSpPr/>
              <p:nvPr/>
            </p:nvCxnSpPr>
            <p:spPr>
              <a:xfrm flipH="1" rot="10285093">
                <a:off x="2082356" y="4541886"/>
                <a:ext cx="803589" cy="586533"/>
              </a:xfrm>
              <a:prstGeom prst="straightConnector1">
                <a:avLst/>
              </a:prstGeom>
              <a:noFill/>
              <a:ln cap="flat" cmpd="sng" w="38100">
                <a:solidFill>
                  <a:schemeClr val="dk1"/>
                </a:solidFill>
                <a:prstDash val="solid"/>
                <a:round/>
                <a:headEnd len="med" w="med" type="oval"/>
                <a:tailEnd len="med" w="med" type="stealth"/>
              </a:ln>
            </p:spPr>
          </p:cxnSp>
          <p:cxnSp>
            <p:nvCxnSpPr>
              <p:cNvPr id="242" name="Google Shape;242;p6"/>
              <p:cNvCxnSpPr/>
              <p:nvPr/>
            </p:nvCxnSpPr>
            <p:spPr>
              <a:xfrm flipH="1" rot="10285093">
                <a:off x="2774420" y="4270094"/>
                <a:ext cx="348184" cy="245714"/>
              </a:xfrm>
              <a:prstGeom prst="straightConnector1">
                <a:avLst/>
              </a:prstGeom>
              <a:noFill/>
              <a:ln cap="flat" cmpd="sng" w="38100">
                <a:solidFill>
                  <a:schemeClr val="dk1"/>
                </a:solidFill>
                <a:prstDash val="solid"/>
                <a:round/>
                <a:headEnd len="med" w="med" type="none"/>
                <a:tailEnd len="med" w="med" type="oval"/>
              </a:ln>
            </p:spPr>
          </p:cxnSp>
        </p:grpSp>
        <p:sp>
          <p:nvSpPr>
            <p:cNvPr id="243" name="Google Shape;243;p6"/>
            <p:cNvSpPr txBox="1"/>
            <p:nvPr/>
          </p:nvSpPr>
          <p:spPr>
            <a:xfrm>
              <a:off x="2209800" y="4343400"/>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5(5)</a:t>
              </a:r>
              <a:endParaRPr b="1" sz="1800">
                <a:solidFill>
                  <a:srgbClr val="FF0000"/>
                </a:solidFill>
                <a:latin typeface="Times New Roman"/>
                <a:ea typeface="Times New Roman"/>
                <a:cs typeface="Times New Roman"/>
                <a:sym typeface="Times New Roman"/>
              </a:endParaRPr>
            </a:p>
          </p:txBody>
        </p:sp>
        <p:sp>
          <p:nvSpPr>
            <p:cNvPr id="244" name="Google Shape;244;p6"/>
            <p:cNvSpPr txBox="1"/>
            <p:nvPr/>
          </p:nvSpPr>
          <p:spPr>
            <a:xfrm>
              <a:off x="2159000" y="5511801"/>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5(2)</a:t>
              </a:r>
              <a:endParaRPr b="1" sz="1800">
                <a:solidFill>
                  <a:srgbClr val="FF0000"/>
                </a:solidFill>
                <a:latin typeface="Times New Roman"/>
                <a:ea typeface="Times New Roman"/>
                <a:cs typeface="Times New Roman"/>
                <a:sym typeface="Times New Roman"/>
              </a:endParaRPr>
            </a:p>
          </p:txBody>
        </p:sp>
        <p:sp>
          <p:nvSpPr>
            <p:cNvPr id="245" name="Google Shape;245;p6"/>
            <p:cNvSpPr txBox="1"/>
            <p:nvPr/>
          </p:nvSpPr>
          <p:spPr>
            <a:xfrm>
              <a:off x="3581400" y="3792802"/>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6(5)</a:t>
              </a:r>
              <a:endParaRPr b="1" sz="1800">
                <a:solidFill>
                  <a:srgbClr val="FF0000"/>
                </a:solidFill>
                <a:latin typeface="Times New Roman"/>
                <a:ea typeface="Times New Roman"/>
                <a:cs typeface="Times New Roman"/>
                <a:sym typeface="Times New Roman"/>
              </a:endParaRPr>
            </a:p>
          </p:txBody>
        </p:sp>
        <p:sp>
          <p:nvSpPr>
            <p:cNvPr id="246" name="Google Shape;246;p6"/>
            <p:cNvSpPr txBox="1"/>
            <p:nvPr/>
          </p:nvSpPr>
          <p:spPr>
            <a:xfrm>
              <a:off x="4138246" y="4604705"/>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3(1)</a:t>
              </a:r>
              <a:endParaRPr b="1" sz="1800">
                <a:solidFill>
                  <a:srgbClr val="FF0000"/>
                </a:solidFill>
                <a:latin typeface="Times New Roman"/>
                <a:ea typeface="Times New Roman"/>
                <a:cs typeface="Times New Roman"/>
                <a:sym typeface="Times New Roman"/>
              </a:endParaRPr>
            </a:p>
          </p:txBody>
        </p:sp>
        <p:sp>
          <p:nvSpPr>
            <p:cNvPr id="247" name="Google Shape;247;p6"/>
            <p:cNvSpPr txBox="1"/>
            <p:nvPr/>
          </p:nvSpPr>
          <p:spPr>
            <a:xfrm>
              <a:off x="3657600" y="5791201"/>
              <a:ext cx="533400" cy="2871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1(1)</a:t>
              </a:r>
              <a:endParaRPr/>
            </a:p>
          </p:txBody>
        </p:sp>
        <p:sp>
          <p:nvSpPr>
            <p:cNvPr id="248" name="Google Shape;248;p6"/>
            <p:cNvSpPr txBox="1"/>
            <p:nvPr/>
          </p:nvSpPr>
          <p:spPr>
            <a:xfrm>
              <a:off x="3153508" y="4782436"/>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3(0)</a:t>
              </a:r>
              <a:endParaRPr b="1" sz="1800">
                <a:solidFill>
                  <a:srgbClr val="FF0000"/>
                </a:solidFill>
                <a:latin typeface="Times New Roman"/>
                <a:ea typeface="Times New Roman"/>
                <a:cs typeface="Times New Roman"/>
                <a:sym typeface="Times New Roman"/>
              </a:endParaRPr>
            </a:p>
          </p:txBody>
        </p:sp>
        <p:sp>
          <p:nvSpPr>
            <p:cNvPr id="249" name="Google Shape;249;p6"/>
            <p:cNvSpPr txBox="1"/>
            <p:nvPr/>
          </p:nvSpPr>
          <p:spPr>
            <a:xfrm>
              <a:off x="4740031" y="5374876"/>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6(1)</a:t>
              </a:r>
              <a:endParaRPr b="1" sz="1800">
                <a:solidFill>
                  <a:srgbClr val="FF0000"/>
                </a:solidFill>
                <a:latin typeface="Times New Roman"/>
                <a:ea typeface="Times New Roman"/>
                <a:cs typeface="Times New Roman"/>
                <a:sym typeface="Times New Roman"/>
              </a:endParaRPr>
            </a:p>
          </p:txBody>
        </p:sp>
        <p:sp>
          <p:nvSpPr>
            <p:cNvPr id="250" name="Google Shape;250;p6"/>
            <p:cNvSpPr txBox="1"/>
            <p:nvPr/>
          </p:nvSpPr>
          <p:spPr>
            <a:xfrm>
              <a:off x="4953000" y="4287448"/>
              <a:ext cx="533400" cy="3110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6(6)</a:t>
              </a:r>
              <a:endParaRPr b="1" sz="1800">
                <a:solidFill>
                  <a:srgbClr val="FF0000"/>
                </a:solidFill>
                <a:latin typeface="Times New Roman"/>
                <a:ea typeface="Times New Roman"/>
                <a:cs typeface="Times New Roman"/>
                <a:sym typeface="Times New Roman"/>
              </a:endParaRPr>
            </a:p>
          </p:txBody>
        </p:sp>
      </p:grpSp>
      <p:sp>
        <p:nvSpPr>
          <p:cNvPr id="251" name="Google Shape;251;p6"/>
          <p:cNvSpPr/>
          <p:nvPr/>
        </p:nvSpPr>
        <p:spPr>
          <a:xfrm>
            <a:off x="5179092" y="23253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2</a:t>
            </a:r>
            <a:endParaRPr/>
          </a:p>
        </p:txBody>
      </p:sp>
      <p:sp>
        <p:nvSpPr>
          <p:cNvPr id="252" name="Google Shape;252;p6"/>
          <p:cNvSpPr/>
          <p:nvPr/>
        </p:nvSpPr>
        <p:spPr>
          <a:xfrm>
            <a:off x="7084092" y="23253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4</a:t>
            </a:r>
            <a:endParaRPr/>
          </a:p>
        </p:txBody>
      </p:sp>
      <p:sp>
        <p:nvSpPr>
          <p:cNvPr id="253" name="Google Shape;253;p6"/>
          <p:cNvSpPr/>
          <p:nvPr/>
        </p:nvSpPr>
        <p:spPr>
          <a:xfrm>
            <a:off x="8455692" y="35445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254" name="Google Shape;254;p6"/>
          <p:cNvSpPr/>
          <p:nvPr/>
        </p:nvSpPr>
        <p:spPr>
          <a:xfrm>
            <a:off x="7084092" y="48399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5</a:t>
            </a:r>
            <a:endParaRPr/>
          </a:p>
        </p:txBody>
      </p:sp>
      <p:sp>
        <p:nvSpPr>
          <p:cNvPr id="255" name="Google Shape;255;p6"/>
          <p:cNvSpPr/>
          <p:nvPr/>
        </p:nvSpPr>
        <p:spPr>
          <a:xfrm>
            <a:off x="5179092" y="48399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3</a:t>
            </a:r>
            <a:endParaRPr/>
          </a:p>
        </p:txBody>
      </p:sp>
      <p:sp>
        <p:nvSpPr>
          <p:cNvPr id="256" name="Google Shape;256;p6"/>
          <p:cNvSpPr/>
          <p:nvPr/>
        </p:nvSpPr>
        <p:spPr>
          <a:xfrm>
            <a:off x="3731292" y="3544560"/>
            <a:ext cx="304800" cy="228600"/>
          </a:xfrm>
          <a:prstGeom prst="flowChartConnector">
            <a:avLst/>
          </a:prstGeom>
          <a:solidFill>
            <a:srgbClr val="FF0000"/>
          </a:solidFill>
          <a:ln cap="flat" cmpd="sng" w="25400">
            <a:solidFill>
              <a:srgbClr val="A1A1A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257" name="Google Shape;257;p6"/>
          <p:cNvSpPr txBox="1"/>
          <p:nvPr/>
        </p:nvSpPr>
        <p:spPr>
          <a:xfrm>
            <a:off x="1007806" y="2903867"/>
            <a:ext cx="1371600" cy="369888"/>
          </a:xfrm>
          <a:prstGeom prst="rect">
            <a:avLst/>
          </a:prstGeom>
          <a:solidFill>
            <a:srgbClr val="2416D4"/>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Times New Roman"/>
                <a:ea typeface="Times New Roman"/>
                <a:cs typeface="Times New Roman"/>
                <a:sym typeface="Times New Roman"/>
              </a:rPr>
              <a:t>Val(f) = ?</a:t>
            </a:r>
            <a:endParaRPr b="1" sz="18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7"/>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263" name="Google Shape;263;p7"/>
          <p:cNvSpPr txBox="1"/>
          <p:nvPr>
            <p:ph idx="1" type="body"/>
          </p:nvPr>
        </p:nvSpPr>
        <p:spPr>
          <a:xfrm>
            <a:off x="609600" y="1600200"/>
            <a:ext cx="7543800" cy="4525963"/>
          </a:xfrm>
          <a:prstGeom prst="rect">
            <a:avLst/>
          </a:prstGeom>
          <a:blipFill rotWithShape="1">
            <a:blip r:embed="rId3">
              <a:alphaModFix/>
            </a:blip>
            <a:stretch>
              <a:fillRect b="0" l="-1776" r="-1048" t="-1885"/>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3200"/>
              <a:buChar char="•"/>
            </a:pPr>
            <a:r>
              <a:rPr lang="en-US"/>
              <a:t> </a:t>
            </a:r>
            <a:endParaRPr/>
          </a:p>
        </p:txBody>
      </p:sp>
      <p:sp>
        <p:nvSpPr>
          <p:cNvPr id="264" name="Google Shape;264;p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8"/>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270" name="Google Shape;270;p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71" name="Google Shape;271;p8"/>
          <p:cNvSpPr/>
          <p:nvPr/>
        </p:nvSpPr>
        <p:spPr>
          <a:xfrm>
            <a:off x="914400" y="3733800"/>
            <a:ext cx="7162800" cy="2012859"/>
          </a:xfrm>
          <a:prstGeom prst="rect">
            <a:avLst/>
          </a:prstGeom>
          <a:noFill/>
          <a:ln>
            <a:noFill/>
          </a:ln>
        </p:spPr>
        <p:txBody>
          <a:bodyPr anchorCtr="0" anchor="t" bIns="45700" lIns="91425" spcFirstLastPara="1" rIns="91425" wrap="square" tIns="45700">
            <a:spAutoFit/>
          </a:bodyPr>
          <a:lstStyle/>
          <a:p>
            <a:pPr indent="-152400" lvl="0" marL="0" marR="0" rtl="0" algn="l">
              <a:lnSpc>
                <a:spcPct val="130000"/>
              </a:lnSpc>
              <a:spcBef>
                <a:spcPts val="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 Hệ thống đường ống dẫn dầu: ống – cung, s - tàu chở dầu, t - bể chứa, còn những điểm nối giữa các ống là các đỉnh của đồ thị. </a:t>
            </a:r>
            <a:r>
              <a:rPr b="1" lang="en-US" sz="2400">
                <a:solidFill>
                  <a:srgbClr val="0070C0"/>
                </a:solidFill>
                <a:latin typeface="Times New Roman"/>
                <a:ea typeface="Times New Roman"/>
                <a:cs typeface="Times New Roman"/>
                <a:sym typeface="Times New Roman"/>
              </a:rPr>
              <a:t>c</a:t>
            </a:r>
            <a:r>
              <a:rPr b="1" baseline="-25000" lang="en-US" sz="2400">
                <a:solidFill>
                  <a:srgbClr val="0070C0"/>
                </a:solidFill>
                <a:latin typeface="Times New Roman"/>
                <a:ea typeface="Times New Roman"/>
                <a:cs typeface="Times New Roman"/>
                <a:sym typeface="Times New Roman"/>
              </a:rPr>
              <a:t>i</a:t>
            </a:r>
            <a:r>
              <a:rPr baseline="-25000" lang="en-US" sz="2400">
                <a:solidFill>
                  <a:srgbClr val="0070C0"/>
                </a:solidFill>
                <a:latin typeface="Times New Roman"/>
                <a:ea typeface="Times New Roman"/>
                <a:cs typeface="Times New Roman"/>
                <a:sym typeface="Times New Roman"/>
              </a:rPr>
              <a:t>j</a:t>
            </a:r>
            <a:r>
              <a:rPr lang="en-US" sz="2400">
                <a:solidFill>
                  <a:srgbClr val="0070C0"/>
                </a:solidFill>
                <a:latin typeface="Times New Roman"/>
                <a:ea typeface="Times New Roman"/>
                <a:cs typeface="Times New Roman"/>
                <a:sym typeface="Times New Roman"/>
              </a:rPr>
              <a:t> </a:t>
            </a:r>
            <a:r>
              <a:rPr lang="en-US" sz="2400">
                <a:solidFill>
                  <a:srgbClr val="00B0F0"/>
                </a:solidFill>
                <a:latin typeface="Times New Roman"/>
                <a:ea typeface="Times New Roman"/>
                <a:cs typeface="Times New Roman"/>
                <a:sym typeface="Times New Roman"/>
              </a:rPr>
              <a:t>- </a:t>
            </a:r>
            <a:r>
              <a:rPr lang="en-US" sz="2400">
                <a:solidFill>
                  <a:srgbClr val="002060"/>
                </a:solidFill>
                <a:latin typeface="Times New Roman"/>
                <a:ea typeface="Times New Roman"/>
                <a:cs typeface="Times New Roman"/>
                <a:sym typeface="Times New Roman"/>
              </a:rPr>
              <a:t>diện tích ống. Cần phải tìm luồng lớn nhất để bơm từ tàu chở dầu vào bể chứa.</a:t>
            </a:r>
            <a:endParaRPr sz="2400">
              <a:solidFill>
                <a:srgbClr val="002060"/>
              </a:solidFill>
              <a:latin typeface="Times New Roman"/>
              <a:ea typeface="Times New Roman"/>
              <a:cs typeface="Times New Roman"/>
              <a:sym typeface="Times New Roman"/>
            </a:endParaRPr>
          </a:p>
        </p:txBody>
      </p:sp>
      <p:sp>
        <p:nvSpPr>
          <p:cNvPr id="272" name="Google Shape;272;p8"/>
          <p:cNvSpPr/>
          <p:nvPr/>
        </p:nvSpPr>
        <p:spPr>
          <a:xfrm>
            <a:off x="762000" y="1631438"/>
            <a:ext cx="7315200" cy="1532727"/>
          </a:xfrm>
          <a:prstGeom prst="rect">
            <a:avLst/>
          </a:prstGeom>
          <a:noFill/>
          <a:ln>
            <a:noFill/>
          </a:ln>
        </p:spPr>
        <p:txBody>
          <a:bodyPr anchorCtr="0" anchor="t" bIns="45700" lIns="91425" spcFirstLastPara="1" rIns="91425" wrap="square" tIns="45700">
            <a:spAutoFit/>
          </a:bodyPr>
          <a:lstStyle/>
          <a:p>
            <a:pPr indent="-152400" lvl="0" marL="0" marR="0" rtl="0" algn="l">
              <a:lnSpc>
                <a:spcPct val="130000"/>
              </a:lnSpc>
              <a:spcBef>
                <a:spcPts val="0"/>
              </a:spcBef>
              <a:spcAft>
                <a:spcPts val="0"/>
              </a:spcAft>
              <a:buClr>
                <a:srgbClr val="002060"/>
              </a:buClr>
              <a:buSzPts val="2400"/>
              <a:buFont typeface="Noto Sans Symbols"/>
              <a:buChar char="▪"/>
            </a:pPr>
            <a:r>
              <a:rPr lang="en-US" sz="2400">
                <a:solidFill>
                  <a:srgbClr val="002060"/>
                </a:solidFill>
                <a:latin typeface="Times New Roman"/>
                <a:ea typeface="Times New Roman"/>
                <a:cs typeface="Times New Roman"/>
                <a:sym typeface="Times New Roman"/>
              </a:rPr>
              <a:t> Xác định cường độ lớn nhất của dòng vận tải giữa hai nút của một bản đồ giao thông. Bài toán luồng cực đại chỉ ra đoạn đường đông xe nhất.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9"/>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278" name="Google Shape;278;p9"/>
          <p:cNvSpPr txBox="1"/>
          <p:nvPr>
            <p:ph idx="1" type="body"/>
          </p:nvPr>
        </p:nvSpPr>
        <p:spPr>
          <a:xfrm>
            <a:off x="530225" y="1772586"/>
            <a:ext cx="7546975" cy="4525963"/>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3200"/>
              <a:buFont typeface="Noto Sans Symbols"/>
              <a:buChar char="▪"/>
            </a:pPr>
            <a:r>
              <a:rPr lang="en-US">
                <a:solidFill>
                  <a:srgbClr val="002060"/>
                </a:solidFill>
              </a:rPr>
              <a:t>Xuất phát từ một luồng nào đó, ta tìm đường đi (không định hướng) từ s đến t, </a:t>
            </a:r>
            <a:endParaRPr/>
          </a:p>
          <a:p>
            <a:pPr indent="-342900" lvl="0" marL="342900" rtl="0" algn="l">
              <a:spcBef>
                <a:spcPts val="640"/>
              </a:spcBef>
              <a:spcAft>
                <a:spcPts val="0"/>
              </a:spcAft>
              <a:buClr>
                <a:srgbClr val="002060"/>
              </a:buClr>
              <a:buSzPts val="3200"/>
              <a:buFont typeface="Noto Sans Symbols"/>
              <a:buChar char="▪"/>
            </a:pPr>
            <a:r>
              <a:rPr lang="en-US">
                <a:solidFill>
                  <a:srgbClr val="002060"/>
                </a:solidFill>
              </a:rPr>
              <a:t>Tiến hành hiệu chỉnh giá trị luồng trên đường đi sao cho luồng mới có giá trị lớn hơn.</a:t>
            </a:r>
            <a:endParaRPr/>
          </a:p>
          <a:p>
            <a:pPr indent="-342900" lvl="0" marL="342900" rtl="0" algn="l">
              <a:spcBef>
                <a:spcPts val="640"/>
              </a:spcBef>
              <a:spcAft>
                <a:spcPts val="0"/>
              </a:spcAft>
              <a:buClr>
                <a:srgbClr val="002060"/>
              </a:buClr>
              <a:buSzPts val="3200"/>
              <a:buFont typeface="Noto Sans Symbols"/>
              <a:buChar char="▪"/>
            </a:pPr>
            <a:r>
              <a:rPr lang="en-US">
                <a:solidFill>
                  <a:srgbClr val="002060"/>
                </a:solidFill>
              </a:rPr>
              <a:t>Nếu không tìm được đi như vậy thì luồng đó là cực đại</a:t>
            </a:r>
            <a:r>
              <a:rPr lang="en-US" sz="2000"/>
              <a:t>.</a:t>
            </a:r>
            <a:endParaRPr>
              <a:solidFill>
                <a:srgbClr val="002060"/>
              </a:solidFill>
            </a:endParaRPr>
          </a:p>
        </p:txBody>
      </p:sp>
      <p:sp>
        <p:nvSpPr>
          <p:cNvPr id="279" name="Google Shape;279;p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80" name="Google Shape;280;p9"/>
          <p:cNvSpPr txBox="1"/>
          <p:nvPr>
            <p:ph idx="4294967295" type="body"/>
          </p:nvPr>
        </p:nvSpPr>
        <p:spPr>
          <a:xfrm>
            <a:off x="530225" y="1099812"/>
            <a:ext cx="7546975" cy="639762"/>
          </a:xfrm>
          <a:prstGeom prst="rect">
            <a:avLst/>
          </a:prstGeom>
          <a:solidFill>
            <a:srgbClr val="00B0F0"/>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None/>
            </a:pPr>
            <a:r>
              <a:rPr lang="en-US"/>
              <a:t>Ý tưởng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0"/>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286" name="Google Shape;286;p10"/>
          <p:cNvSpPr txBox="1"/>
          <p:nvPr>
            <p:ph idx="1" type="body"/>
          </p:nvPr>
        </p:nvSpPr>
        <p:spPr>
          <a:xfrm>
            <a:off x="530225" y="1600200"/>
            <a:ext cx="7546976" cy="4525963"/>
          </a:xfrm>
          <a:prstGeom prst="rect">
            <a:avLst/>
          </a:prstGeom>
          <a:blipFill rotWithShape="1">
            <a:blip r:embed="rId3">
              <a:alphaModFix/>
            </a:blip>
            <a:stretch>
              <a:fillRect b="0" l="-113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3200"/>
              <a:buChar char="•"/>
            </a:pPr>
            <a:r>
              <a:rPr lang="en-US"/>
              <a:t> </a:t>
            </a:r>
            <a:endParaRPr/>
          </a:p>
        </p:txBody>
      </p:sp>
      <p:sp>
        <p:nvSpPr>
          <p:cNvPr id="287" name="Google Shape;287;p1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88" name="Google Shape;288;p10"/>
          <p:cNvSpPr txBox="1"/>
          <p:nvPr>
            <p:ph idx="4294967295" type="body"/>
          </p:nvPr>
        </p:nvSpPr>
        <p:spPr>
          <a:xfrm>
            <a:off x="530225" y="1013619"/>
            <a:ext cx="7546975" cy="639762"/>
          </a:xfrm>
          <a:prstGeom prst="rect">
            <a:avLst/>
          </a:prstGeom>
          <a:solidFill>
            <a:srgbClr val="00B0F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Ý tưởng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1"/>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294" name="Google Shape;294;p11"/>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295" name="Google Shape;295;p11"/>
          <p:cNvSpPr txBox="1"/>
          <p:nvPr>
            <p:ph idx="2" type="body"/>
          </p:nvPr>
        </p:nvSpPr>
        <p:spPr>
          <a:xfrm>
            <a:off x="457200" y="2174875"/>
            <a:ext cx="4040188" cy="3951288"/>
          </a:xfrm>
          <a:prstGeom prst="rect">
            <a:avLst/>
          </a:prstGeom>
          <a:blipFill rotWithShape="1">
            <a:blip r:embed="rId3">
              <a:alphaModFix/>
            </a:blip>
            <a:stretch>
              <a:fillRect b="0" l="-1356" r="-149" t="-92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296" name="Google Shape;296;p11"/>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297" name="Google Shape;297;p11"/>
          <p:cNvSpPr txBox="1"/>
          <p:nvPr>
            <p:ph idx="4" type="body"/>
          </p:nvPr>
        </p:nvSpPr>
        <p:spPr>
          <a:xfrm>
            <a:off x="4645025" y="2174875"/>
            <a:ext cx="4041775" cy="3921126"/>
          </a:xfrm>
          <a:prstGeom prst="rect">
            <a:avLst/>
          </a:prstGeom>
          <a:blipFill rotWithShape="1">
            <a:blip r:embed="rId4">
              <a:alphaModFix/>
            </a:blip>
            <a:stretch>
              <a:fillRect b="0" l="-2111" r="0" t="-1243"/>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298" name="Google Shape;298;p1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2"/>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Bài toán luồng cực đại</a:t>
            </a:r>
            <a:endParaRPr b="1" sz="3600">
              <a:solidFill>
                <a:srgbClr val="00B0F0"/>
              </a:solidFill>
            </a:endParaRPr>
          </a:p>
        </p:txBody>
      </p:sp>
      <p:sp>
        <p:nvSpPr>
          <p:cNvPr id="304" name="Google Shape;304;p12"/>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Tính đúng đắn</a:t>
            </a:r>
            <a:endParaRPr/>
          </a:p>
        </p:txBody>
      </p:sp>
      <p:sp>
        <p:nvSpPr>
          <p:cNvPr id="305" name="Google Shape;305;p12"/>
          <p:cNvSpPr txBox="1"/>
          <p:nvPr>
            <p:ph idx="2" type="body"/>
          </p:nvPr>
        </p:nvSpPr>
        <p:spPr>
          <a:xfrm>
            <a:off x="457200" y="2174875"/>
            <a:ext cx="4040188" cy="3951288"/>
          </a:xfrm>
          <a:prstGeom prst="rect">
            <a:avLst/>
          </a:prstGeom>
          <a:blipFill rotWithShape="1">
            <a:blip r:embed="rId3">
              <a:alphaModFix/>
            </a:blip>
            <a:stretch>
              <a:fillRect b="0" l="-2563" r="0" t="-1542"/>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06" name="Google Shape;306;p12"/>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 Ford- </a:t>
            </a:r>
            <a:r>
              <a:rPr lang="en-US"/>
              <a:t>Fulkerson</a:t>
            </a:r>
            <a:endParaRPr/>
          </a:p>
        </p:txBody>
      </p:sp>
      <p:sp>
        <p:nvSpPr>
          <p:cNvPr id="307" name="Google Shape;307;p12"/>
          <p:cNvSpPr txBox="1"/>
          <p:nvPr>
            <p:ph idx="4" type="body"/>
          </p:nvPr>
        </p:nvSpPr>
        <p:spPr>
          <a:xfrm>
            <a:off x="4645025" y="2174875"/>
            <a:ext cx="4041775" cy="3921126"/>
          </a:xfrm>
          <a:prstGeom prst="rect">
            <a:avLst/>
          </a:prstGeom>
          <a:blipFill rotWithShape="1">
            <a:blip r:embed="rId4">
              <a:alphaModFix/>
            </a:blip>
            <a:stretch>
              <a:fillRect b="0" l="-2111" r="0" t="-1242"/>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08" name="Google Shape;308;p1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Thuật toán Ford-</a:t>
            </a:r>
            <a:r>
              <a:rPr b="1" lang="en-US" sz="3600">
                <a:solidFill>
                  <a:srgbClr val="00B0F0"/>
                </a:solidFill>
              </a:rPr>
              <a:t>Fulkerson</a:t>
            </a:r>
            <a:endParaRPr b="1" sz="3600">
              <a:solidFill>
                <a:srgbClr val="00B0F0"/>
              </a:solidFill>
            </a:endParaRPr>
          </a:p>
        </p:txBody>
      </p:sp>
      <p:sp>
        <p:nvSpPr>
          <p:cNvPr id="314" name="Google Shape;314;p1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315" name="Google Shape;315;p13"/>
          <p:cNvSpPr txBox="1"/>
          <p:nvPr>
            <p:ph idx="2" type="body"/>
          </p:nvPr>
        </p:nvSpPr>
        <p:spPr>
          <a:xfrm>
            <a:off x="457200" y="2174875"/>
            <a:ext cx="4040188" cy="3951288"/>
          </a:xfrm>
          <a:prstGeom prst="rect">
            <a:avLst/>
          </a:prstGeom>
          <a:blipFill rotWithShape="1">
            <a:blip r:embed="rId3">
              <a:alphaModFix/>
            </a:blip>
            <a:stretch>
              <a:fillRect b="0" l="-1960" r="-753"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16" name="Google Shape;316;p13"/>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a:t>
            </a:r>
            <a:endParaRPr/>
          </a:p>
        </p:txBody>
      </p:sp>
      <p:sp>
        <p:nvSpPr>
          <p:cNvPr id="317" name="Google Shape;317;p13"/>
          <p:cNvSpPr txBox="1"/>
          <p:nvPr>
            <p:ph idx="4" type="body"/>
          </p:nvPr>
        </p:nvSpPr>
        <p:spPr>
          <a:xfrm>
            <a:off x="4645025" y="2174875"/>
            <a:ext cx="4041775" cy="3921126"/>
          </a:xfrm>
          <a:prstGeom prst="rect">
            <a:avLst/>
          </a:prstGeom>
          <a:blipFill rotWithShape="1">
            <a:blip r:embed="rId4">
              <a:alphaModFix/>
            </a:blip>
            <a:stretch>
              <a:fillRect b="0" l="-2111" r="0" t="-1242"/>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18" name="Google Shape;318;p1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Thuật toán Ford-</a:t>
            </a:r>
            <a:r>
              <a:rPr b="1" lang="en-US" sz="3600">
                <a:solidFill>
                  <a:srgbClr val="00B0F0"/>
                </a:solidFill>
              </a:rPr>
              <a:t>Fulkerson</a:t>
            </a:r>
            <a:endParaRPr b="1" sz="3600">
              <a:solidFill>
                <a:srgbClr val="00B0F0"/>
              </a:solidFill>
            </a:endParaRPr>
          </a:p>
        </p:txBody>
      </p:sp>
      <p:sp>
        <p:nvSpPr>
          <p:cNvPr id="324" name="Google Shape;324;p14"/>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 </a:t>
            </a:r>
            <a:endParaRPr/>
          </a:p>
        </p:txBody>
      </p:sp>
      <p:sp>
        <p:nvSpPr>
          <p:cNvPr id="325" name="Google Shape;325;p14"/>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26" name="Google Shape;326;p14"/>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a:t>
            </a:r>
            <a:endParaRPr/>
          </a:p>
        </p:txBody>
      </p:sp>
      <p:sp>
        <p:nvSpPr>
          <p:cNvPr id="327" name="Google Shape;327;p14"/>
          <p:cNvSpPr txBox="1"/>
          <p:nvPr>
            <p:ph idx="4" type="body"/>
          </p:nvPr>
        </p:nvSpPr>
        <p:spPr>
          <a:xfrm>
            <a:off x="4645025" y="2174875"/>
            <a:ext cx="4041775" cy="3921126"/>
          </a:xfrm>
          <a:prstGeom prst="rect">
            <a:avLst/>
          </a:prstGeom>
          <a:blipFill rotWithShape="1">
            <a:blip r:embed="rId4">
              <a:alphaModFix/>
            </a:blip>
            <a:stretch>
              <a:fillRect b="-4975" l="-2111" r="-1506" t="-1243"/>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28" name="Google Shape;328;p1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5"/>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Thuật toán Ford-Fullkerson</a:t>
            </a:r>
            <a:endParaRPr b="1" sz="3600">
              <a:solidFill>
                <a:srgbClr val="00B0F0"/>
              </a:solidFill>
            </a:endParaRPr>
          </a:p>
        </p:txBody>
      </p:sp>
      <p:sp>
        <p:nvSpPr>
          <p:cNvPr id="334" name="Google Shape;334;p15"/>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 </a:t>
            </a:r>
            <a:endParaRPr/>
          </a:p>
        </p:txBody>
      </p:sp>
      <p:sp>
        <p:nvSpPr>
          <p:cNvPr id="335" name="Google Shape;335;p15"/>
          <p:cNvSpPr txBox="1"/>
          <p:nvPr>
            <p:ph idx="2" type="body"/>
          </p:nvPr>
        </p:nvSpPr>
        <p:spPr>
          <a:xfrm>
            <a:off x="457200" y="2174875"/>
            <a:ext cx="4040188" cy="3951288"/>
          </a:xfrm>
          <a:prstGeom prst="rect">
            <a:avLst/>
          </a:prstGeom>
          <a:blipFill rotWithShape="1">
            <a:blip r:embed="rId3">
              <a:alphaModFix/>
            </a:blip>
            <a:stretch>
              <a:fillRect b="-4319" l="-1960" r="-3467" t="-1233"/>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36" name="Google Shape;336;p15"/>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a:t>
            </a:r>
            <a:endParaRPr/>
          </a:p>
        </p:txBody>
      </p:sp>
      <p:sp>
        <p:nvSpPr>
          <p:cNvPr id="337" name="Google Shape;337;p15"/>
          <p:cNvSpPr txBox="1"/>
          <p:nvPr>
            <p:ph idx="4" type="body"/>
          </p:nvPr>
        </p:nvSpPr>
        <p:spPr>
          <a:xfrm>
            <a:off x="4645025" y="2174875"/>
            <a:ext cx="4041775" cy="3921126"/>
          </a:xfrm>
          <a:prstGeom prst="rect">
            <a:avLst/>
          </a:prstGeom>
          <a:blipFill rotWithShape="1">
            <a:blip r:embed="rId4">
              <a:alphaModFix/>
            </a:blip>
            <a:stretch>
              <a:fillRect b="0" l="-1356" r="0" t="-776"/>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38" name="Google Shape;338;p1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6"/>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Thuật toán Ford-Fullkerson</a:t>
            </a:r>
            <a:endParaRPr b="1" sz="3600">
              <a:solidFill>
                <a:srgbClr val="00B0F0"/>
              </a:solidFill>
            </a:endParaRPr>
          </a:p>
        </p:txBody>
      </p:sp>
      <p:sp>
        <p:nvSpPr>
          <p:cNvPr id="344" name="Google Shape;344;p16"/>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 </a:t>
            </a:r>
            <a:endParaRPr/>
          </a:p>
        </p:txBody>
      </p:sp>
      <p:sp>
        <p:nvSpPr>
          <p:cNvPr id="345" name="Google Shape;345;p16"/>
          <p:cNvSpPr txBox="1"/>
          <p:nvPr>
            <p:ph idx="2" type="body"/>
          </p:nvPr>
        </p:nvSpPr>
        <p:spPr>
          <a:xfrm>
            <a:off x="457200" y="2174875"/>
            <a:ext cx="4040188" cy="3951288"/>
          </a:xfrm>
          <a:prstGeom prst="rect">
            <a:avLst/>
          </a:prstGeom>
          <a:blipFill rotWithShape="1">
            <a:blip r:embed="rId3">
              <a:alphaModFix/>
            </a:blip>
            <a:stretch>
              <a:fillRect b="0" l="-1960"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46" name="Google Shape;346;p16"/>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a:t>
            </a:r>
            <a:endParaRPr/>
          </a:p>
        </p:txBody>
      </p:sp>
      <p:sp>
        <p:nvSpPr>
          <p:cNvPr id="347" name="Google Shape;347;p16"/>
          <p:cNvSpPr txBox="1"/>
          <p:nvPr>
            <p:ph idx="4" type="body"/>
          </p:nvPr>
        </p:nvSpPr>
        <p:spPr>
          <a:xfrm>
            <a:off x="4645025" y="2174875"/>
            <a:ext cx="4041775" cy="3921126"/>
          </a:xfrm>
          <a:prstGeom prst="rect">
            <a:avLst/>
          </a:prstGeom>
          <a:blipFill rotWithShape="1">
            <a:blip r:embed="rId4">
              <a:alphaModFix/>
            </a:blip>
            <a:stretch>
              <a:fillRect b="0" l="0" r="0" t="-776"/>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48" name="Google Shape;348;p1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7"/>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354" name="Google Shape;35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Tìm luồng cực đại trên mạng G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Thứ tự các đỉnh:   s a b c d t</a:t>
            </a:r>
            <a:endParaRPr/>
          </a:p>
          <a:p>
            <a:pPr indent="0" lvl="0" marL="0" rtl="0" algn="l">
              <a:spcBef>
                <a:spcPts val="640"/>
              </a:spcBef>
              <a:spcAft>
                <a:spcPts val="0"/>
              </a:spcAft>
              <a:buClr>
                <a:schemeClr val="dk1"/>
              </a:buClr>
              <a:buSzPts val="3200"/>
              <a:buNone/>
            </a:pPr>
            <a:r>
              <a:rPr lang="en-US"/>
              <a:t>                 </a:t>
            </a:r>
            <a:endParaRPr/>
          </a:p>
          <a:p>
            <a:pPr indent="-139700" lvl="0" marL="342900" rtl="0" algn="l">
              <a:spcBef>
                <a:spcPts val="640"/>
              </a:spcBef>
              <a:spcAft>
                <a:spcPts val="0"/>
              </a:spcAft>
              <a:buClr>
                <a:schemeClr val="dk1"/>
              </a:buClr>
              <a:buSzPts val="3200"/>
              <a:buNone/>
            </a:pPr>
            <a:r>
              <a:t/>
            </a:r>
            <a:endParaRPr/>
          </a:p>
        </p:txBody>
      </p:sp>
      <p:grpSp>
        <p:nvGrpSpPr>
          <p:cNvPr id="355" name="Google Shape;355;p17"/>
          <p:cNvGrpSpPr/>
          <p:nvPr/>
        </p:nvGrpSpPr>
        <p:grpSpPr>
          <a:xfrm rot="2700000">
            <a:off x="3673064" y="4004972"/>
            <a:ext cx="990600" cy="990600"/>
            <a:chOff x="2133600" y="4191000"/>
            <a:chExt cx="990600" cy="990600"/>
          </a:xfrm>
        </p:grpSpPr>
        <p:cxnSp>
          <p:nvCxnSpPr>
            <p:cNvPr id="356" name="Google Shape;356;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57" name="Google Shape;357;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58" name="Google Shape;358;p17"/>
          <p:cNvGrpSpPr/>
          <p:nvPr/>
        </p:nvGrpSpPr>
        <p:grpSpPr>
          <a:xfrm>
            <a:off x="2401476" y="1842490"/>
            <a:ext cx="3467102" cy="3078064"/>
            <a:chOff x="2514600" y="861676"/>
            <a:chExt cx="3467102" cy="3078493"/>
          </a:xfrm>
        </p:grpSpPr>
        <p:grpSp>
          <p:nvGrpSpPr>
            <p:cNvPr id="359" name="Google Shape;359;p17"/>
            <p:cNvGrpSpPr/>
            <p:nvPr/>
          </p:nvGrpSpPr>
          <p:grpSpPr>
            <a:xfrm>
              <a:off x="2590800" y="1547561"/>
              <a:ext cx="990600" cy="990849"/>
              <a:chOff x="2133600" y="4191000"/>
              <a:chExt cx="990600" cy="990600"/>
            </a:xfrm>
          </p:grpSpPr>
          <p:cxnSp>
            <p:nvCxnSpPr>
              <p:cNvPr id="360" name="Google Shape;360;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61" name="Google Shape;361;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62" name="Google Shape;362;p17"/>
            <p:cNvGrpSpPr/>
            <p:nvPr/>
          </p:nvGrpSpPr>
          <p:grpSpPr>
            <a:xfrm flipH="1" rot="10800000">
              <a:off x="2590800" y="2538409"/>
              <a:ext cx="990600" cy="990849"/>
              <a:chOff x="2133600" y="4191000"/>
              <a:chExt cx="990600" cy="990600"/>
            </a:xfrm>
          </p:grpSpPr>
          <p:cxnSp>
            <p:nvCxnSpPr>
              <p:cNvPr id="363" name="Google Shape;363;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64" name="Google Shape;364;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65" name="Google Shape;365;p17"/>
            <p:cNvGrpSpPr/>
            <p:nvPr/>
          </p:nvGrpSpPr>
          <p:grpSpPr>
            <a:xfrm rot="5400000">
              <a:off x="4990978" y="1560388"/>
              <a:ext cx="990849" cy="990600"/>
              <a:chOff x="2133600" y="4191000"/>
              <a:chExt cx="990600" cy="990600"/>
            </a:xfrm>
          </p:grpSpPr>
          <p:cxnSp>
            <p:nvCxnSpPr>
              <p:cNvPr id="366" name="Google Shape;366;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67" name="Google Shape;367;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68" name="Google Shape;368;p17"/>
            <p:cNvGrpSpPr/>
            <p:nvPr/>
          </p:nvGrpSpPr>
          <p:grpSpPr>
            <a:xfrm flipH="1" rot="5400000">
              <a:off x="4990978" y="2551237"/>
              <a:ext cx="990849" cy="990600"/>
              <a:chOff x="2133600" y="4191000"/>
              <a:chExt cx="990600" cy="990600"/>
            </a:xfrm>
          </p:grpSpPr>
          <p:cxnSp>
            <p:nvCxnSpPr>
              <p:cNvPr id="369" name="Google Shape;369;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70" name="Google Shape;370;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71" name="Google Shape;371;p17"/>
            <p:cNvGrpSpPr/>
            <p:nvPr/>
          </p:nvGrpSpPr>
          <p:grpSpPr>
            <a:xfrm rot="2700000">
              <a:off x="3799136" y="1066924"/>
              <a:ext cx="990849" cy="990600"/>
              <a:chOff x="2133600" y="4191000"/>
              <a:chExt cx="990600" cy="990600"/>
            </a:xfrm>
          </p:grpSpPr>
          <p:cxnSp>
            <p:nvCxnSpPr>
              <p:cNvPr id="372" name="Google Shape;372;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73" name="Google Shape;373;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374" name="Google Shape;374;p17"/>
            <p:cNvGrpSpPr/>
            <p:nvPr/>
          </p:nvGrpSpPr>
          <p:grpSpPr>
            <a:xfrm flipH="1" rot="4885093">
              <a:off x="3407465" y="1693506"/>
              <a:ext cx="1751117" cy="1722060"/>
              <a:chOff x="2133600" y="4191000"/>
              <a:chExt cx="990600" cy="990600"/>
            </a:xfrm>
          </p:grpSpPr>
          <p:cxnSp>
            <p:nvCxnSpPr>
              <p:cNvPr id="375" name="Google Shape;375;p1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76" name="Google Shape;376;p1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377" name="Google Shape;377;p17"/>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       3</a:t>
              </a:r>
              <a:endParaRPr b="1" sz="1800">
                <a:solidFill>
                  <a:srgbClr val="FF0000"/>
                </a:solidFill>
                <a:latin typeface="Times New Roman"/>
                <a:ea typeface="Times New Roman"/>
                <a:cs typeface="Times New Roman"/>
                <a:sym typeface="Times New Roman"/>
              </a:endParaRPr>
            </a:p>
          </p:txBody>
        </p:sp>
        <p:sp>
          <p:nvSpPr>
            <p:cNvPr id="378" name="Google Shape;378;p17"/>
            <p:cNvSpPr txBox="1"/>
            <p:nvPr/>
          </p:nvSpPr>
          <p:spPr>
            <a:xfrm>
              <a:off x="2616200" y="2868692"/>
              <a:ext cx="533400"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a:t>
              </a:r>
              <a:endParaRPr b="1" sz="1800">
                <a:solidFill>
                  <a:srgbClr val="FF0000"/>
                </a:solidFill>
                <a:latin typeface="Times New Roman"/>
                <a:ea typeface="Times New Roman"/>
                <a:cs typeface="Times New Roman"/>
                <a:sym typeface="Times New Roman"/>
              </a:endParaRPr>
            </a:p>
          </p:txBody>
        </p:sp>
        <p:sp>
          <p:nvSpPr>
            <p:cNvPr id="379" name="Google Shape;379;p17"/>
            <p:cNvSpPr txBox="1"/>
            <p:nvPr/>
          </p:nvSpPr>
          <p:spPr>
            <a:xfrm>
              <a:off x="4112804" y="1166685"/>
              <a:ext cx="533400"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a:t>
              </a:r>
              <a:endParaRPr b="1" sz="1800">
                <a:solidFill>
                  <a:srgbClr val="FF0000"/>
                </a:solidFill>
                <a:latin typeface="Times New Roman"/>
                <a:ea typeface="Times New Roman"/>
                <a:cs typeface="Times New Roman"/>
                <a:sym typeface="Times New Roman"/>
              </a:endParaRPr>
            </a:p>
          </p:txBody>
        </p:sp>
        <p:sp>
          <p:nvSpPr>
            <p:cNvPr id="380" name="Google Shape;380;p17"/>
            <p:cNvSpPr txBox="1"/>
            <p:nvPr/>
          </p:nvSpPr>
          <p:spPr>
            <a:xfrm>
              <a:off x="3971253" y="2214418"/>
              <a:ext cx="524547"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a:t>
              </a:r>
              <a:endParaRPr b="1" sz="1800">
                <a:solidFill>
                  <a:srgbClr val="FF0000"/>
                </a:solidFill>
                <a:latin typeface="Times New Roman"/>
                <a:ea typeface="Times New Roman"/>
                <a:cs typeface="Times New Roman"/>
                <a:sym typeface="Times New Roman"/>
              </a:endParaRPr>
            </a:p>
          </p:txBody>
        </p:sp>
        <p:sp>
          <p:nvSpPr>
            <p:cNvPr id="381" name="Google Shape;381;p17"/>
            <p:cNvSpPr txBox="1"/>
            <p:nvPr/>
          </p:nvSpPr>
          <p:spPr>
            <a:xfrm>
              <a:off x="4085807" y="3539959"/>
              <a:ext cx="533400"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a:t>
              </a:r>
              <a:endParaRPr b="1" sz="1800">
                <a:solidFill>
                  <a:srgbClr val="FF0000"/>
                </a:solidFill>
                <a:latin typeface="Times New Roman"/>
                <a:ea typeface="Times New Roman"/>
                <a:cs typeface="Times New Roman"/>
                <a:sym typeface="Times New Roman"/>
              </a:endParaRPr>
            </a:p>
          </p:txBody>
        </p:sp>
        <p:sp>
          <p:nvSpPr>
            <p:cNvPr id="382" name="Google Shape;382;p17"/>
            <p:cNvSpPr txBox="1"/>
            <p:nvPr/>
          </p:nvSpPr>
          <p:spPr>
            <a:xfrm>
              <a:off x="5450706" y="2942500"/>
              <a:ext cx="304800"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a:t>
              </a:r>
              <a:endParaRPr b="1" sz="1800">
                <a:solidFill>
                  <a:srgbClr val="FF0000"/>
                </a:solidFill>
                <a:latin typeface="Times New Roman"/>
                <a:ea typeface="Times New Roman"/>
                <a:cs typeface="Times New Roman"/>
                <a:sym typeface="Times New Roman"/>
              </a:endParaRPr>
            </a:p>
          </p:txBody>
        </p:sp>
        <p:sp>
          <p:nvSpPr>
            <p:cNvPr id="383" name="Google Shape;383;p17"/>
            <p:cNvSpPr txBox="1"/>
            <p:nvPr/>
          </p:nvSpPr>
          <p:spPr>
            <a:xfrm>
              <a:off x="5417470" y="1626926"/>
              <a:ext cx="533400"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a:t>
              </a:r>
              <a:endParaRPr b="1" sz="1800">
                <a:solidFill>
                  <a:srgbClr val="FF0000"/>
                </a:solidFill>
                <a:latin typeface="Times New Roman"/>
                <a:ea typeface="Times New Roman"/>
                <a:cs typeface="Times New Roman"/>
                <a:sym typeface="Times New Roman"/>
              </a:endParaRPr>
            </a:p>
          </p:txBody>
        </p:sp>
      </p:grpSp>
      <p:sp>
        <p:nvSpPr>
          <p:cNvPr id="384" name="Google Shape;384;p17"/>
          <p:cNvSpPr/>
          <p:nvPr/>
        </p:nvSpPr>
        <p:spPr>
          <a:xfrm>
            <a:off x="23252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385" name="Google Shape;385;p17"/>
          <p:cNvSpPr/>
          <p:nvPr/>
        </p:nvSpPr>
        <p:spPr>
          <a:xfrm>
            <a:off x="33158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386" name="Google Shape;386;p17"/>
          <p:cNvSpPr/>
          <p:nvPr/>
        </p:nvSpPr>
        <p:spPr>
          <a:xfrm>
            <a:off x="47636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387" name="Google Shape;387;p17"/>
          <p:cNvSpPr/>
          <p:nvPr/>
        </p:nvSpPr>
        <p:spPr>
          <a:xfrm>
            <a:off x="57542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388" name="Google Shape;388;p17"/>
          <p:cNvSpPr/>
          <p:nvPr/>
        </p:nvSpPr>
        <p:spPr>
          <a:xfrm>
            <a:off x="46874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389" name="Google Shape;389;p17"/>
          <p:cNvSpPr/>
          <p:nvPr/>
        </p:nvSpPr>
        <p:spPr>
          <a:xfrm>
            <a:off x="33158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8"/>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395" name="Google Shape;395;p18"/>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396" name="Google Shape;396;p18"/>
          <p:cNvSpPr txBox="1"/>
          <p:nvPr>
            <p:ph idx="2" type="body"/>
          </p:nvPr>
        </p:nvSpPr>
        <p:spPr>
          <a:xfrm>
            <a:off x="4648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grpSp>
        <p:nvGrpSpPr>
          <p:cNvPr id="397" name="Google Shape;397;p18"/>
          <p:cNvGrpSpPr/>
          <p:nvPr/>
        </p:nvGrpSpPr>
        <p:grpSpPr>
          <a:xfrm rot="2700000">
            <a:off x="6253964" y="4004972"/>
            <a:ext cx="990600" cy="990600"/>
            <a:chOff x="2133600" y="4191000"/>
            <a:chExt cx="990600" cy="990600"/>
          </a:xfrm>
        </p:grpSpPr>
        <p:cxnSp>
          <p:nvCxnSpPr>
            <p:cNvPr id="398" name="Google Shape;398;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399" name="Google Shape;399;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00" name="Google Shape;400;p18"/>
          <p:cNvGrpSpPr/>
          <p:nvPr/>
        </p:nvGrpSpPr>
        <p:grpSpPr>
          <a:xfrm>
            <a:off x="4906176" y="1842490"/>
            <a:ext cx="3856824" cy="3078020"/>
            <a:chOff x="2438400" y="861676"/>
            <a:chExt cx="3856824" cy="3078449"/>
          </a:xfrm>
        </p:grpSpPr>
        <p:grpSp>
          <p:nvGrpSpPr>
            <p:cNvPr id="401" name="Google Shape;401;p18"/>
            <p:cNvGrpSpPr/>
            <p:nvPr/>
          </p:nvGrpSpPr>
          <p:grpSpPr>
            <a:xfrm>
              <a:off x="2590800" y="1547561"/>
              <a:ext cx="990600" cy="990849"/>
              <a:chOff x="2133600" y="4191000"/>
              <a:chExt cx="990600" cy="990600"/>
            </a:xfrm>
          </p:grpSpPr>
          <p:cxnSp>
            <p:nvCxnSpPr>
              <p:cNvPr id="402" name="Google Shape;402;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03" name="Google Shape;403;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04" name="Google Shape;404;p18"/>
            <p:cNvGrpSpPr/>
            <p:nvPr/>
          </p:nvGrpSpPr>
          <p:grpSpPr>
            <a:xfrm flipH="1" rot="10800000">
              <a:off x="2590800" y="2538409"/>
              <a:ext cx="990600" cy="990849"/>
              <a:chOff x="2133600" y="4191000"/>
              <a:chExt cx="990600" cy="990600"/>
            </a:xfrm>
          </p:grpSpPr>
          <p:cxnSp>
            <p:nvCxnSpPr>
              <p:cNvPr id="405" name="Google Shape;405;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06" name="Google Shape;406;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07" name="Google Shape;407;p18"/>
            <p:cNvGrpSpPr/>
            <p:nvPr/>
          </p:nvGrpSpPr>
          <p:grpSpPr>
            <a:xfrm rot="5400000">
              <a:off x="4990978" y="1560388"/>
              <a:ext cx="990849" cy="990600"/>
              <a:chOff x="2133600" y="4191000"/>
              <a:chExt cx="990600" cy="990600"/>
            </a:xfrm>
          </p:grpSpPr>
          <p:cxnSp>
            <p:nvCxnSpPr>
              <p:cNvPr id="408" name="Google Shape;408;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09" name="Google Shape;409;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10" name="Google Shape;410;p18"/>
            <p:cNvGrpSpPr/>
            <p:nvPr/>
          </p:nvGrpSpPr>
          <p:grpSpPr>
            <a:xfrm flipH="1" rot="5400000">
              <a:off x="4990978" y="2551237"/>
              <a:ext cx="990849" cy="990600"/>
              <a:chOff x="2133600" y="4191000"/>
              <a:chExt cx="990600" cy="990600"/>
            </a:xfrm>
          </p:grpSpPr>
          <p:cxnSp>
            <p:nvCxnSpPr>
              <p:cNvPr id="411" name="Google Shape;411;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12" name="Google Shape;412;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13" name="Google Shape;413;p18"/>
            <p:cNvGrpSpPr/>
            <p:nvPr/>
          </p:nvGrpSpPr>
          <p:grpSpPr>
            <a:xfrm rot="2700000">
              <a:off x="3799136" y="1066924"/>
              <a:ext cx="990849" cy="990600"/>
              <a:chOff x="2133600" y="4191000"/>
              <a:chExt cx="990600" cy="990600"/>
            </a:xfrm>
          </p:grpSpPr>
          <p:cxnSp>
            <p:nvCxnSpPr>
              <p:cNvPr id="414" name="Google Shape;414;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15" name="Google Shape;415;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16" name="Google Shape;416;p18"/>
            <p:cNvGrpSpPr/>
            <p:nvPr/>
          </p:nvGrpSpPr>
          <p:grpSpPr>
            <a:xfrm flipH="1" rot="4885093">
              <a:off x="3407465" y="1693506"/>
              <a:ext cx="1751117" cy="1722060"/>
              <a:chOff x="2133600" y="4191000"/>
              <a:chExt cx="990600" cy="990600"/>
            </a:xfrm>
          </p:grpSpPr>
          <p:cxnSp>
            <p:nvCxnSpPr>
              <p:cNvPr id="417" name="Google Shape;417;p1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18" name="Google Shape;418;p1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419" name="Google Shape;419;p18"/>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420" name="Google Shape;420;p18"/>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421" name="Google Shape;421;p18"/>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422" name="Google Shape;422;p18"/>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423" name="Google Shape;423;p18"/>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424" name="Google Shape;424;p18"/>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425" name="Google Shape;425;p18"/>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426" name="Google Shape;426;p18"/>
          <p:cNvSpPr/>
          <p:nvPr/>
        </p:nvSpPr>
        <p:spPr>
          <a:xfrm>
            <a:off x="4906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427" name="Google Shape;427;p18"/>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428" name="Google Shape;428;p18"/>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429" name="Google Shape;429;p18"/>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430" name="Google Shape;430;p18"/>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431" name="Google Shape;431;p18"/>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437" name="Google Shape;437;p19"/>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grpSp>
        <p:nvGrpSpPr>
          <p:cNvPr id="438" name="Google Shape;438;p19"/>
          <p:cNvGrpSpPr/>
          <p:nvPr/>
        </p:nvGrpSpPr>
        <p:grpSpPr>
          <a:xfrm rot="2700000">
            <a:off x="6253964" y="4004972"/>
            <a:ext cx="990600" cy="990600"/>
            <a:chOff x="2133600" y="4191000"/>
            <a:chExt cx="990600" cy="990600"/>
          </a:xfrm>
        </p:grpSpPr>
        <p:cxnSp>
          <p:nvCxnSpPr>
            <p:cNvPr id="439" name="Google Shape;439;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40" name="Google Shape;440;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41" name="Google Shape;441;p19"/>
          <p:cNvGrpSpPr/>
          <p:nvPr/>
        </p:nvGrpSpPr>
        <p:grpSpPr>
          <a:xfrm>
            <a:off x="4906176" y="1842490"/>
            <a:ext cx="3856824" cy="3078020"/>
            <a:chOff x="2438400" y="861676"/>
            <a:chExt cx="3856824" cy="3078449"/>
          </a:xfrm>
        </p:grpSpPr>
        <p:grpSp>
          <p:nvGrpSpPr>
            <p:cNvPr id="442" name="Google Shape;442;p19"/>
            <p:cNvGrpSpPr/>
            <p:nvPr/>
          </p:nvGrpSpPr>
          <p:grpSpPr>
            <a:xfrm>
              <a:off x="2590800" y="1547561"/>
              <a:ext cx="990600" cy="990849"/>
              <a:chOff x="2133600" y="4191000"/>
              <a:chExt cx="990600" cy="990600"/>
            </a:xfrm>
          </p:grpSpPr>
          <p:cxnSp>
            <p:nvCxnSpPr>
              <p:cNvPr id="443" name="Google Shape;443;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44" name="Google Shape;444;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45" name="Google Shape;445;p19"/>
            <p:cNvGrpSpPr/>
            <p:nvPr/>
          </p:nvGrpSpPr>
          <p:grpSpPr>
            <a:xfrm flipH="1" rot="10800000">
              <a:off x="2590800" y="2538409"/>
              <a:ext cx="990600" cy="990849"/>
              <a:chOff x="2133600" y="4191000"/>
              <a:chExt cx="990600" cy="990600"/>
            </a:xfrm>
          </p:grpSpPr>
          <p:cxnSp>
            <p:nvCxnSpPr>
              <p:cNvPr id="446" name="Google Shape;446;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47" name="Google Shape;447;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48" name="Google Shape;448;p19"/>
            <p:cNvGrpSpPr/>
            <p:nvPr/>
          </p:nvGrpSpPr>
          <p:grpSpPr>
            <a:xfrm rot="5400000">
              <a:off x="4990978" y="1560388"/>
              <a:ext cx="990849" cy="990600"/>
              <a:chOff x="2133600" y="4191000"/>
              <a:chExt cx="990600" cy="990600"/>
            </a:xfrm>
          </p:grpSpPr>
          <p:cxnSp>
            <p:nvCxnSpPr>
              <p:cNvPr id="449" name="Google Shape;449;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50" name="Google Shape;450;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51" name="Google Shape;451;p19"/>
            <p:cNvGrpSpPr/>
            <p:nvPr/>
          </p:nvGrpSpPr>
          <p:grpSpPr>
            <a:xfrm flipH="1" rot="5400000">
              <a:off x="4990978" y="2551237"/>
              <a:ext cx="990849" cy="990600"/>
              <a:chOff x="2133600" y="4191000"/>
              <a:chExt cx="990600" cy="990600"/>
            </a:xfrm>
          </p:grpSpPr>
          <p:cxnSp>
            <p:nvCxnSpPr>
              <p:cNvPr id="452" name="Google Shape;452;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53" name="Google Shape;453;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54" name="Google Shape;454;p19"/>
            <p:cNvGrpSpPr/>
            <p:nvPr/>
          </p:nvGrpSpPr>
          <p:grpSpPr>
            <a:xfrm rot="2700000">
              <a:off x="3799136" y="1066924"/>
              <a:ext cx="990849" cy="990600"/>
              <a:chOff x="2133600" y="4191000"/>
              <a:chExt cx="990600" cy="990600"/>
            </a:xfrm>
          </p:grpSpPr>
          <p:cxnSp>
            <p:nvCxnSpPr>
              <p:cNvPr id="455" name="Google Shape;455;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56" name="Google Shape;456;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57" name="Google Shape;457;p19"/>
            <p:cNvGrpSpPr/>
            <p:nvPr/>
          </p:nvGrpSpPr>
          <p:grpSpPr>
            <a:xfrm flipH="1" rot="4885093">
              <a:off x="3407465" y="1693506"/>
              <a:ext cx="1751117" cy="1722060"/>
              <a:chOff x="2133600" y="4191000"/>
              <a:chExt cx="990600" cy="990600"/>
            </a:xfrm>
          </p:grpSpPr>
          <p:cxnSp>
            <p:nvCxnSpPr>
              <p:cNvPr id="458" name="Google Shape;458;p1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59" name="Google Shape;459;p1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460" name="Google Shape;460;p19"/>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461" name="Google Shape;461;p19"/>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462" name="Google Shape;462;p19"/>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463" name="Google Shape;463;p19"/>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464" name="Google Shape;464;p19"/>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465" name="Google Shape;465;p19"/>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466" name="Google Shape;466;p19"/>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467" name="Google Shape;467;p19"/>
          <p:cNvSpPr/>
          <p:nvPr/>
        </p:nvSpPr>
        <p:spPr>
          <a:xfrm>
            <a:off x="4906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468" name="Google Shape;468;p19"/>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469" name="Google Shape;469;p19"/>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470" name="Google Shape;470;p19"/>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471" name="Google Shape;471;p19"/>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472" name="Google Shape;472;p19"/>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473" name="Google Shape;473;p19"/>
          <p:cNvSpPr txBox="1"/>
          <p:nvPr/>
        </p:nvSpPr>
        <p:spPr>
          <a:xfrm>
            <a:off x="4419600" y="3101290"/>
            <a:ext cx="889268" cy="369332"/>
          </a:xfrm>
          <a:prstGeom prst="rect">
            <a:avLst/>
          </a:prstGeom>
          <a:blipFill rotWithShape="1">
            <a:blip r:embed="rId4">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0"/>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479" name="Google Shape;479;p20"/>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b="1" lang="en-US" sz="2400" u="sng">
                <a:solidFill>
                  <a:srgbClr val="002060"/>
                </a:solidFill>
              </a:rPr>
              <a:t>Bước </a:t>
            </a:r>
            <a:r>
              <a:rPr b="1" i="1" lang="en-US" sz="2400" u="sng">
                <a:solidFill>
                  <a:srgbClr val="002060"/>
                </a:solidFill>
              </a:rPr>
              <a:t>3</a:t>
            </a:r>
            <a:r>
              <a:rPr i="1" lang="en-US" sz="2400">
                <a:solidFill>
                  <a:srgbClr val="002060"/>
                </a:solidFill>
              </a:rPr>
              <a:t> </a:t>
            </a:r>
            <a:r>
              <a:rPr i="1" lang="en-US" sz="1400">
                <a:solidFill>
                  <a:srgbClr val="C00000"/>
                </a:solidFill>
              </a:rPr>
              <a:t>(kiểm tra nhãn của đỉnh thu )</a:t>
            </a:r>
            <a:endParaRPr/>
          </a:p>
          <a:p>
            <a:pPr indent="-158750" lvl="1" marL="742950" rtl="0" algn="l">
              <a:spcBef>
                <a:spcPts val="400"/>
              </a:spcBef>
              <a:spcAft>
                <a:spcPts val="0"/>
              </a:spcAft>
              <a:buClr>
                <a:schemeClr val="dk1"/>
              </a:buClr>
              <a:buSzPts val="2000"/>
              <a:buFont typeface="Noto Sans Symbols"/>
              <a:buNone/>
            </a:pPr>
            <a:r>
              <a:t/>
            </a:r>
            <a:endParaRPr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sz="2000">
                <a:solidFill>
                  <a:srgbClr val="002060"/>
                </a:solidFill>
              </a:rPr>
              <a:t>t chưa có nhãn---&gt;</a:t>
            </a:r>
            <a:r>
              <a:rPr b="1" lang="en-US" sz="2000">
                <a:solidFill>
                  <a:srgbClr val="002060"/>
                </a:solidFill>
              </a:rPr>
              <a:t>bước 4</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480" name="Google Shape;480;p20"/>
          <p:cNvGrpSpPr/>
          <p:nvPr/>
        </p:nvGrpSpPr>
        <p:grpSpPr>
          <a:xfrm rot="2700000">
            <a:off x="6253964" y="4004972"/>
            <a:ext cx="990600" cy="990600"/>
            <a:chOff x="2133600" y="4191000"/>
            <a:chExt cx="990600" cy="990600"/>
          </a:xfrm>
        </p:grpSpPr>
        <p:cxnSp>
          <p:nvCxnSpPr>
            <p:cNvPr id="481" name="Google Shape;481;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82" name="Google Shape;482;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83" name="Google Shape;483;p20"/>
          <p:cNvGrpSpPr/>
          <p:nvPr/>
        </p:nvGrpSpPr>
        <p:grpSpPr>
          <a:xfrm>
            <a:off x="4906176" y="1842490"/>
            <a:ext cx="3856824" cy="3078020"/>
            <a:chOff x="2438400" y="861676"/>
            <a:chExt cx="3856824" cy="3078449"/>
          </a:xfrm>
        </p:grpSpPr>
        <p:grpSp>
          <p:nvGrpSpPr>
            <p:cNvPr id="484" name="Google Shape;484;p20"/>
            <p:cNvGrpSpPr/>
            <p:nvPr/>
          </p:nvGrpSpPr>
          <p:grpSpPr>
            <a:xfrm>
              <a:off x="2590800" y="1547561"/>
              <a:ext cx="990600" cy="990849"/>
              <a:chOff x="2133600" y="4191000"/>
              <a:chExt cx="990600" cy="990600"/>
            </a:xfrm>
          </p:grpSpPr>
          <p:cxnSp>
            <p:nvCxnSpPr>
              <p:cNvPr id="485" name="Google Shape;485;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86" name="Google Shape;486;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87" name="Google Shape;487;p20"/>
            <p:cNvGrpSpPr/>
            <p:nvPr/>
          </p:nvGrpSpPr>
          <p:grpSpPr>
            <a:xfrm flipH="1" rot="10800000">
              <a:off x="2590800" y="2538409"/>
              <a:ext cx="990600" cy="990849"/>
              <a:chOff x="2133600" y="4191000"/>
              <a:chExt cx="990600" cy="990600"/>
            </a:xfrm>
          </p:grpSpPr>
          <p:cxnSp>
            <p:nvCxnSpPr>
              <p:cNvPr id="488" name="Google Shape;488;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89" name="Google Shape;489;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90" name="Google Shape;490;p20"/>
            <p:cNvGrpSpPr/>
            <p:nvPr/>
          </p:nvGrpSpPr>
          <p:grpSpPr>
            <a:xfrm rot="5400000">
              <a:off x="4990978" y="1560388"/>
              <a:ext cx="990849" cy="990600"/>
              <a:chOff x="2133600" y="4191000"/>
              <a:chExt cx="990600" cy="990600"/>
            </a:xfrm>
          </p:grpSpPr>
          <p:cxnSp>
            <p:nvCxnSpPr>
              <p:cNvPr id="491" name="Google Shape;491;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92" name="Google Shape;492;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93" name="Google Shape;493;p20"/>
            <p:cNvGrpSpPr/>
            <p:nvPr/>
          </p:nvGrpSpPr>
          <p:grpSpPr>
            <a:xfrm flipH="1" rot="5400000">
              <a:off x="4990978" y="2551237"/>
              <a:ext cx="990849" cy="990600"/>
              <a:chOff x="2133600" y="4191000"/>
              <a:chExt cx="990600" cy="990600"/>
            </a:xfrm>
          </p:grpSpPr>
          <p:cxnSp>
            <p:nvCxnSpPr>
              <p:cNvPr id="494" name="Google Shape;494;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95" name="Google Shape;495;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96" name="Google Shape;496;p20"/>
            <p:cNvGrpSpPr/>
            <p:nvPr/>
          </p:nvGrpSpPr>
          <p:grpSpPr>
            <a:xfrm rot="2700000">
              <a:off x="3799136" y="1066924"/>
              <a:ext cx="990849" cy="990600"/>
              <a:chOff x="2133600" y="4191000"/>
              <a:chExt cx="990600" cy="990600"/>
            </a:xfrm>
          </p:grpSpPr>
          <p:cxnSp>
            <p:nvCxnSpPr>
              <p:cNvPr id="497" name="Google Shape;497;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498" name="Google Shape;498;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499" name="Google Shape;499;p20"/>
            <p:cNvGrpSpPr/>
            <p:nvPr/>
          </p:nvGrpSpPr>
          <p:grpSpPr>
            <a:xfrm flipH="1" rot="4885093">
              <a:off x="3407465" y="1693506"/>
              <a:ext cx="1751117" cy="1722060"/>
              <a:chOff x="2133600" y="4191000"/>
              <a:chExt cx="990600" cy="990600"/>
            </a:xfrm>
          </p:grpSpPr>
          <p:cxnSp>
            <p:nvCxnSpPr>
              <p:cNvPr id="500" name="Google Shape;500;p2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01" name="Google Shape;501;p2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502" name="Google Shape;502;p20"/>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503" name="Google Shape;503;p20"/>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504" name="Google Shape;504;p20"/>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05" name="Google Shape;505;p20"/>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506" name="Google Shape;506;p20"/>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07" name="Google Shape;507;p20"/>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508" name="Google Shape;508;p20"/>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509" name="Google Shape;509;p20"/>
          <p:cNvSpPr/>
          <p:nvPr/>
        </p:nvSpPr>
        <p:spPr>
          <a:xfrm>
            <a:off x="4906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510" name="Google Shape;510;p20"/>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511" name="Google Shape;511;p20"/>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512" name="Google Shape;512;p20"/>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513" name="Google Shape;513;p20"/>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514" name="Google Shape;514;p20"/>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515" name="Google Shape;515;p20"/>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1"/>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521" name="Google Shape;521;p21"/>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b="1" lang="en-US" u="sng">
                <a:solidFill>
                  <a:srgbClr val="002060"/>
                </a:solidFill>
              </a:rPr>
              <a:t>Bước 4</a:t>
            </a:r>
            <a:r>
              <a:rPr i="1" lang="en-US" sz="1600">
                <a:solidFill>
                  <a:srgbClr val="C00000"/>
                </a:solidFill>
              </a:rPr>
              <a:t>( xác đỉnh đỉnh đánh dấu)</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 Xét các đỉnh </a:t>
            </a:r>
            <a:r>
              <a:rPr b="1" lang="en-US">
                <a:solidFill>
                  <a:srgbClr val="002060"/>
                </a:solidFill>
              </a:rPr>
              <a:t>mang</a:t>
            </a:r>
            <a:r>
              <a:rPr b="1" lang="en-US">
                <a:solidFill>
                  <a:srgbClr val="002060"/>
                </a:solidFill>
              </a:rPr>
              <a:t> </a:t>
            </a:r>
            <a:r>
              <a:rPr b="1" lang="en-US">
                <a:solidFill>
                  <a:srgbClr val="002060"/>
                </a:solidFill>
              </a:rPr>
              <a:t>nhãn </a:t>
            </a:r>
            <a:r>
              <a:rPr lang="en-US">
                <a:solidFill>
                  <a:srgbClr val="002060"/>
                </a:solidFill>
              </a:rPr>
              <a:t>và </a:t>
            </a:r>
            <a:r>
              <a:rPr b="1" lang="en-US">
                <a:solidFill>
                  <a:srgbClr val="002060"/>
                </a:solidFill>
              </a:rPr>
              <a:t>chưa đánh dấu, </a:t>
            </a:r>
            <a:endParaRPr/>
          </a:p>
          <a:p>
            <a:pPr indent="-285750" lvl="1" marL="742950" rtl="0" algn="l">
              <a:spcBef>
                <a:spcPts val="480"/>
              </a:spcBef>
              <a:spcAft>
                <a:spcPts val="0"/>
              </a:spcAft>
              <a:buClr>
                <a:srgbClr val="002060"/>
              </a:buClr>
              <a:buSzPts val="2400"/>
              <a:buFont typeface="Noto Sans Symbols"/>
              <a:buChar char="▪"/>
            </a:pPr>
            <a:r>
              <a:rPr b="1" lang="en-US">
                <a:solidFill>
                  <a:srgbClr val="002060"/>
                </a:solidFill>
              </a:rPr>
              <a:t>chọn v: = s</a:t>
            </a:r>
            <a:r>
              <a:rPr lang="en-US">
                <a:solidFill>
                  <a:srgbClr val="002060"/>
                </a:solidFill>
              </a:rPr>
              <a: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Đánh dấu s (</a:t>
            </a:r>
            <a:r>
              <a:rPr lang="en-US" sz="2000">
                <a:solidFill>
                  <a:srgbClr val="002060"/>
                </a:solidFill>
              </a:rPr>
              <a:t>sử dụng màu để đánh dấu</a:t>
            </a:r>
            <a:r>
              <a:rPr lang="en-US">
                <a:solidFill>
                  <a:srgbClr val="002060"/>
                </a:solidFill>
              </a:rPr>
              <a:t>)</a:t>
            </a:r>
            <a:endParaRPr b="1">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522" name="Google Shape;522;p21"/>
          <p:cNvGrpSpPr/>
          <p:nvPr/>
        </p:nvGrpSpPr>
        <p:grpSpPr>
          <a:xfrm rot="2700000">
            <a:off x="6253964" y="4004972"/>
            <a:ext cx="990600" cy="990600"/>
            <a:chOff x="2133600" y="4191000"/>
            <a:chExt cx="990600" cy="990600"/>
          </a:xfrm>
        </p:grpSpPr>
        <p:cxnSp>
          <p:nvCxnSpPr>
            <p:cNvPr id="523" name="Google Shape;523;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24" name="Google Shape;524;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25" name="Google Shape;525;p21"/>
          <p:cNvGrpSpPr/>
          <p:nvPr/>
        </p:nvGrpSpPr>
        <p:grpSpPr>
          <a:xfrm>
            <a:off x="4906176" y="1842490"/>
            <a:ext cx="3856824" cy="3078020"/>
            <a:chOff x="2438400" y="861676"/>
            <a:chExt cx="3856824" cy="3078449"/>
          </a:xfrm>
        </p:grpSpPr>
        <p:grpSp>
          <p:nvGrpSpPr>
            <p:cNvPr id="526" name="Google Shape;526;p21"/>
            <p:cNvGrpSpPr/>
            <p:nvPr/>
          </p:nvGrpSpPr>
          <p:grpSpPr>
            <a:xfrm>
              <a:off x="2590800" y="1547561"/>
              <a:ext cx="990600" cy="990849"/>
              <a:chOff x="2133600" y="4191000"/>
              <a:chExt cx="990600" cy="990600"/>
            </a:xfrm>
          </p:grpSpPr>
          <p:cxnSp>
            <p:nvCxnSpPr>
              <p:cNvPr id="527" name="Google Shape;527;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28" name="Google Shape;528;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29" name="Google Shape;529;p21"/>
            <p:cNvGrpSpPr/>
            <p:nvPr/>
          </p:nvGrpSpPr>
          <p:grpSpPr>
            <a:xfrm flipH="1" rot="10800000">
              <a:off x="2590800" y="2538409"/>
              <a:ext cx="990600" cy="990849"/>
              <a:chOff x="2133600" y="4191000"/>
              <a:chExt cx="990600" cy="990600"/>
            </a:xfrm>
          </p:grpSpPr>
          <p:cxnSp>
            <p:nvCxnSpPr>
              <p:cNvPr id="530" name="Google Shape;530;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31" name="Google Shape;531;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32" name="Google Shape;532;p21"/>
            <p:cNvGrpSpPr/>
            <p:nvPr/>
          </p:nvGrpSpPr>
          <p:grpSpPr>
            <a:xfrm rot="5400000">
              <a:off x="4990978" y="1560388"/>
              <a:ext cx="990849" cy="990600"/>
              <a:chOff x="2133600" y="4191000"/>
              <a:chExt cx="990600" cy="990600"/>
            </a:xfrm>
          </p:grpSpPr>
          <p:cxnSp>
            <p:nvCxnSpPr>
              <p:cNvPr id="533" name="Google Shape;533;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34" name="Google Shape;534;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35" name="Google Shape;535;p21"/>
            <p:cNvGrpSpPr/>
            <p:nvPr/>
          </p:nvGrpSpPr>
          <p:grpSpPr>
            <a:xfrm flipH="1" rot="5400000">
              <a:off x="4990978" y="2551237"/>
              <a:ext cx="990849" cy="990600"/>
              <a:chOff x="2133600" y="4191000"/>
              <a:chExt cx="990600" cy="990600"/>
            </a:xfrm>
          </p:grpSpPr>
          <p:cxnSp>
            <p:nvCxnSpPr>
              <p:cNvPr id="536" name="Google Shape;536;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37" name="Google Shape;537;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38" name="Google Shape;538;p21"/>
            <p:cNvGrpSpPr/>
            <p:nvPr/>
          </p:nvGrpSpPr>
          <p:grpSpPr>
            <a:xfrm rot="2700000">
              <a:off x="3799136" y="1066924"/>
              <a:ext cx="990849" cy="990600"/>
              <a:chOff x="2133600" y="4191000"/>
              <a:chExt cx="990600" cy="990600"/>
            </a:xfrm>
          </p:grpSpPr>
          <p:cxnSp>
            <p:nvCxnSpPr>
              <p:cNvPr id="539" name="Google Shape;539;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40" name="Google Shape;540;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41" name="Google Shape;541;p21"/>
            <p:cNvGrpSpPr/>
            <p:nvPr/>
          </p:nvGrpSpPr>
          <p:grpSpPr>
            <a:xfrm flipH="1" rot="4885093">
              <a:off x="3407465" y="1693506"/>
              <a:ext cx="1751117" cy="1722060"/>
              <a:chOff x="2133600" y="4191000"/>
              <a:chExt cx="990600" cy="990600"/>
            </a:xfrm>
          </p:grpSpPr>
          <p:cxnSp>
            <p:nvCxnSpPr>
              <p:cNvPr id="542" name="Google Shape;542;p2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43" name="Google Shape;543;p2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544" name="Google Shape;544;p21"/>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545" name="Google Shape;545;p21"/>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546" name="Google Shape;546;p21"/>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47" name="Google Shape;547;p21"/>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548" name="Google Shape;548;p21"/>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49" name="Google Shape;549;p21"/>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550" name="Google Shape;550;p21"/>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551" name="Google Shape;551;p21"/>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552" name="Google Shape;552;p21"/>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553" name="Google Shape;553;p21"/>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554" name="Google Shape;554;p21"/>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555" name="Google Shape;555;p21"/>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556" name="Google Shape;556;p21"/>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557" name="Google Shape;557;p21"/>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563" name="Google Shape;563;p22"/>
          <p:cNvSpPr txBox="1"/>
          <p:nvPr>
            <p:ph idx="1" type="body"/>
          </p:nvPr>
        </p:nvSpPr>
        <p:spPr>
          <a:xfrm>
            <a:off x="457200" y="1600200"/>
            <a:ext cx="4038600" cy="4525963"/>
          </a:xfrm>
          <a:prstGeom prst="rect">
            <a:avLst/>
          </a:prstGeom>
          <a:blipFill rotWithShape="1">
            <a:blip r:embed="rId3">
              <a:alphaModFix/>
            </a:blip>
            <a:stretch>
              <a:fillRect b="0" l="-2563" r="-300" t="-134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grpSp>
        <p:nvGrpSpPr>
          <p:cNvPr id="564" name="Google Shape;564;p22"/>
          <p:cNvGrpSpPr/>
          <p:nvPr/>
        </p:nvGrpSpPr>
        <p:grpSpPr>
          <a:xfrm rot="2700000">
            <a:off x="6253964" y="4004972"/>
            <a:ext cx="990600" cy="990600"/>
            <a:chOff x="2133600" y="4191000"/>
            <a:chExt cx="990600" cy="990600"/>
          </a:xfrm>
        </p:grpSpPr>
        <p:cxnSp>
          <p:nvCxnSpPr>
            <p:cNvPr id="565" name="Google Shape;565;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66" name="Google Shape;566;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67" name="Google Shape;567;p22"/>
          <p:cNvGrpSpPr/>
          <p:nvPr/>
        </p:nvGrpSpPr>
        <p:grpSpPr>
          <a:xfrm>
            <a:off x="4906176" y="1842490"/>
            <a:ext cx="3856824" cy="3078020"/>
            <a:chOff x="2438400" y="861676"/>
            <a:chExt cx="3856824" cy="3078449"/>
          </a:xfrm>
        </p:grpSpPr>
        <p:grpSp>
          <p:nvGrpSpPr>
            <p:cNvPr id="568" name="Google Shape;568;p22"/>
            <p:cNvGrpSpPr/>
            <p:nvPr/>
          </p:nvGrpSpPr>
          <p:grpSpPr>
            <a:xfrm>
              <a:off x="2590800" y="1547561"/>
              <a:ext cx="990600" cy="990849"/>
              <a:chOff x="2133600" y="4191000"/>
              <a:chExt cx="990600" cy="990600"/>
            </a:xfrm>
          </p:grpSpPr>
          <p:cxnSp>
            <p:nvCxnSpPr>
              <p:cNvPr id="569" name="Google Shape;569;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70" name="Google Shape;570;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71" name="Google Shape;571;p22"/>
            <p:cNvGrpSpPr/>
            <p:nvPr/>
          </p:nvGrpSpPr>
          <p:grpSpPr>
            <a:xfrm flipH="1" rot="10800000">
              <a:off x="2590800" y="2538409"/>
              <a:ext cx="990600" cy="990849"/>
              <a:chOff x="2133600" y="4191000"/>
              <a:chExt cx="990600" cy="990600"/>
            </a:xfrm>
          </p:grpSpPr>
          <p:cxnSp>
            <p:nvCxnSpPr>
              <p:cNvPr id="572" name="Google Shape;572;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73" name="Google Shape;573;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74" name="Google Shape;574;p22"/>
            <p:cNvGrpSpPr/>
            <p:nvPr/>
          </p:nvGrpSpPr>
          <p:grpSpPr>
            <a:xfrm rot="5400000">
              <a:off x="4990978" y="1560388"/>
              <a:ext cx="990849" cy="990600"/>
              <a:chOff x="2133600" y="4191000"/>
              <a:chExt cx="990600" cy="990600"/>
            </a:xfrm>
          </p:grpSpPr>
          <p:cxnSp>
            <p:nvCxnSpPr>
              <p:cNvPr id="575" name="Google Shape;575;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76" name="Google Shape;576;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77" name="Google Shape;577;p22"/>
            <p:cNvGrpSpPr/>
            <p:nvPr/>
          </p:nvGrpSpPr>
          <p:grpSpPr>
            <a:xfrm flipH="1" rot="5400000">
              <a:off x="4990978" y="2551237"/>
              <a:ext cx="990849" cy="990600"/>
              <a:chOff x="2133600" y="4191000"/>
              <a:chExt cx="990600" cy="990600"/>
            </a:xfrm>
          </p:grpSpPr>
          <p:cxnSp>
            <p:nvCxnSpPr>
              <p:cNvPr id="578" name="Google Shape;578;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79" name="Google Shape;579;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80" name="Google Shape;580;p22"/>
            <p:cNvGrpSpPr/>
            <p:nvPr/>
          </p:nvGrpSpPr>
          <p:grpSpPr>
            <a:xfrm rot="2700000">
              <a:off x="3799136" y="1066924"/>
              <a:ext cx="990849" cy="990600"/>
              <a:chOff x="2133600" y="4191000"/>
              <a:chExt cx="990600" cy="990600"/>
            </a:xfrm>
          </p:grpSpPr>
          <p:cxnSp>
            <p:nvCxnSpPr>
              <p:cNvPr id="581" name="Google Shape;581;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82" name="Google Shape;582;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583" name="Google Shape;583;p22"/>
            <p:cNvGrpSpPr/>
            <p:nvPr/>
          </p:nvGrpSpPr>
          <p:grpSpPr>
            <a:xfrm flipH="1" rot="4885093">
              <a:off x="3407465" y="1693506"/>
              <a:ext cx="1751117" cy="1722060"/>
              <a:chOff x="2133600" y="4191000"/>
              <a:chExt cx="990600" cy="990600"/>
            </a:xfrm>
          </p:grpSpPr>
          <p:cxnSp>
            <p:nvCxnSpPr>
              <p:cNvPr id="584" name="Google Shape;584;p2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585" name="Google Shape;585;p2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586" name="Google Shape;586;p22"/>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587" name="Google Shape;587;p22"/>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588" name="Google Shape;588;p22"/>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89" name="Google Shape;589;p22"/>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590" name="Google Shape;590;p22"/>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591" name="Google Shape;591;p22"/>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592" name="Google Shape;592;p22"/>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593" name="Google Shape;593;p22"/>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594" name="Google Shape;594;p22"/>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595" name="Google Shape;595;p22"/>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596" name="Google Shape;596;p22"/>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597" name="Google Shape;597;p22"/>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598" name="Google Shape;598;p22"/>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599" name="Google Shape;599;p22"/>
          <p:cNvSpPr txBox="1"/>
          <p:nvPr/>
        </p:nvSpPr>
        <p:spPr>
          <a:xfrm>
            <a:off x="4419600" y="3101290"/>
            <a:ext cx="889268" cy="369332"/>
          </a:xfrm>
          <a:prstGeom prst="rect">
            <a:avLst/>
          </a:prstGeom>
          <a:blipFill rotWithShape="1">
            <a:blip r:embed="rId4">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600" name="Google Shape;600;p22"/>
          <p:cNvSpPr txBox="1"/>
          <p:nvPr/>
        </p:nvSpPr>
        <p:spPr>
          <a:xfrm>
            <a:off x="5620217" y="1962790"/>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601" name="Google Shape;601;p22"/>
          <p:cNvSpPr txBox="1"/>
          <p:nvPr/>
        </p:nvSpPr>
        <p:spPr>
          <a:xfrm>
            <a:off x="5406271" y="4720455"/>
            <a:ext cx="889268" cy="369332"/>
          </a:xfrm>
          <a:prstGeom prst="rect">
            <a:avLst/>
          </a:prstGeom>
          <a:blipFill rotWithShape="1">
            <a:blip r:embed="rId6">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23"/>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607" name="Google Shape;607;p23"/>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b="1" lang="en-US" sz="2400" u="sng">
                <a:solidFill>
                  <a:srgbClr val="002060"/>
                </a:solidFill>
              </a:rPr>
              <a:t>Bước </a:t>
            </a:r>
            <a:r>
              <a:rPr b="1" i="1" lang="en-US" sz="2400" u="sng">
                <a:solidFill>
                  <a:srgbClr val="002060"/>
                </a:solidFill>
              </a:rPr>
              <a:t>3</a:t>
            </a:r>
            <a:r>
              <a:rPr i="1" lang="en-US" sz="2400">
                <a:solidFill>
                  <a:srgbClr val="002060"/>
                </a:solidFill>
              </a:rPr>
              <a:t> </a:t>
            </a:r>
            <a:r>
              <a:rPr i="1" lang="en-US" sz="1400">
                <a:solidFill>
                  <a:srgbClr val="C00000"/>
                </a:solidFill>
              </a:rPr>
              <a:t>(kiểm tra nhãn của đỉnh thu )</a:t>
            </a:r>
            <a:endParaRPr/>
          </a:p>
          <a:p>
            <a:pPr indent="-158750" lvl="1" marL="742950" rtl="0" algn="l">
              <a:spcBef>
                <a:spcPts val="400"/>
              </a:spcBef>
              <a:spcAft>
                <a:spcPts val="0"/>
              </a:spcAft>
              <a:buClr>
                <a:schemeClr val="dk1"/>
              </a:buClr>
              <a:buSzPts val="2000"/>
              <a:buFont typeface="Noto Sans Symbols"/>
              <a:buNone/>
            </a:pPr>
            <a:r>
              <a:t/>
            </a:r>
            <a:endParaRPr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sz="2000">
                <a:solidFill>
                  <a:srgbClr val="002060"/>
                </a:solidFill>
              </a:rPr>
              <a:t>t chưa có nhãn---&gt;</a:t>
            </a:r>
            <a:r>
              <a:rPr b="1" lang="en-US" sz="2000">
                <a:solidFill>
                  <a:srgbClr val="002060"/>
                </a:solidFill>
              </a:rPr>
              <a:t>bước 4</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608" name="Google Shape;608;p23"/>
          <p:cNvGrpSpPr/>
          <p:nvPr/>
        </p:nvGrpSpPr>
        <p:grpSpPr>
          <a:xfrm rot="2700000">
            <a:off x="6253964" y="4004972"/>
            <a:ext cx="990600" cy="990600"/>
            <a:chOff x="2133600" y="4191000"/>
            <a:chExt cx="990600" cy="990600"/>
          </a:xfrm>
        </p:grpSpPr>
        <p:cxnSp>
          <p:nvCxnSpPr>
            <p:cNvPr id="609" name="Google Shape;609;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10" name="Google Shape;610;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11" name="Google Shape;611;p23"/>
          <p:cNvGrpSpPr/>
          <p:nvPr/>
        </p:nvGrpSpPr>
        <p:grpSpPr>
          <a:xfrm>
            <a:off x="4906176" y="1842490"/>
            <a:ext cx="3856824" cy="3078020"/>
            <a:chOff x="2438400" y="861676"/>
            <a:chExt cx="3856824" cy="3078449"/>
          </a:xfrm>
        </p:grpSpPr>
        <p:grpSp>
          <p:nvGrpSpPr>
            <p:cNvPr id="612" name="Google Shape;612;p23"/>
            <p:cNvGrpSpPr/>
            <p:nvPr/>
          </p:nvGrpSpPr>
          <p:grpSpPr>
            <a:xfrm>
              <a:off x="2590800" y="1547561"/>
              <a:ext cx="990600" cy="990849"/>
              <a:chOff x="2133600" y="4191000"/>
              <a:chExt cx="990600" cy="990600"/>
            </a:xfrm>
          </p:grpSpPr>
          <p:cxnSp>
            <p:nvCxnSpPr>
              <p:cNvPr id="613" name="Google Shape;613;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14" name="Google Shape;614;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15" name="Google Shape;615;p23"/>
            <p:cNvGrpSpPr/>
            <p:nvPr/>
          </p:nvGrpSpPr>
          <p:grpSpPr>
            <a:xfrm flipH="1" rot="10800000">
              <a:off x="2590800" y="2538409"/>
              <a:ext cx="990600" cy="990849"/>
              <a:chOff x="2133600" y="4191000"/>
              <a:chExt cx="990600" cy="990600"/>
            </a:xfrm>
          </p:grpSpPr>
          <p:cxnSp>
            <p:nvCxnSpPr>
              <p:cNvPr id="616" name="Google Shape;616;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17" name="Google Shape;617;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18" name="Google Shape;618;p23"/>
            <p:cNvGrpSpPr/>
            <p:nvPr/>
          </p:nvGrpSpPr>
          <p:grpSpPr>
            <a:xfrm rot="5400000">
              <a:off x="4990978" y="1560388"/>
              <a:ext cx="990849" cy="990600"/>
              <a:chOff x="2133600" y="4191000"/>
              <a:chExt cx="990600" cy="990600"/>
            </a:xfrm>
          </p:grpSpPr>
          <p:cxnSp>
            <p:nvCxnSpPr>
              <p:cNvPr id="619" name="Google Shape;619;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20" name="Google Shape;620;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21" name="Google Shape;621;p23"/>
            <p:cNvGrpSpPr/>
            <p:nvPr/>
          </p:nvGrpSpPr>
          <p:grpSpPr>
            <a:xfrm flipH="1" rot="5400000">
              <a:off x="4990978" y="2551237"/>
              <a:ext cx="990849" cy="990600"/>
              <a:chOff x="2133600" y="4191000"/>
              <a:chExt cx="990600" cy="990600"/>
            </a:xfrm>
          </p:grpSpPr>
          <p:cxnSp>
            <p:nvCxnSpPr>
              <p:cNvPr id="622" name="Google Shape;622;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23" name="Google Shape;623;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24" name="Google Shape;624;p23"/>
            <p:cNvGrpSpPr/>
            <p:nvPr/>
          </p:nvGrpSpPr>
          <p:grpSpPr>
            <a:xfrm rot="2700000">
              <a:off x="3799136" y="1066924"/>
              <a:ext cx="990849" cy="990600"/>
              <a:chOff x="2133600" y="4191000"/>
              <a:chExt cx="990600" cy="990600"/>
            </a:xfrm>
          </p:grpSpPr>
          <p:cxnSp>
            <p:nvCxnSpPr>
              <p:cNvPr id="625" name="Google Shape;625;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26" name="Google Shape;626;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27" name="Google Shape;627;p23"/>
            <p:cNvGrpSpPr/>
            <p:nvPr/>
          </p:nvGrpSpPr>
          <p:grpSpPr>
            <a:xfrm flipH="1" rot="4885093">
              <a:off x="3407465" y="1693506"/>
              <a:ext cx="1751117" cy="1722060"/>
              <a:chOff x="2133600" y="4191000"/>
              <a:chExt cx="990600" cy="990600"/>
            </a:xfrm>
          </p:grpSpPr>
          <p:cxnSp>
            <p:nvCxnSpPr>
              <p:cNvPr id="628" name="Google Shape;628;p2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29" name="Google Shape;629;p2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630" name="Google Shape;630;p23"/>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631" name="Google Shape;631;p23"/>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632" name="Google Shape;632;p23"/>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633" name="Google Shape;633;p23"/>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634" name="Google Shape;634;p23"/>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635" name="Google Shape;635;p23"/>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636" name="Google Shape;636;p23"/>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637" name="Google Shape;637;p23"/>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638" name="Google Shape;638;p23"/>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639" name="Google Shape;639;p23"/>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640" name="Google Shape;640;p23"/>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641" name="Google Shape;641;p23"/>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642" name="Google Shape;642;p23"/>
          <p:cNvSpPr/>
          <p:nvPr/>
        </p:nvSpPr>
        <p:spPr>
          <a:xfrm>
            <a:off x="58967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643" name="Google Shape;643;p23"/>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644" name="Google Shape;644;p23"/>
          <p:cNvSpPr txBox="1"/>
          <p:nvPr/>
        </p:nvSpPr>
        <p:spPr>
          <a:xfrm>
            <a:off x="5620217" y="1962790"/>
            <a:ext cx="889268" cy="369332"/>
          </a:xfrm>
          <a:prstGeom prst="rect">
            <a:avLst/>
          </a:prstGeom>
          <a:blipFill rotWithShape="1">
            <a:blip r:embed="rId4">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645" name="Google Shape;645;p23"/>
          <p:cNvSpPr txBox="1"/>
          <p:nvPr/>
        </p:nvSpPr>
        <p:spPr>
          <a:xfrm>
            <a:off x="5406271" y="4720455"/>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2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651" name="Google Shape;651;p24"/>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b="1" lang="en-US" u="sng">
                <a:solidFill>
                  <a:srgbClr val="002060"/>
                </a:solidFill>
              </a:rPr>
              <a:t>Bước 4</a:t>
            </a:r>
            <a:r>
              <a:rPr i="1" lang="en-US" sz="1600">
                <a:solidFill>
                  <a:srgbClr val="C00000"/>
                </a:solidFill>
              </a:rPr>
              <a:t>( xác đỉnh đỉnh đánh dấu)</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 Xét các đỉnh </a:t>
            </a:r>
            <a:r>
              <a:rPr b="1" lang="en-US">
                <a:solidFill>
                  <a:srgbClr val="002060"/>
                </a:solidFill>
              </a:rPr>
              <a:t>mang nhãn </a:t>
            </a:r>
            <a:r>
              <a:rPr lang="en-US">
                <a:solidFill>
                  <a:srgbClr val="002060"/>
                </a:solidFill>
              </a:rPr>
              <a:t>và </a:t>
            </a:r>
            <a:r>
              <a:rPr b="1" lang="en-US">
                <a:solidFill>
                  <a:srgbClr val="002060"/>
                </a:solidFill>
              </a:rPr>
              <a:t>chưa đánh dấu, </a:t>
            </a:r>
            <a:endParaRPr/>
          </a:p>
          <a:p>
            <a:pPr indent="-285750" lvl="1" marL="742950" rtl="0" algn="l">
              <a:spcBef>
                <a:spcPts val="480"/>
              </a:spcBef>
              <a:spcAft>
                <a:spcPts val="0"/>
              </a:spcAft>
              <a:buClr>
                <a:srgbClr val="002060"/>
              </a:buClr>
              <a:buSzPts val="2400"/>
              <a:buFont typeface="Noto Sans Symbols"/>
              <a:buChar char="▪"/>
            </a:pPr>
            <a:r>
              <a:rPr b="1" lang="en-US">
                <a:solidFill>
                  <a:srgbClr val="002060"/>
                </a:solidFill>
              </a:rPr>
              <a:t>chọn v: = a</a:t>
            </a:r>
            <a:r>
              <a:rPr lang="en-US">
                <a:solidFill>
                  <a:srgbClr val="002060"/>
                </a:solidFill>
              </a:rPr>
              <a: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Đánh dấu a (</a:t>
            </a:r>
            <a:r>
              <a:rPr lang="en-US" sz="2000">
                <a:solidFill>
                  <a:srgbClr val="002060"/>
                </a:solidFill>
              </a:rPr>
              <a:t>sử dụng màu để đánh dấu</a:t>
            </a:r>
            <a:r>
              <a:rPr lang="en-US">
                <a:solidFill>
                  <a:srgbClr val="002060"/>
                </a:solidFill>
              </a:rPr>
              <a:t>)</a:t>
            </a:r>
            <a:endParaRPr b="1">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652" name="Google Shape;652;p24"/>
          <p:cNvGrpSpPr/>
          <p:nvPr/>
        </p:nvGrpSpPr>
        <p:grpSpPr>
          <a:xfrm rot="2700000">
            <a:off x="6253964" y="4004972"/>
            <a:ext cx="990600" cy="990600"/>
            <a:chOff x="2133600" y="4191000"/>
            <a:chExt cx="990600" cy="990600"/>
          </a:xfrm>
        </p:grpSpPr>
        <p:cxnSp>
          <p:nvCxnSpPr>
            <p:cNvPr id="653" name="Google Shape;653;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54" name="Google Shape;654;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55" name="Google Shape;655;p24"/>
          <p:cNvGrpSpPr/>
          <p:nvPr/>
        </p:nvGrpSpPr>
        <p:grpSpPr>
          <a:xfrm>
            <a:off x="4906176" y="1842490"/>
            <a:ext cx="3856824" cy="3078020"/>
            <a:chOff x="2438400" y="861676"/>
            <a:chExt cx="3856824" cy="3078449"/>
          </a:xfrm>
        </p:grpSpPr>
        <p:grpSp>
          <p:nvGrpSpPr>
            <p:cNvPr id="656" name="Google Shape;656;p24"/>
            <p:cNvGrpSpPr/>
            <p:nvPr/>
          </p:nvGrpSpPr>
          <p:grpSpPr>
            <a:xfrm>
              <a:off x="2590800" y="1547561"/>
              <a:ext cx="990600" cy="990849"/>
              <a:chOff x="2133600" y="4191000"/>
              <a:chExt cx="990600" cy="990600"/>
            </a:xfrm>
          </p:grpSpPr>
          <p:cxnSp>
            <p:nvCxnSpPr>
              <p:cNvPr id="657" name="Google Shape;657;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58" name="Google Shape;658;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59" name="Google Shape;659;p24"/>
            <p:cNvGrpSpPr/>
            <p:nvPr/>
          </p:nvGrpSpPr>
          <p:grpSpPr>
            <a:xfrm flipH="1" rot="10800000">
              <a:off x="2590800" y="2538409"/>
              <a:ext cx="990600" cy="990849"/>
              <a:chOff x="2133600" y="4191000"/>
              <a:chExt cx="990600" cy="990600"/>
            </a:xfrm>
          </p:grpSpPr>
          <p:cxnSp>
            <p:nvCxnSpPr>
              <p:cNvPr id="660" name="Google Shape;660;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61" name="Google Shape;661;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62" name="Google Shape;662;p24"/>
            <p:cNvGrpSpPr/>
            <p:nvPr/>
          </p:nvGrpSpPr>
          <p:grpSpPr>
            <a:xfrm rot="5400000">
              <a:off x="4990978" y="1560388"/>
              <a:ext cx="990849" cy="990600"/>
              <a:chOff x="2133600" y="4191000"/>
              <a:chExt cx="990600" cy="990600"/>
            </a:xfrm>
          </p:grpSpPr>
          <p:cxnSp>
            <p:nvCxnSpPr>
              <p:cNvPr id="663" name="Google Shape;663;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64" name="Google Shape;664;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65" name="Google Shape;665;p24"/>
            <p:cNvGrpSpPr/>
            <p:nvPr/>
          </p:nvGrpSpPr>
          <p:grpSpPr>
            <a:xfrm flipH="1" rot="5400000">
              <a:off x="4990978" y="2551237"/>
              <a:ext cx="990849" cy="990600"/>
              <a:chOff x="2133600" y="4191000"/>
              <a:chExt cx="990600" cy="990600"/>
            </a:xfrm>
          </p:grpSpPr>
          <p:cxnSp>
            <p:nvCxnSpPr>
              <p:cNvPr id="666" name="Google Shape;666;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67" name="Google Shape;667;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68" name="Google Shape;668;p24"/>
            <p:cNvGrpSpPr/>
            <p:nvPr/>
          </p:nvGrpSpPr>
          <p:grpSpPr>
            <a:xfrm rot="2700000">
              <a:off x="3799136" y="1066924"/>
              <a:ext cx="990849" cy="990600"/>
              <a:chOff x="2133600" y="4191000"/>
              <a:chExt cx="990600" cy="990600"/>
            </a:xfrm>
          </p:grpSpPr>
          <p:cxnSp>
            <p:nvCxnSpPr>
              <p:cNvPr id="669" name="Google Shape;669;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70" name="Google Shape;670;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71" name="Google Shape;671;p24"/>
            <p:cNvGrpSpPr/>
            <p:nvPr/>
          </p:nvGrpSpPr>
          <p:grpSpPr>
            <a:xfrm flipH="1" rot="4885093">
              <a:off x="3407465" y="1693506"/>
              <a:ext cx="1751117" cy="1722060"/>
              <a:chOff x="2133600" y="4191000"/>
              <a:chExt cx="990600" cy="990600"/>
            </a:xfrm>
          </p:grpSpPr>
          <p:cxnSp>
            <p:nvCxnSpPr>
              <p:cNvPr id="672" name="Google Shape;672;p2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73" name="Google Shape;673;p2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674" name="Google Shape;674;p24"/>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675" name="Google Shape;675;p24"/>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676" name="Google Shape;676;p24"/>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677" name="Google Shape;677;p24"/>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678" name="Google Shape;678;p24"/>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679" name="Google Shape;679;p24"/>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680" name="Google Shape;680;p24"/>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681" name="Google Shape;681;p24"/>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682" name="Google Shape;682;p24"/>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683" name="Google Shape;683;p24"/>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684" name="Google Shape;684;p24"/>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685" name="Google Shape;685;p24"/>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686" name="Google Shape;686;p24"/>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687" name="Google Shape;687;p24"/>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25"/>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693" name="Google Shape;693;p25"/>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b="1" lang="en-US" u="sng">
                <a:solidFill>
                  <a:srgbClr val="002060"/>
                </a:solidFill>
              </a:rPr>
              <a:t>Bước 5</a:t>
            </a:r>
            <a:r>
              <a:rPr i="1" lang="en-US" sz="1600">
                <a:solidFill>
                  <a:srgbClr val="C00000"/>
                </a:solidFill>
              </a:rPr>
              <a:t>( gán nhãn cho các đỉnh chưa có nhãn, kề với   </a:t>
            </a:r>
            <a:r>
              <a:rPr i="1" lang="en-US" sz="2300">
                <a:solidFill>
                  <a:srgbClr val="FF0000"/>
                </a:solidFill>
              </a:rPr>
              <a:t>v</a:t>
            </a:r>
            <a:r>
              <a:rPr i="1" lang="en-US" sz="1800">
                <a:solidFill>
                  <a:srgbClr val="C00000"/>
                </a:solidFill>
              </a:rPr>
              <a:t> </a:t>
            </a:r>
            <a:r>
              <a:rPr i="1" lang="en-US" sz="1600">
                <a:solidFill>
                  <a:srgbClr val="C00000"/>
                </a:solidFill>
              </a:rPr>
              <a: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Cung kề với a</a:t>
            </a:r>
            <a:endParaRPr/>
          </a:p>
          <a:p>
            <a:pPr indent="-285750" lvl="1" marL="742950" rtl="0" algn="l">
              <a:spcBef>
                <a:spcPts val="480"/>
              </a:spcBef>
              <a:spcAft>
                <a:spcPts val="0"/>
              </a:spcAft>
              <a:buClr>
                <a:srgbClr val="002060"/>
              </a:buClr>
              <a:buSzPts val="2400"/>
              <a:buFont typeface="Noto Sans Symbols"/>
              <a:buChar char="▪"/>
            </a:pPr>
            <a:r>
              <a:rPr lang="en-US" u="sng">
                <a:solidFill>
                  <a:srgbClr val="002060"/>
                </a:solidFill>
              </a:rPr>
              <a:t>Cung </a:t>
            </a:r>
            <a:r>
              <a:rPr b="1" lang="en-US" u="sng">
                <a:solidFill>
                  <a:srgbClr val="FF0000"/>
                </a:solidFill>
              </a:rPr>
              <a:t>(a,b):</a:t>
            </a:r>
            <a:endParaRPr/>
          </a:p>
          <a:p>
            <a:pPr indent="-228600" lvl="2" marL="1143000" rtl="0" algn="l">
              <a:spcBef>
                <a:spcPts val="400"/>
              </a:spcBef>
              <a:spcAft>
                <a:spcPts val="0"/>
              </a:spcAft>
              <a:buClr>
                <a:srgbClr val="002060"/>
              </a:buClr>
              <a:buSzPts val="2000"/>
              <a:buFont typeface="Noto Sans Symbols"/>
              <a:buChar char="▪"/>
            </a:pPr>
            <a:r>
              <a:rPr lang="en-US">
                <a:solidFill>
                  <a:srgbClr val="002060"/>
                </a:solidFill>
              </a:rPr>
              <a:t>f</a:t>
            </a:r>
            <a:r>
              <a:rPr baseline="-25000" lang="en-US">
                <a:solidFill>
                  <a:srgbClr val="002060"/>
                </a:solidFill>
              </a:rPr>
              <a:t>ab </a:t>
            </a:r>
            <a:r>
              <a:rPr lang="en-US">
                <a:solidFill>
                  <a:srgbClr val="002060"/>
                </a:solidFill>
              </a:rPr>
              <a:t> = 0&lt; C</a:t>
            </a:r>
            <a:r>
              <a:rPr baseline="-25000" lang="en-US">
                <a:solidFill>
                  <a:srgbClr val="002060"/>
                </a:solidFill>
              </a:rPr>
              <a:t>ab</a:t>
            </a:r>
            <a:r>
              <a:rPr lang="en-US">
                <a:solidFill>
                  <a:srgbClr val="002060"/>
                </a:solidFill>
              </a:rPr>
              <a:t> = 2, </a:t>
            </a:r>
            <a:r>
              <a:rPr b="1" lang="en-US">
                <a:solidFill>
                  <a:srgbClr val="002060"/>
                </a:solidFill>
              </a:rPr>
              <a:t>gán nhãn  </a:t>
            </a:r>
            <a:r>
              <a:rPr b="1" lang="en-US">
                <a:solidFill>
                  <a:srgbClr val="FF0000"/>
                </a:solidFill>
              </a:rPr>
              <a:t>b (s, 2</a:t>
            </a:r>
            <a:r>
              <a:rPr b="1" lang="en-US">
                <a:solidFill>
                  <a:srgbClr val="002060"/>
                </a:solidFill>
              </a:rPr>
              <a:t>) </a:t>
            </a:r>
            <a:endParaRPr/>
          </a:p>
          <a:p>
            <a:pPr indent="0" lvl="2" marL="914400" rtl="0" algn="l">
              <a:spcBef>
                <a:spcPts val="400"/>
              </a:spcBef>
              <a:spcAft>
                <a:spcPts val="0"/>
              </a:spcAft>
              <a:buClr>
                <a:srgbClr val="002060"/>
              </a:buClr>
              <a:buSzPts val="2000"/>
              <a:buNone/>
            </a:pPr>
            <a:r>
              <a:rPr b="1" lang="en-US">
                <a:solidFill>
                  <a:srgbClr val="002060"/>
                </a:solidFill>
              </a:rPr>
              <a:t>     x = min{3, 2-0} =2</a:t>
            </a:r>
            <a:endParaRPr/>
          </a:p>
          <a:p>
            <a:pPr indent="-158750" lvl="1" marL="742950" rtl="0" algn="l">
              <a:spcBef>
                <a:spcPts val="400"/>
              </a:spcBef>
              <a:spcAft>
                <a:spcPts val="0"/>
              </a:spcAft>
              <a:buClr>
                <a:schemeClr val="dk1"/>
              </a:buClr>
              <a:buSzPts val="2000"/>
              <a:buFont typeface="Noto Sans Symbols"/>
              <a:buNone/>
            </a:pPr>
            <a:r>
              <a:t/>
            </a:r>
            <a:endParaRPr b="1"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b="1" lang="en-US" sz="2000">
                <a:solidFill>
                  <a:srgbClr val="002060"/>
                </a:solidFill>
              </a:rPr>
              <a:t>Chuyển sang bước 3</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694" name="Google Shape;694;p25"/>
          <p:cNvGrpSpPr/>
          <p:nvPr/>
        </p:nvGrpSpPr>
        <p:grpSpPr>
          <a:xfrm rot="2700000">
            <a:off x="6253964" y="4004972"/>
            <a:ext cx="990600" cy="990600"/>
            <a:chOff x="2133600" y="4191000"/>
            <a:chExt cx="990600" cy="990600"/>
          </a:xfrm>
        </p:grpSpPr>
        <p:cxnSp>
          <p:nvCxnSpPr>
            <p:cNvPr id="695" name="Google Shape;695;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696" name="Google Shape;696;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697" name="Google Shape;697;p25"/>
          <p:cNvGrpSpPr/>
          <p:nvPr/>
        </p:nvGrpSpPr>
        <p:grpSpPr>
          <a:xfrm>
            <a:off x="4906176" y="1842490"/>
            <a:ext cx="3856824" cy="3078020"/>
            <a:chOff x="2438400" y="861676"/>
            <a:chExt cx="3856824" cy="3078449"/>
          </a:xfrm>
        </p:grpSpPr>
        <p:grpSp>
          <p:nvGrpSpPr>
            <p:cNvPr id="698" name="Google Shape;698;p25"/>
            <p:cNvGrpSpPr/>
            <p:nvPr/>
          </p:nvGrpSpPr>
          <p:grpSpPr>
            <a:xfrm>
              <a:off x="2590800" y="1547561"/>
              <a:ext cx="990600" cy="990849"/>
              <a:chOff x="2133600" y="4191000"/>
              <a:chExt cx="990600" cy="990600"/>
            </a:xfrm>
          </p:grpSpPr>
          <p:cxnSp>
            <p:nvCxnSpPr>
              <p:cNvPr id="699" name="Google Shape;699;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00" name="Google Shape;700;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01" name="Google Shape;701;p25"/>
            <p:cNvGrpSpPr/>
            <p:nvPr/>
          </p:nvGrpSpPr>
          <p:grpSpPr>
            <a:xfrm flipH="1" rot="10800000">
              <a:off x="2590800" y="2538409"/>
              <a:ext cx="990600" cy="990849"/>
              <a:chOff x="2133600" y="4191000"/>
              <a:chExt cx="990600" cy="990600"/>
            </a:xfrm>
          </p:grpSpPr>
          <p:cxnSp>
            <p:nvCxnSpPr>
              <p:cNvPr id="702" name="Google Shape;702;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03" name="Google Shape;703;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04" name="Google Shape;704;p25"/>
            <p:cNvGrpSpPr/>
            <p:nvPr/>
          </p:nvGrpSpPr>
          <p:grpSpPr>
            <a:xfrm rot="5400000">
              <a:off x="4990978" y="1560388"/>
              <a:ext cx="990849" cy="990600"/>
              <a:chOff x="2133600" y="4191000"/>
              <a:chExt cx="990600" cy="990600"/>
            </a:xfrm>
          </p:grpSpPr>
          <p:cxnSp>
            <p:nvCxnSpPr>
              <p:cNvPr id="705" name="Google Shape;705;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06" name="Google Shape;706;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07" name="Google Shape;707;p25"/>
            <p:cNvGrpSpPr/>
            <p:nvPr/>
          </p:nvGrpSpPr>
          <p:grpSpPr>
            <a:xfrm flipH="1" rot="5400000">
              <a:off x="4990978" y="2551237"/>
              <a:ext cx="990849" cy="990600"/>
              <a:chOff x="2133600" y="4191000"/>
              <a:chExt cx="990600" cy="990600"/>
            </a:xfrm>
          </p:grpSpPr>
          <p:cxnSp>
            <p:nvCxnSpPr>
              <p:cNvPr id="708" name="Google Shape;708;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09" name="Google Shape;709;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10" name="Google Shape;710;p25"/>
            <p:cNvGrpSpPr/>
            <p:nvPr/>
          </p:nvGrpSpPr>
          <p:grpSpPr>
            <a:xfrm rot="2700000">
              <a:off x="3799136" y="1066924"/>
              <a:ext cx="990849" cy="990600"/>
              <a:chOff x="2133600" y="4191000"/>
              <a:chExt cx="990600" cy="990600"/>
            </a:xfrm>
          </p:grpSpPr>
          <p:cxnSp>
            <p:nvCxnSpPr>
              <p:cNvPr id="711" name="Google Shape;711;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12" name="Google Shape;712;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13" name="Google Shape;713;p25"/>
            <p:cNvGrpSpPr/>
            <p:nvPr/>
          </p:nvGrpSpPr>
          <p:grpSpPr>
            <a:xfrm flipH="1" rot="4885093">
              <a:off x="3407465" y="1693506"/>
              <a:ext cx="1751117" cy="1722060"/>
              <a:chOff x="2133600" y="4191000"/>
              <a:chExt cx="990600" cy="990600"/>
            </a:xfrm>
          </p:grpSpPr>
          <p:cxnSp>
            <p:nvCxnSpPr>
              <p:cNvPr id="714" name="Google Shape;714;p2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15" name="Google Shape;715;p2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716" name="Google Shape;716;p25"/>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717" name="Google Shape;717;p25"/>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718" name="Google Shape;718;p25"/>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719" name="Google Shape;719;p25"/>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720" name="Google Shape;720;p25"/>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721" name="Google Shape;721;p25"/>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722" name="Google Shape;722;p25"/>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723" name="Google Shape;723;p25"/>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724" name="Google Shape;724;p25"/>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725" name="Google Shape;725;p25"/>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726" name="Google Shape;726;p25"/>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727" name="Google Shape;727;p25"/>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728" name="Google Shape;728;p25"/>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729" name="Google Shape;729;p25"/>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30" name="Google Shape;730;p25"/>
          <p:cNvSpPr txBox="1"/>
          <p:nvPr/>
        </p:nvSpPr>
        <p:spPr>
          <a:xfrm>
            <a:off x="5549761" y="1975245"/>
            <a:ext cx="889268" cy="369332"/>
          </a:xfrm>
          <a:prstGeom prst="rect">
            <a:avLst/>
          </a:prstGeom>
          <a:blipFill rotWithShape="1">
            <a:blip r:embed="rId4">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31" name="Google Shape;731;p25"/>
          <p:cNvSpPr txBox="1"/>
          <p:nvPr/>
        </p:nvSpPr>
        <p:spPr>
          <a:xfrm>
            <a:off x="5337842" y="4739081"/>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32" name="Google Shape;732;p25"/>
          <p:cNvSpPr txBox="1"/>
          <p:nvPr/>
        </p:nvSpPr>
        <p:spPr>
          <a:xfrm>
            <a:off x="7224381" y="1962790"/>
            <a:ext cx="889268" cy="369332"/>
          </a:xfrm>
          <a:prstGeom prst="rect">
            <a:avLst/>
          </a:prstGeom>
          <a:blipFill rotWithShape="1">
            <a:blip r:embed="rId6">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26"/>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738" name="Google Shape;738;p26"/>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b="1" lang="en-US" sz="2400" u="sng">
                <a:solidFill>
                  <a:srgbClr val="002060"/>
                </a:solidFill>
              </a:rPr>
              <a:t>Bước </a:t>
            </a:r>
            <a:r>
              <a:rPr b="1" i="1" lang="en-US" sz="2400" u="sng">
                <a:solidFill>
                  <a:srgbClr val="002060"/>
                </a:solidFill>
              </a:rPr>
              <a:t>3</a:t>
            </a:r>
            <a:r>
              <a:rPr i="1" lang="en-US" sz="2400">
                <a:solidFill>
                  <a:srgbClr val="002060"/>
                </a:solidFill>
              </a:rPr>
              <a:t> </a:t>
            </a:r>
            <a:r>
              <a:rPr i="1" lang="en-US" sz="1400">
                <a:solidFill>
                  <a:srgbClr val="C00000"/>
                </a:solidFill>
              </a:rPr>
              <a:t>(kiểm tra nhãn của đỉnh thu )</a:t>
            </a:r>
            <a:endParaRPr/>
          </a:p>
          <a:p>
            <a:pPr indent="-158750" lvl="1" marL="742950" rtl="0" algn="l">
              <a:spcBef>
                <a:spcPts val="400"/>
              </a:spcBef>
              <a:spcAft>
                <a:spcPts val="0"/>
              </a:spcAft>
              <a:buClr>
                <a:schemeClr val="dk1"/>
              </a:buClr>
              <a:buSzPts val="2000"/>
              <a:buFont typeface="Noto Sans Symbols"/>
              <a:buNone/>
            </a:pPr>
            <a:r>
              <a:t/>
            </a:r>
            <a:endParaRPr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sz="2000">
                <a:solidFill>
                  <a:srgbClr val="002060"/>
                </a:solidFill>
              </a:rPr>
              <a:t>t chưa có nhãn---&gt;</a:t>
            </a:r>
            <a:r>
              <a:rPr b="1" lang="en-US" sz="2000">
                <a:solidFill>
                  <a:srgbClr val="002060"/>
                </a:solidFill>
              </a:rPr>
              <a:t>bước 4</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739" name="Google Shape;739;p26"/>
          <p:cNvGrpSpPr/>
          <p:nvPr/>
        </p:nvGrpSpPr>
        <p:grpSpPr>
          <a:xfrm rot="2700000">
            <a:off x="6253964" y="4004972"/>
            <a:ext cx="990600" cy="990600"/>
            <a:chOff x="2133600" y="4191000"/>
            <a:chExt cx="990600" cy="990600"/>
          </a:xfrm>
        </p:grpSpPr>
        <p:cxnSp>
          <p:nvCxnSpPr>
            <p:cNvPr id="740" name="Google Shape;740;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41" name="Google Shape;741;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42" name="Google Shape;742;p26"/>
          <p:cNvGrpSpPr/>
          <p:nvPr/>
        </p:nvGrpSpPr>
        <p:grpSpPr>
          <a:xfrm>
            <a:off x="4906176" y="1842490"/>
            <a:ext cx="3856824" cy="3078020"/>
            <a:chOff x="2438400" y="861676"/>
            <a:chExt cx="3856824" cy="3078449"/>
          </a:xfrm>
        </p:grpSpPr>
        <p:grpSp>
          <p:nvGrpSpPr>
            <p:cNvPr id="743" name="Google Shape;743;p26"/>
            <p:cNvGrpSpPr/>
            <p:nvPr/>
          </p:nvGrpSpPr>
          <p:grpSpPr>
            <a:xfrm>
              <a:off x="2590800" y="1547561"/>
              <a:ext cx="990600" cy="990849"/>
              <a:chOff x="2133600" y="4191000"/>
              <a:chExt cx="990600" cy="990600"/>
            </a:xfrm>
          </p:grpSpPr>
          <p:cxnSp>
            <p:nvCxnSpPr>
              <p:cNvPr id="744" name="Google Shape;744;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45" name="Google Shape;745;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46" name="Google Shape;746;p26"/>
            <p:cNvGrpSpPr/>
            <p:nvPr/>
          </p:nvGrpSpPr>
          <p:grpSpPr>
            <a:xfrm flipH="1" rot="10800000">
              <a:off x="2590800" y="2538409"/>
              <a:ext cx="990600" cy="990849"/>
              <a:chOff x="2133600" y="4191000"/>
              <a:chExt cx="990600" cy="990600"/>
            </a:xfrm>
          </p:grpSpPr>
          <p:cxnSp>
            <p:nvCxnSpPr>
              <p:cNvPr id="747" name="Google Shape;747;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48" name="Google Shape;748;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49" name="Google Shape;749;p26"/>
            <p:cNvGrpSpPr/>
            <p:nvPr/>
          </p:nvGrpSpPr>
          <p:grpSpPr>
            <a:xfrm rot="5400000">
              <a:off x="4990978" y="1560388"/>
              <a:ext cx="990849" cy="990600"/>
              <a:chOff x="2133600" y="4191000"/>
              <a:chExt cx="990600" cy="990600"/>
            </a:xfrm>
          </p:grpSpPr>
          <p:cxnSp>
            <p:nvCxnSpPr>
              <p:cNvPr id="750" name="Google Shape;750;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51" name="Google Shape;751;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52" name="Google Shape;752;p26"/>
            <p:cNvGrpSpPr/>
            <p:nvPr/>
          </p:nvGrpSpPr>
          <p:grpSpPr>
            <a:xfrm flipH="1" rot="5400000">
              <a:off x="4990978" y="2551237"/>
              <a:ext cx="990849" cy="990600"/>
              <a:chOff x="2133600" y="4191000"/>
              <a:chExt cx="990600" cy="990600"/>
            </a:xfrm>
          </p:grpSpPr>
          <p:cxnSp>
            <p:nvCxnSpPr>
              <p:cNvPr id="753" name="Google Shape;753;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54" name="Google Shape;754;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55" name="Google Shape;755;p26"/>
            <p:cNvGrpSpPr/>
            <p:nvPr/>
          </p:nvGrpSpPr>
          <p:grpSpPr>
            <a:xfrm rot="2700000">
              <a:off x="3799136" y="1066924"/>
              <a:ext cx="990849" cy="990600"/>
              <a:chOff x="2133600" y="4191000"/>
              <a:chExt cx="990600" cy="990600"/>
            </a:xfrm>
          </p:grpSpPr>
          <p:cxnSp>
            <p:nvCxnSpPr>
              <p:cNvPr id="756" name="Google Shape;756;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57" name="Google Shape;757;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58" name="Google Shape;758;p26"/>
            <p:cNvGrpSpPr/>
            <p:nvPr/>
          </p:nvGrpSpPr>
          <p:grpSpPr>
            <a:xfrm flipH="1" rot="4885093">
              <a:off x="3407465" y="1693506"/>
              <a:ext cx="1751117" cy="1722060"/>
              <a:chOff x="2133600" y="4191000"/>
              <a:chExt cx="990600" cy="990600"/>
            </a:xfrm>
          </p:grpSpPr>
          <p:cxnSp>
            <p:nvCxnSpPr>
              <p:cNvPr id="759" name="Google Shape;759;p2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60" name="Google Shape;760;p2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761" name="Google Shape;761;p26"/>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762" name="Google Shape;762;p26"/>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763" name="Google Shape;763;p26"/>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764" name="Google Shape;764;p26"/>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765" name="Google Shape;765;p26"/>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766" name="Google Shape;766;p26"/>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767" name="Google Shape;767;p26"/>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768" name="Google Shape;768;p26"/>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769" name="Google Shape;769;p26"/>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770" name="Google Shape;770;p26"/>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771" name="Google Shape;771;p26"/>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772" name="Google Shape;772;p26"/>
          <p:cNvSpPr/>
          <p:nvPr/>
        </p:nvSpPr>
        <p:spPr>
          <a:xfrm>
            <a:off x="7268376"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773" name="Google Shape;773;p26"/>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774" name="Google Shape;774;p26"/>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75" name="Google Shape;775;p26"/>
          <p:cNvSpPr txBox="1"/>
          <p:nvPr/>
        </p:nvSpPr>
        <p:spPr>
          <a:xfrm>
            <a:off x="5549761" y="1975245"/>
            <a:ext cx="889268" cy="369332"/>
          </a:xfrm>
          <a:prstGeom prst="rect">
            <a:avLst/>
          </a:prstGeom>
          <a:blipFill rotWithShape="1">
            <a:blip r:embed="rId4">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76" name="Google Shape;776;p26"/>
          <p:cNvSpPr txBox="1"/>
          <p:nvPr/>
        </p:nvSpPr>
        <p:spPr>
          <a:xfrm>
            <a:off x="5337842" y="4739081"/>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777" name="Google Shape;777;p26"/>
          <p:cNvSpPr txBox="1"/>
          <p:nvPr/>
        </p:nvSpPr>
        <p:spPr>
          <a:xfrm>
            <a:off x="7224381" y="1962790"/>
            <a:ext cx="889268" cy="369332"/>
          </a:xfrm>
          <a:prstGeom prst="rect">
            <a:avLst/>
          </a:prstGeom>
          <a:blipFill rotWithShape="1">
            <a:blip r:embed="rId6">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2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783" name="Google Shape;783;p27"/>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b="1" lang="en-US" u="sng">
                <a:solidFill>
                  <a:srgbClr val="002060"/>
                </a:solidFill>
              </a:rPr>
              <a:t>Bước 4</a:t>
            </a:r>
            <a:r>
              <a:rPr i="1" lang="en-US" sz="1600">
                <a:solidFill>
                  <a:srgbClr val="C00000"/>
                </a:solidFill>
              </a:rPr>
              <a:t>( xác đỉnh đỉnh đánh dấu)</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 Xét các đỉnh </a:t>
            </a:r>
            <a:r>
              <a:rPr b="1" lang="en-US">
                <a:solidFill>
                  <a:srgbClr val="002060"/>
                </a:solidFill>
              </a:rPr>
              <a:t>mang nhãn </a:t>
            </a:r>
            <a:r>
              <a:rPr lang="en-US">
                <a:solidFill>
                  <a:srgbClr val="002060"/>
                </a:solidFill>
              </a:rPr>
              <a:t>và </a:t>
            </a:r>
            <a:r>
              <a:rPr b="1" lang="en-US">
                <a:solidFill>
                  <a:srgbClr val="002060"/>
                </a:solidFill>
              </a:rPr>
              <a:t>chưa đánh dấu, </a:t>
            </a:r>
            <a:endParaRPr/>
          </a:p>
          <a:p>
            <a:pPr indent="-285750" lvl="1" marL="742950" rtl="0" algn="l">
              <a:spcBef>
                <a:spcPts val="480"/>
              </a:spcBef>
              <a:spcAft>
                <a:spcPts val="0"/>
              </a:spcAft>
              <a:buClr>
                <a:srgbClr val="002060"/>
              </a:buClr>
              <a:buSzPts val="2400"/>
              <a:buFont typeface="Noto Sans Symbols"/>
              <a:buChar char="▪"/>
            </a:pPr>
            <a:r>
              <a:rPr b="1" lang="en-US">
                <a:solidFill>
                  <a:srgbClr val="002060"/>
                </a:solidFill>
              </a:rPr>
              <a:t>chọn v: = </a:t>
            </a:r>
            <a:r>
              <a:rPr b="1" lang="en-US">
                <a:solidFill>
                  <a:srgbClr val="FF0000"/>
                </a:solidFill>
              </a:rPr>
              <a:t>b</a:t>
            </a:r>
            <a:r>
              <a:rPr lang="en-US">
                <a:solidFill>
                  <a:srgbClr val="002060"/>
                </a:solidFill>
              </a:rPr>
              <a: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Đánh dấu b (</a:t>
            </a:r>
            <a:r>
              <a:rPr lang="en-US" sz="2000">
                <a:solidFill>
                  <a:srgbClr val="002060"/>
                </a:solidFill>
              </a:rPr>
              <a:t>sử dụng màu để đánh dấu</a:t>
            </a:r>
            <a:r>
              <a:rPr lang="en-US">
                <a:solidFill>
                  <a:srgbClr val="002060"/>
                </a:solidFill>
              </a:rPr>
              <a:t>)</a:t>
            </a:r>
            <a:endParaRPr b="1">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784" name="Google Shape;784;p27"/>
          <p:cNvGrpSpPr/>
          <p:nvPr/>
        </p:nvGrpSpPr>
        <p:grpSpPr>
          <a:xfrm rot="2700000">
            <a:off x="6253964" y="4004972"/>
            <a:ext cx="990600" cy="990600"/>
            <a:chOff x="2133600" y="4191000"/>
            <a:chExt cx="990600" cy="990600"/>
          </a:xfrm>
        </p:grpSpPr>
        <p:cxnSp>
          <p:nvCxnSpPr>
            <p:cNvPr id="785" name="Google Shape;785;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86" name="Google Shape;786;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87" name="Google Shape;787;p27"/>
          <p:cNvGrpSpPr/>
          <p:nvPr/>
        </p:nvGrpSpPr>
        <p:grpSpPr>
          <a:xfrm>
            <a:off x="4906176" y="1842490"/>
            <a:ext cx="3856824" cy="3078020"/>
            <a:chOff x="2438400" y="861676"/>
            <a:chExt cx="3856824" cy="3078449"/>
          </a:xfrm>
        </p:grpSpPr>
        <p:grpSp>
          <p:nvGrpSpPr>
            <p:cNvPr id="788" name="Google Shape;788;p27"/>
            <p:cNvGrpSpPr/>
            <p:nvPr/>
          </p:nvGrpSpPr>
          <p:grpSpPr>
            <a:xfrm>
              <a:off x="2590800" y="1547561"/>
              <a:ext cx="990600" cy="990849"/>
              <a:chOff x="2133600" y="4191000"/>
              <a:chExt cx="990600" cy="990600"/>
            </a:xfrm>
          </p:grpSpPr>
          <p:cxnSp>
            <p:nvCxnSpPr>
              <p:cNvPr id="789" name="Google Shape;789;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90" name="Google Shape;790;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91" name="Google Shape;791;p27"/>
            <p:cNvGrpSpPr/>
            <p:nvPr/>
          </p:nvGrpSpPr>
          <p:grpSpPr>
            <a:xfrm flipH="1" rot="10800000">
              <a:off x="2590800" y="2538409"/>
              <a:ext cx="990600" cy="990849"/>
              <a:chOff x="2133600" y="4191000"/>
              <a:chExt cx="990600" cy="990600"/>
            </a:xfrm>
          </p:grpSpPr>
          <p:cxnSp>
            <p:nvCxnSpPr>
              <p:cNvPr id="792" name="Google Shape;792;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93" name="Google Shape;793;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94" name="Google Shape;794;p27"/>
            <p:cNvGrpSpPr/>
            <p:nvPr/>
          </p:nvGrpSpPr>
          <p:grpSpPr>
            <a:xfrm rot="5400000">
              <a:off x="4990978" y="1560388"/>
              <a:ext cx="990849" cy="990600"/>
              <a:chOff x="2133600" y="4191000"/>
              <a:chExt cx="990600" cy="990600"/>
            </a:xfrm>
          </p:grpSpPr>
          <p:cxnSp>
            <p:nvCxnSpPr>
              <p:cNvPr id="795" name="Google Shape;795;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96" name="Google Shape;796;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797" name="Google Shape;797;p27"/>
            <p:cNvGrpSpPr/>
            <p:nvPr/>
          </p:nvGrpSpPr>
          <p:grpSpPr>
            <a:xfrm flipH="1" rot="5400000">
              <a:off x="4990978" y="2551237"/>
              <a:ext cx="990849" cy="990600"/>
              <a:chOff x="2133600" y="4191000"/>
              <a:chExt cx="990600" cy="990600"/>
            </a:xfrm>
          </p:grpSpPr>
          <p:cxnSp>
            <p:nvCxnSpPr>
              <p:cNvPr id="798" name="Google Shape;798;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799" name="Google Shape;799;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00" name="Google Shape;800;p27"/>
            <p:cNvGrpSpPr/>
            <p:nvPr/>
          </p:nvGrpSpPr>
          <p:grpSpPr>
            <a:xfrm rot="2700000">
              <a:off x="3799136" y="1066924"/>
              <a:ext cx="990849" cy="990600"/>
              <a:chOff x="2133600" y="4191000"/>
              <a:chExt cx="990600" cy="990600"/>
            </a:xfrm>
          </p:grpSpPr>
          <p:cxnSp>
            <p:nvCxnSpPr>
              <p:cNvPr id="801" name="Google Shape;801;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02" name="Google Shape;802;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03" name="Google Shape;803;p27"/>
            <p:cNvGrpSpPr/>
            <p:nvPr/>
          </p:nvGrpSpPr>
          <p:grpSpPr>
            <a:xfrm flipH="1" rot="4885093">
              <a:off x="3407465" y="1693506"/>
              <a:ext cx="1751117" cy="1722060"/>
              <a:chOff x="2133600" y="4191000"/>
              <a:chExt cx="990600" cy="990600"/>
            </a:xfrm>
          </p:grpSpPr>
          <p:cxnSp>
            <p:nvCxnSpPr>
              <p:cNvPr id="804" name="Google Shape;804;p2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05" name="Google Shape;805;p2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806" name="Google Shape;806;p27"/>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807" name="Google Shape;807;p27"/>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808" name="Google Shape;808;p27"/>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809" name="Google Shape;809;p27"/>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810" name="Google Shape;810;p27"/>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811" name="Google Shape;811;p27"/>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812" name="Google Shape;812;p27"/>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813" name="Google Shape;813;p27"/>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814" name="Google Shape;814;p27"/>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815" name="Google Shape;815;p27"/>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816" name="Google Shape;816;p27"/>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817" name="Google Shape;817;p27"/>
          <p:cNvSpPr/>
          <p:nvPr/>
        </p:nvSpPr>
        <p:spPr>
          <a:xfrm>
            <a:off x="72683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818" name="Google Shape;818;p27"/>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819" name="Google Shape;819;p27"/>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20" name="Google Shape;820;p27"/>
          <p:cNvSpPr txBox="1"/>
          <p:nvPr/>
        </p:nvSpPr>
        <p:spPr>
          <a:xfrm>
            <a:off x="5549761" y="1975245"/>
            <a:ext cx="889268" cy="369332"/>
          </a:xfrm>
          <a:prstGeom prst="rect">
            <a:avLst/>
          </a:prstGeom>
          <a:blipFill rotWithShape="1">
            <a:blip r:embed="rId4">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21" name="Google Shape;821;p27"/>
          <p:cNvSpPr txBox="1"/>
          <p:nvPr/>
        </p:nvSpPr>
        <p:spPr>
          <a:xfrm>
            <a:off x="5337842" y="4739081"/>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22" name="Google Shape;822;p27"/>
          <p:cNvSpPr txBox="1"/>
          <p:nvPr/>
        </p:nvSpPr>
        <p:spPr>
          <a:xfrm>
            <a:off x="7224381" y="1962790"/>
            <a:ext cx="889268" cy="369332"/>
          </a:xfrm>
          <a:prstGeom prst="rect">
            <a:avLst/>
          </a:prstGeom>
          <a:blipFill rotWithShape="1">
            <a:blip r:embed="rId6">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28"/>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828" name="Google Shape;828;p28"/>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800"/>
              <a:buFont typeface="Noto Sans Symbols"/>
              <a:buChar char="▪"/>
            </a:pPr>
            <a:r>
              <a:rPr b="1" lang="en-US" u="sng">
                <a:solidFill>
                  <a:srgbClr val="002060"/>
                </a:solidFill>
              </a:rPr>
              <a:t>Bước 5</a:t>
            </a:r>
            <a:r>
              <a:rPr i="1" lang="en-US" sz="1600">
                <a:solidFill>
                  <a:srgbClr val="C00000"/>
                </a:solidFill>
              </a:rPr>
              <a:t>( gán nhãn cho các đỉnh chưa có nhãn, kề với   </a:t>
            </a:r>
            <a:r>
              <a:rPr i="1" lang="en-US" sz="2300">
                <a:solidFill>
                  <a:srgbClr val="FF0000"/>
                </a:solidFill>
              </a:rPr>
              <a:t>v</a:t>
            </a:r>
            <a:r>
              <a:rPr i="1" lang="en-US" sz="1800">
                <a:solidFill>
                  <a:srgbClr val="C00000"/>
                </a:solidFill>
              </a:rPr>
              <a:t> </a:t>
            </a:r>
            <a:r>
              <a:rPr i="1" lang="en-US" sz="1600">
                <a:solidFill>
                  <a:srgbClr val="C00000"/>
                </a:solidFill>
              </a:rPr>
              <a:t>)</a:t>
            </a:r>
            <a:endParaRPr/>
          </a:p>
          <a:p>
            <a:pPr indent="-285750" lvl="1" marL="742950" rtl="0" algn="l">
              <a:spcBef>
                <a:spcPts val="480"/>
              </a:spcBef>
              <a:spcAft>
                <a:spcPts val="0"/>
              </a:spcAft>
              <a:buClr>
                <a:srgbClr val="002060"/>
              </a:buClr>
              <a:buSzPts val="2400"/>
              <a:buFont typeface="Noto Sans Symbols"/>
              <a:buChar char="▪"/>
            </a:pPr>
            <a:r>
              <a:rPr lang="en-US">
                <a:solidFill>
                  <a:srgbClr val="002060"/>
                </a:solidFill>
              </a:rPr>
              <a:t>Cung kề với v</a:t>
            </a:r>
            <a:endParaRPr/>
          </a:p>
          <a:p>
            <a:pPr indent="-285750" lvl="1" marL="742950" rtl="0" algn="l">
              <a:spcBef>
                <a:spcPts val="480"/>
              </a:spcBef>
              <a:spcAft>
                <a:spcPts val="0"/>
              </a:spcAft>
              <a:buClr>
                <a:srgbClr val="002060"/>
              </a:buClr>
              <a:buSzPts val="2400"/>
              <a:buFont typeface="Noto Sans Symbols"/>
              <a:buChar char="▪"/>
            </a:pPr>
            <a:r>
              <a:rPr lang="en-US" u="sng">
                <a:solidFill>
                  <a:srgbClr val="002060"/>
                </a:solidFill>
              </a:rPr>
              <a:t>Cung </a:t>
            </a:r>
            <a:r>
              <a:rPr b="1" lang="en-US" u="sng">
                <a:solidFill>
                  <a:srgbClr val="FF0000"/>
                </a:solidFill>
              </a:rPr>
              <a:t>(b, t):</a:t>
            </a:r>
            <a:endParaRPr/>
          </a:p>
          <a:p>
            <a:pPr indent="-228600" lvl="2" marL="1143000" rtl="0" algn="l">
              <a:spcBef>
                <a:spcPts val="400"/>
              </a:spcBef>
              <a:spcAft>
                <a:spcPts val="0"/>
              </a:spcAft>
              <a:buClr>
                <a:srgbClr val="002060"/>
              </a:buClr>
              <a:buSzPts val="2000"/>
              <a:buFont typeface="Noto Sans Symbols"/>
              <a:buChar char="▪"/>
            </a:pPr>
            <a:r>
              <a:rPr lang="en-US">
                <a:solidFill>
                  <a:srgbClr val="002060"/>
                </a:solidFill>
              </a:rPr>
              <a:t>f</a:t>
            </a:r>
            <a:r>
              <a:rPr baseline="-25000" lang="en-US">
                <a:solidFill>
                  <a:srgbClr val="002060"/>
                </a:solidFill>
              </a:rPr>
              <a:t>bt </a:t>
            </a:r>
            <a:r>
              <a:rPr lang="en-US">
                <a:solidFill>
                  <a:srgbClr val="002060"/>
                </a:solidFill>
              </a:rPr>
              <a:t> = 0&lt; C</a:t>
            </a:r>
            <a:r>
              <a:rPr baseline="-25000" lang="en-US">
                <a:solidFill>
                  <a:srgbClr val="002060"/>
                </a:solidFill>
              </a:rPr>
              <a:t>bt</a:t>
            </a:r>
            <a:r>
              <a:rPr lang="en-US">
                <a:solidFill>
                  <a:srgbClr val="002060"/>
                </a:solidFill>
              </a:rPr>
              <a:t> = 4, </a:t>
            </a:r>
            <a:r>
              <a:rPr b="1" lang="en-US">
                <a:solidFill>
                  <a:srgbClr val="002060"/>
                </a:solidFill>
              </a:rPr>
              <a:t>gán nhãn  t</a:t>
            </a:r>
            <a:r>
              <a:rPr b="1" lang="en-US">
                <a:solidFill>
                  <a:srgbClr val="FF0000"/>
                </a:solidFill>
              </a:rPr>
              <a:t>(b, 2</a:t>
            </a:r>
            <a:r>
              <a:rPr b="1" lang="en-US">
                <a:solidFill>
                  <a:srgbClr val="002060"/>
                </a:solidFill>
              </a:rPr>
              <a:t>) </a:t>
            </a:r>
            <a:endParaRPr/>
          </a:p>
          <a:p>
            <a:pPr indent="0" lvl="2" marL="914400" rtl="0" algn="l">
              <a:spcBef>
                <a:spcPts val="400"/>
              </a:spcBef>
              <a:spcAft>
                <a:spcPts val="0"/>
              </a:spcAft>
              <a:buClr>
                <a:srgbClr val="002060"/>
              </a:buClr>
              <a:buSzPts val="2000"/>
              <a:buNone/>
            </a:pPr>
            <a:r>
              <a:rPr b="1" lang="en-US">
                <a:solidFill>
                  <a:srgbClr val="002060"/>
                </a:solidFill>
              </a:rPr>
              <a:t>     x = min{2, 4-0} =2</a:t>
            </a:r>
            <a:endParaRPr/>
          </a:p>
          <a:p>
            <a:pPr indent="-158750" lvl="1" marL="742950" rtl="0" algn="l">
              <a:spcBef>
                <a:spcPts val="400"/>
              </a:spcBef>
              <a:spcAft>
                <a:spcPts val="0"/>
              </a:spcAft>
              <a:buClr>
                <a:schemeClr val="dk1"/>
              </a:buClr>
              <a:buSzPts val="2000"/>
              <a:buFont typeface="Noto Sans Symbols"/>
              <a:buNone/>
            </a:pPr>
            <a:r>
              <a:t/>
            </a:r>
            <a:endParaRPr b="1"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b="1" lang="en-US" sz="2000">
                <a:solidFill>
                  <a:srgbClr val="002060"/>
                </a:solidFill>
              </a:rPr>
              <a:t>Chuyển sang bước 3</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829" name="Google Shape;829;p28"/>
          <p:cNvGrpSpPr/>
          <p:nvPr/>
        </p:nvGrpSpPr>
        <p:grpSpPr>
          <a:xfrm rot="2700000">
            <a:off x="6253964" y="4004972"/>
            <a:ext cx="990600" cy="990600"/>
            <a:chOff x="2133600" y="4191000"/>
            <a:chExt cx="990600" cy="990600"/>
          </a:xfrm>
        </p:grpSpPr>
        <p:cxnSp>
          <p:nvCxnSpPr>
            <p:cNvPr id="830" name="Google Shape;830;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31" name="Google Shape;831;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32" name="Google Shape;832;p28"/>
          <p:cNvGrpSpPr/>
          <p:nvPr/>
        </p:nvGrpSpPr>
        <p:grpSpPr>
          <a:xfrm>
            <a:off x="4906176" y="1842490"/>
            <a:ext cx="3856824" cy="3078020"/>
            <a:chOff x="2438400" y="861676"/>
            <a:chExt cx="3856824" cy="3078449"/>
          </a:xfrm>
        </p:grpSpPr>
        <p:grpSp>
          <p:nvGrpSpPr>
            <p:cNvPr id="833" name="Google Shape;833;p28"/>
            <p:cNvGrpSpPr/>
            <p:nvPr/>
          </p:nvGrpSpPr>
          <p:grpSpPr>
            <a:xfrm>
              <a:off x="2590800" y="1547561"/>
              <a:ext cx="990600" cy="990849"/>
              <a:chOff x="2133600" y="4191000"/>
              <a:chExt cx="990600" cy="990600"/>
            </a:xfrm>
          </p:grpSpPr>
          <p:cxnSp>
            <p:nvCxnSpPr>
              <p:cNvPr id="834" name="Google Shape;834;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35" name="Google Shape;835;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36" name="Google Shape;836;p28"/>
            <p:cNvGrpSpPr/>
            <p:nvPr/>
          </p:nvGrpSpPr>
          <p:grpSpPr>
            <a:xfrm flipH="1" rot="10800000">
              <a:off x="2590800" y="2538409"/>
              <a:ext cx="990600" cy="990849"/>
              <a:chOff x="2133600" y="4191000"/>
              <a:chExt cx="990600" cy="990600"/>
            </a:xfrm>
          </p:grpSpPr>
          <p:cxnSp>
            <p:nvCxnSpPr>
              <p:cNvPr id="837" name="Google Shape;837;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38" name="Google Shape;838;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39" name="Google Shape;839;p28"/>
            <p:cNvGrpSpPr/>
            <p:nvPr/>
          </p:nvGrpSpPr>
          <p:grpSpPr>
            <a:xfrm rot="5400000">
              <a:off x="4990978" y="1560388"/>
              <a:ext cx="990849" cy="990600"/>
              <a:chOff x="2133600" y="4191000"/>
              <a:chExt cx="990600" cy="990600"/>
            </a:xfrm>
          </p:grpSpPr>
          <p:cxnSp>
            <p:nvCxnSpPr>
              <p:cNvPr id="840" name="Google Shape;840;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41" name="Google Shape;841;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42" name="Google Shape;842;p28"/>
            <p:cNvGrpSpPr/>
            <p:nvPr/>
          </p:nvGrpSpPr>
          <p:grpSpPr>
            <a:xfrm flipH="1" rot="5400000">
              <a:off x="4990978" y="2551237"/>
              <a:ext cx="990849" cy="990600"/>
              <a:chOff x="2133600" y="4191000"/>
              <a:chExt cx="990600" cy="990600"/>
            </a:xfrm>
          </p:grpSpPr>
          <p:cxnSp>
            <p:nvCxnSpPr>
              <p:cNvPr id="843" name="Google Shape;843;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44" name="Google Shape;844;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45" name="Google Shape;845;p28"/>
            <p:cNvGrpSpPr/>
            <p:nvPr/>
          </p:nvGrpSpPr>
          <p:grpSpPr>
            <a:xfrm rot="2700000">
              <a:off x="3799136" y="1066924"/>
              <a:ext cx="990849" cy="990600"/>
              <a:chOff x="2133600" y="4191000"/>
              <a:chExt cx="990600" cy="990600"/>
            </a:xfrm>
          </p:grpSpPr>
          <p:cxnSp>
            <p:nvCxnSpPr>
              <p:cNvPr id="846" name="Google Shape;846;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47" name="Google Shape;847;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48" name="Google Shape;848;p28"/>
            <p:cNvGrpSpPr/>
            <p:nvPr/>
          </p:nvGrpSpPr>
          <p:grpSpPr>
            <a:xfrm flipH="1" rot="4885093">
              <a:off x="3407465" y="1693506"/>
              <a:ext cx="1751117" cy="1722060"/>
              <a:chOff x="2133600" y="4191000"/>
              <a:chExt cx="990600" cy="990600"/>
            </a:xfrm>
          </p:grpSpPr>
          <p:cxnSp>
            <p:nvCxnSpPr>
              <p:cNvPr id="849" name="Google Shape;849;p2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50" name="Google Shape;850;p2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851" name="Google Shape;851;p28"/>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852" name="Google Shape;852;p28"/>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853" name="Google Shape;853;p28"/>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854" name="Google Shape;854;p28"/>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855" name="Google Shape;855;p28"/>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856" name="Google Shape;856;p28"/>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857" name="Google Shape;857;p28"/>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858" name="Google Shape;858;p28"/>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859" name="Google Shape;859;p28"/>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860" name="Google Shape;860;p28"/>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861" name="Google Shape;861;p28"/>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862" name="Google Shape;862;p28"/>
          <p:cNvSpPr/>
          <p:nvPr/>
        </p:nvSpPr>
        <p:spPr>
          <a:xfrm>
            <a:off x="72683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863" name="Google Shape;863;p28"/>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864" name="Google Shape;864;p28"/>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65" name="Google Shape;865;p28"/>
          <p:cNvSpPr txBox="1"/>
          <p:nvPr/>
        </p:nvSpPr>
        <p:spPr>
          <a:xfrm>
            <a:off x="5549761" y="1975245"/>
            <a:ext cx="889268" cy="369332"/>
          </a:xfrm>
          <a:prstGeom prst="rect">
            <a:avLst/>
          </a:prstGeom>
          <a:blipFill rotWithShape="1">
            <a:blip r:embed="rId4">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66" name="Google Shape;866;p28"/>
          <p:cNvSpPr txBox="1"/>
          <p:nvPr/>
        </p:nvSpPr>
        <p:spPr>
          <a:xfrm>
            <a:off x="5337842" y="4739081"/>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67" name="Google Shape;867;p28"/>
          <p:cNvSpPr txBox="1"/>
          <p:nvPr/>
        </p:nvSpPr>
        <p:spPr>
          <a:xfrm>
            <a:off x="7224381" y="1962790"/>
            <a:ext cx="889268" cy="369332"/>
          </a:xfrm>
          <a:prstGeom prst="rect">
            <a:avLst/>
          </a:prstGeom>
          <a:blipFill rotWithShape="1">
            <a:blip r:embed="rId6">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868" name="Google Shape;868;p28"/>
          <p:cNvSpPr txBox="1"/>
          <p:nvPr/>
        </p:nvSpPr>
        <p:spPr>
          <a:xfrm>
            <a:off x="8182778" y="2998231"/>
            <a:ext cx="889268" cy="369332"/>
          </a:xfrm>
          <a:prstGeom prst="rect">
            <a:avLst/>
          </a:prstGeom>
          <a:blipFill rotWithShape="1">
            <a:blip r:embed="rId7">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2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874" name="Google Shape;874;p29"/>
          <p:cNvSpPr txBox="1"/>
          <p:nvPr>
            <p:ph idx="1" type="body"/>
          </p:nvPr>
        </p:nvSpPr>
        <p:spPr>
          <a:xfrm>
            <a:off x="457200" y="1600200"/>
            <a:ext cx="4038600" cy="4525963"/>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Char char="▪"/>
            </a:pPr>
            <a:r>
              <a:rPr b="1" lang="en-US" sz="2400" u="sng">
                <a:solidFill>
                  <a:srgbClr val="002060"/>
                </a:solidFill>
              </a:rPr>
              <a:t>Bước </a:t>
            </a:r>
            <a:r>
              <a:rPr b="1" i="1" lang="en-US" sz="2400" u="sng">
                <a:solidFill>
                  <a:srgbClr val="002060"/>
                </a:solidFill>
              </a:rPr>
              <a:t>3</a:t>
            </a:r>
            <a:r>
              <a:rPr i="1" lang="en-US" sz="2400">
                <a:solidFill>
                  <a:srgbClr val="002060"/>
                </a:solidFill>
              </a:rPr>
              <a:t> </a:t>
            </a:r>
            <a:r>
              <a:rPr i="1" lang="en-US" sz="1400">
                <a:solidFill>
                  <a:srgbClr val="C00000"/>
                </a:solidFill>
              </a:rPr>
              <a:t>(kiểm tra nhãn của đỉnh thu )</a:t>
            </a:r>
            <a:endParaRPr/>
          </a:p>
          <a:p>
            <a:pPr indent="-158750" lvl="1" marL="742950" rtl="0" algn="l">
              <a:spcBef>
                <a:spcPts val="400"/>
              </a:spcBef>
              <a:spcAft>
                <a:spcPts val="0"/>
              </a:spcAft>
              <a:buClr>
                <a:schemeClr val="dk1"/>
              </a:buClr>
              <a:buSzPts val="2000"/>
              <a:buFont typeface="Noto Sans Symbols"/>
              <a:buNone/>
            </a:pPr>
            <a:r>
              <a:t/>
            </a:r>
            <a:endParaRPr sz="2000">
              <a:solidFill>
                <a:srgbClr val="002060"/>
              </a:solidFill>
            </a:endParaRPr>
          </a:p>
          <a:p>
            <a:pPr indent="-285750" lvl="1" marL="742950" rtl="0" algn="l">
              <a:spcBef>
                <a:spcPts val="400"/>
              </a:spcBef>
              <a:spcAft>
                <a:spcPts val="0"/>
              </a:spcAft>
              <a:buClr>
                <a:srgbClr val="002060"/>
              </a:buClr>
              <a:buSzPts val="2000"/>
              <a:buFont typeface="Noto Sans Symbols"/>
              <a:buChar char="▪"/>
            </a:pPr>
            <a:r>
              <a:rPr lang="en-US" sz="2000">
                <a:solidFill>
                  <a:srgbClr val="002060"/>
                </a:solidFill>
              </a:rPr>
              <a:t>t ---&gt;</a:t>
            </a:r>
            <a:r>
              <a:rPr b="1" lang="en-US" sz="2000">
                <a:solidFill>
                  <a:srgbClr val="002060"/>
                </a:solidFill>
              </a:rPr>
              <a:t>bước 6</a:t>
            </a:r>
            <a:endParaRPr/>
          </a:p>
          <a:p>
            <a:pPr indent="-165100" lvl="0" marL="342900" rtl="0" algn="l">
              <a:spcBef>
                <a:spcPts val="560"/>
              </a:spcBef>
              <a:spcAft>
                <a:spcPts val="0"/>
              </a:spcAft>
              <a:buClr>
                <a:schemeClr val="dk1"/>
              </a:buClr>
              <a:buSzPts val="2800"/>
              <a:buFont typeface="Noto Sans Symbols"/>
              <a:buNone/>
            </a:pPr>
            <a:r>
              <a:t/>
            </a:r>
            <a:endParaRPr u="sng">
              <a:solidFill>
                <a:srgbClr val="002060"/>
              </a:solidFill>
            </a:endParaRPr>
          </a:p>
        </p:txBody>
      </p:sp>
      <p:grpSp>
        <p:nvGrpSpPr>
          <p:cNvPr id="875" name="Google Shape;875;p29"/>
          <p:cNvGrpSpPr/>
          <p:nvPr/>
        </p:nvGrpSpPr>
        <p:grpSpPr>
          <a:xfrm rot="2700000">
            <a:off x="6253964" y="4004972"/>
            <a:ext cx="990600" cy="990600"/>
            <a:chOff x="2133600" y="4191000"/>
            <a:chExt cx="990600" cy="990600"/>
          </a:xfrm>
        </p:grpSpPr>
        <p:cxnSp>
          <p:nvCxnSpPr>
            <p:cNvPr id="876" name="Google Shape;876;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77" name="Google Shape;877;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78" name="Google Shape;878;p29"/>
          <p:cNvGrpSpPr/>
          <p:nvPr/>
        </p:nvGrpSpPr>
        <p:grpSpPr>
          <a:xfrm>
            <a:off x="4906176" y="1842490"/>
            <a:ext cx="3856824" cy="3078020"/>
            <a:chOff x="2438400" y="861676"/>
            <a:chExt cx="3856824" cy="3078449"/>
          </a:xfrm>
        </p:grpSpPr>
        <p:grpSp>
          <p:nvGrpSpPr>
            <p:cNvPr id="879" name="Google Shape;879;p29"/>
            <p:cNvGrpSpPr/>
            <p:nvPr/>
          </p:nvGrpSpPr>
          <p:grpSpPr>
            <a:xfrm>
              <a:off x="2590800" y="1547561"/>
              <a:ext cx="990600" cy="990849"/>
              <a:chOff x="2133600" y="4191000"/>
              <a:chExt cx="990600" cy="990600"/>
            </a:xfrm>
          </p:grpSpPr>
          <p:cxnSp>
            <p:nvCxnSpPr>
              <p:cNvPr id="880" name="Google Shape;880;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81" name="Google Shape;881;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82" name="Google Shape;882;p29"/>
            <p:cNvGrpSpPr/>
            <p:nvPr/>
          </p:nvGrpSpPr>
          <p:grpSpPr>
            <a:xfrm flipH="1" rot="10800000">
              <a:off x="2590800" y="2538409"/>
              <a:ext cx="990600" cy="990849"/>
              <a:chOff x="2133600" y="4191000"/>
              <a:chExt cx="990600" cy="990600"/>
            </a:xfrm>
          </p:grpSpPr>
          <p:cxnSp>
            <p:nvCxnSpPr>
              <p:cNvPr id="883" name="Google Shape;883;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84" name="Google Shape;884;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85" name="Google Shape;885;p29"/>
            <p:cNvGrpSpPr/>
            <p:nvPr/>
          </p:nvGrpSpPr>
          <p:grpSpPr>
            <a:xfrm rot="5400000">
              <a:off x="4990978" y="1560388"/>
              <a:ext cx="990849" cy="990600"/>
              <a:chOff x="2133600" y="4191000"/>
              <a:chExt cx="990600" cy="990600"/>
            </a:xfrm>
          </p:grpSpPr>
          <p:cxnSp>
            <p:nvCxnSpPr>
              <p:cNvPr id="886" name="Google Shape;886;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87" name="Google Shape;887;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88" name="Google Shape;888;p29"/>
            <p:cNvGrpSpPr/>
            <p:nvPr/>
          </p:nvGrpSpPr>
          <p:grpSpPr>
            <a:xfrm flipH="1" rot="5400000">
              <a:off x="4990978" y="2551237"/>
              <a:ext cx="990849" cy="990600"/>
              <a:chOff x="2133600" y="4191000"/>
              <a:chExt cx="990600" cy="990600"/>
            </a:xfrm>
          </p:grpSpPr>
          <p:cxnSp>
            <p:nvCxnSpPr>
              <p:cNvPr id="889" name="Google Shape;889;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90" name="Google Shape;890;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91" name="Google Shape;891;p29"/>
            <p:cNvGrpSpPr/>
            <p:nvPr/>
          </p:nvGrpSpPr>
          <p:grpSpPr>
            <a:xfrm rot="2700000">
              <a:off x="3799136" y="1066924"/>
              <a:ext cx="990849" cy="990600"/>
              <a:chOff x="2133600" y="4191000"/>
              <a:chExt cx="990600" cy="990600"/>
            </a:xfrm>
          </p:grpSpPr>
          <p:cxnSp>
            <p:nvCxnSpPr>
              <p:cNvPr id="892" name="Google Shape;892;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93" name="Google Shape;893;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894" name="Google Shape;894;p29"/>
            <p:cNvGrpSpPr/>
            <p:nvPr/>
          </p:nvGrpSpPr>
          <p:grpSpPr>
            <a:xfrm flipH="1" rot="4885093">
              <a:off x="3407465" y="1693506"/>
              <a:ext cx="1751117" cy="1722060"/>
              <a:chOff x="2133600" y="4191000"/>
              <a:chExt cx="990600" cy="990600"/>
            </a:xfrm>
          </p:grpSpPr>
          <p:cxnSp>
            <p:nvCxnSpPr>
              <p:cNvPr id="895" name="Google Shape;895;p29"/>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896" name="Google Shape;896;p29"/>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897" name="Google Shape;897;p29"/>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(0)</a:t>
              </a:r>
              <a:endParaRPr b="1" sz="1800">
                <a:solidFill>
                  <a:srgbClr val="FF0000"/>
                </a:solidFill>
                <a:latin typeface="Times New Roman"/>
                <a:ea typeface="Times New Roman"/>
                <a:cs typeface="Times New Roman"/>
                <a:sym typeface="Times New Roman"/>
              </a:endParaRPr>
            </a:p>
          </p:txBody>
        </p:sp>
        <p:sp>
          <p:nvSpPr>
            <p:cNvPr id="898" name="Google Shape;898;p29"/>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899" name="Google Shape;899;p29"/>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900" name="Google Shape;900;p29"/>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901" name="Google Shape;901;p29"/>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902" name="Google Shape;902;p29"/>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903" name="Google Shape;903;p29"/>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(0)</a:t>
              </a:r>
              <a:endParaRPr b="1" sz="1800">
                <a:solidFill>
                  <a:srgbClr val="FF0000"/>
                </a:solidFill>
                <a:latin typeface="Times New Roman"/>
                <a:ea typeface="Times New Roman"/>
                <a:cs typeface="Times New Roman"/>
                <a:sym typeface="Times New Roman"/>
              </a:endParaRPr>
            </a:p>
          </p:txBody>
        </p:sp>
      </p:grpSp>
      <p:sp>
        <p:nvSpPr>
          <p:cNvPr id="904" name="Google Shape;904;p29"/>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905" name="Google Shape;905;p29"/>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906" name="Google Shape;906;p29"/>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907" name="Google Shape;907;p29"/>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908" name="Google Shape;908;p29"/>
          <p:cNvSpPr/>
          <p:nvPr/>
        </p:nvSpPr>
        <p:spPr>
          <a:xfrm>
            <a:off x="72683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909" name="Google Shape;909;p29"/>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910" name="Google Shape;910;p29"/>
          <p:cNvSpPr txBox="1"/>
          <p:nvPr/>
        </p:nvSpPr>
        <p:spPr>
          <a:xfrm>
            <a:off x="4419600" y="3101290"/>
            <a:ext cx="889268" cy="369332"/>
          </a:xfrm>
          <a:prstGeom prst="rect">
            <a:avLst/>
          </a:prstGeom>
          <a:blipFill rotWithShape="1">
            <a:blip r:embed="rId3">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911" name="Google Shape;911;p29"/>
          <p:cNvSpPr txBox="1"/>
          <p:nvPr/>
        </p:nvSpPr>
        <p:spPr>
          <a:xfrm>
            <a:off x="5549761" y="1975245"/>
            <a:ext cx="889268" cy="369332"/>
          </a:xfrm>
          <a:prstGeom prst="rect">
            <a:avLst/>
          </a:prstGeom>
          <a:blipFill rotWithShape="1">
            <a:blip r:embed="rId4">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912" name="Google Shape;912;p29"/>
          <p:cNvSpPr txBox="1"/>
          <p:nvPr/>
        </p:nvSpPr>
        <p:spPr>
          <a:xfrm>
            <a:off x="5337842" y="4739081"/>
            <a:ext cx="889268" cy="369332"/>
          </a:xfrm>
          <a:prstGeom prst="rect">
            <a:avLst/>
          </a:prstGeom>
          <a:blipFill rotWithShape="1">
            <a:blip r:embed="rId5">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913" name="Google Shape;913;p29"/>
          <p:cNvSpPr txBox="1"/>
          <p:nvPr/>
        </p:nvSpPr>
        <p:spPr>
          <a:xfrm>
            <a:off x="7224381" y="1962790"/>
            <a:ext cx="889268" cy="369332"/>
          </a:xfrm>
          <a:prstGeom prst="rect">
            <a:avLst/>
          </a:prstGeom>
          <a:blipFill rotWithShape="1">
            <a:blip r:embed="rId6">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914" name="Google Shape;914;p29"/>
          <p:cNvSpPr txBox="1"/>
          <p:nvPr/>
        </p:nvSpPr>
        <p:spPr>
          <a:xfrm>
            <a:off x="8182778" y="2998231"/>
            <a:ext cx="889268" cy="369332"/>
          </a:xfrm>
          <a:prstGeom prst="rect">
            <a:avLst/>
          </a:prstGeom>
          <a:blipFill rotWithShape="1">
            <a:blip r:embed="rId7">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30"/>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920" name="Google Shape;920;p30"/>
          <p:cNvSpPr txBox="1"/>
          <p:nvPr>
            <p:ph idx="1" type="body"/>
          </p:nvPr>
        </p:nvSpPr>
        <p:spPr>
          <a:xfrm>
            <a:off x="457200" y="1600200"/>
            <a:ext cx="4038600" cy="4724400"/>
          </a:xfrm>
          <a:prstGeom prst="rect">
            <a:avLst/>
          </a:prstGeom>
          <a:blipFill rotWithShape="1">
            <a:blip r:embed="rId3">
              <a:alphaModFix/>
            </a:blip>
            <a:stretch>
              <a:fillRect b="-1547" l="-2563" r="0" t="-1418"/>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grpSp>
        <p:nvGrpSpPr>
          <p:cNvPr id="921" name="Google Shape;921;p30"/>
          <p:cNvGrpSpPr/>
          <p:nvPr/>
        </p:nvGrpSpPr>
        <p:grpSpPr>
          <a:xfrm rot="2700000">
            <a:off x="6253964" y="4004972"/>
            <a:ext cx="990600" cy="990600"/>
            <a:chOff x="2133600" y="4191000"/>
            <a:chExt cx="990600" cy="990600"/>
          </a:xfrm>
        </p:grpSpPr>
        <p:cxnSp>
          <p:nvCxnSpPr>
            <p:cNvPr id="922" name="Google Shape;922;p3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23" name="Google Shape;923;p3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24" name="Google Shape;924;p30"/>
          <p:cNvGrpSpPr/>
          <p:nvPr/>
        </p:nvGrpSpPr>
        <p:grpSpPr>
          <a:xfrm>
            <a:off x="4906176" y="1842490"/>
            <a:ext cx="3856824" cy="3078020"/>
            <a:chOff x="2438400" y="861676"/>
            <a:chExt cx="3856824" cy="3078449"/>
          </a:xfrm>
        </p:grpSpPr>
        <p:grpSp>
          <p:nvGrpSpPr>
            <p:cNvPr id="925" name="Google Shape;925;p30"/>
            <p:cNvGrpSpPr/>
            <p:nvPr/>
          </p:nvGrpSpPr>
          <p:grpSpPr>
            <a:xfrm>
              <a:off x="2590800" y="1547561"/>
              <a:ext cx="990600" cy="990849"/>
              <a:chOff x="2133600" y="4191000"/>
              <a:chExt cx="990600" cy="990600"/>
            </a:xfrm>
          </p:grpSpPr>
          <p:cxnSp>
            <p:nvCxnSpPr>
              <p:cNvPr id="926" name="Google Shape;926;p30"/>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927" name="Google Shape;927;p30"/>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928" name="Google Shape;928;p30"/>
            <p:cNvGrpSpPr/>
            <p:nvPr/>
          </p:nvGrpSpPr>
          <p:grpSpPr>
            <a:xfrm flipH="1" rot="10800000">
              <a:off x="2590800" y="2538409"/>
              <a:ext cx="990600" cy="990849"/>
              <a:chOff x="2133600" y="4191000"/>
              <a:chExt cx="990600" cy="990600"/>
            </a:xfrm>
          </p:grpSpPr>
          <p:cxnSp>
            <p:nvCxnSpPr>
              <p:cNvPr id="929" name="Google Shape;929;p3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30" name="Google Shape;930;p3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31" name="Google Shape;931;p30"/>
            <p:cNvGrpSpPr/>
            <p:nvPr/>
          </p:nvGrpSpPr>
          <p:grpSpPr>
            <a:xfrm rot="5400000">
              <a:off x="4990978" y="1560388"/>
              <a:ext cx="990849" cy="990600"/>
              <a:chOff x="2133600" y="4191000"/>
              <a:chExt cx="990600" cy="990600"/>
            </a:xfrm>
          </p:grpSpPr>
          <p:cxnSp>
            <p:nvCxnSpPr>
              <p:cNvPr id="932" name="Google Shape;932;p30"/>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933" name="Google Shape;933;p30"/>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934" name="Google Shape;934;p30"/>
            <p:cNvGrpSpPr/>
            <p:nvPr/>
          </p:nvGrpSpPr>
          <p:grpSpPr>
            <a:xfrm flipH="1" rot="5400000">
              <a:off x="4990978" y="2551237"/>
              <a:ext cx="990849" cy="990600"/>
              <a:chOff x="2133600" y="4191000"/>
              <a:chExt cx="990600" cy="990600"/>
            </a:xfrm>
          </p:grpSpPr>
          <p:cxnSp>
            <p:nvCxnSpPr>
              <p:cNvPr id="935" name="Google Shape;935;p3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36" name="Google Shape;936;p3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37" name="Google Shape;937;p30"/>
            <p:cNvGrpSpPr/>
            <p:nvPr/>
          </p:nvGrpSpPr>
          <p:grpSpPr>
            <a:xfrm rot="2700000">
              <a:off x="3799136" y="1066924"/>
              <a:ext cx="990849" cy="990600"/>
              <a:chOff x="2133600" y="4191000"/>
              <a:chExt cx="990600" cy="990600"/>
            </a:xfrm>
          </p:grpSpPr>
          <p:cxnSp>
            <p:nvCxnSpPr>
              <p:cNvPr id="938" name="Google Shape;938;p30"/>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939" name="Google Shape;939;p30"/>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940" name="Google Shape;940;p30"/>
            <p:cNvGrpSpPr/>
            <p:nvPr/>
          </p:nvGrpSpPr>
          <p:grpSpPr>
            <a:xfrm flipH="1" rot="4885093">
              <a:off x="3407465" y="1693506"/>
              <a:ext cx="1751117" cy="1722060"/>
              <a:chOff x="2133600" y="4191000"/>
              <a:chExt cx="990600" cy="990600"/>
            </a:xfrm>
          </p:grpSpPr>
          <p:cxnSp>
            <p:nvCxnSpPr>
              <p:cNvPr id="941" name="Google Shape;941;p30"/>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42" name="Google Shape;942;p30"/>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943" name="Google Shape;943;p30"/>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944" name="Google Shape;944;p30"/>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945" name="Google Shape;945;p30"/>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946" name="Google Shape;946;p30"/>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947" name="Google Shape;947;p30"/>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948" name="Google Shape;948;p30"/>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949" name="Google Shape;949;p30"/>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950" name="Google Shape;950;p30"/>
          <p:cNvSpPr/>
          <p:nvPr/>
        </p:nvSpPr>
        <p:spPr>
          <a:xfrm>
            <a:off x="4906176" y="34191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951" name="Google Shape;951;p30"/>
          <p:cNvSpPr/>
          <p:nvPr/>
        </p:nvSpPr>
        <p:spPr>
          <a:xfrm>
            <a:off x="58967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952" name="Google Shape;952;p30"/>
          <p:cNvSpPr/>
          <p:nvPr/>
        </p:nvSpPr>
        <p:spPr>
          <a:xfrm>
            <a:off x="7344576"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953" name="Google Shape;953;p30"/>
          <p:cNvSpPr/>
          <p:nvPr/>
        </p:nvSpPr>
        <p:spPr>
          <a:xfrm>
            <a:off x="8335176"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954" name="Google Shape;954;p30"/>
          <p:cNvSpPr/>
          <p:nvPr/>
        </p:nvSpPr>
        <p:spPr>
          <a:xfrm>
            <a:off x="72683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955" name="Google Shape;955;p30"/>
          <p:cNvSpPr/>
          <p:nvPr/>
        </p:nvSpPr>
        <p:spPr>
          <a:xfrm>
            <a:off x="5896776" y="2428584"/>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956" name="Google Shape;956;p30"/>
          <p:cNvSpPr txBox="1"/>
          <p:nvPr/>
        </p:nvSpPr>
        <p:spPr>
          <a:xfrm>
            <a:off x="5337842" y="4739081"/>
            <a:ext cx="889268" cy="369332"/>
          </a:xfrm>
          <a:prstGeom prst="rect">
            <a:avLst/>
          </a:prstGeom>
          <a:blipFill rotWithShape="1">
            <a:blip r:embed="rId4">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957" name="Google Shape;957;p30"/>
          <p:cNvSpPr txBox="1"/>
          <p:nvPr/>
        </p:nvSpPr>
        <p:spPr>
          <a:xfrm>
            <a:off x="8182778" y="2998231"/>
            <a:ext cx="889268" cy="369332"/>
          </a:xfrm>
          <a:prstGeom prst="rect">
            <a:avLst/>
          </a:prstGeom>
          <a:blipFill rotWithShape="1">
            <a:blip r:embed="rId5">
              <a:alphaModFix/>
            </a:blip>
            <a:stretch>
              <a:fillRect b="-26666" l="-5478"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31"/>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grpSp>
        <p:nvGrpSpPr>
          <p:cNvPr id="963" name="Google Shape;963;p31"/>
          <p:cNvGrpSpPr/>
          <p:nvPr/>
        </p:nvGrpSpPr>
        <p:grpSpPr>
          <a:xfrm rot="2700000">
            <a:off x="3658316" y="4004972"/>
            <a:ext cx="990600" cy="990600"/>
            <a:chOff x="2133600" y="4191000"/>
            <a:chExt cx="990600" cy="990600"/>
          </a:xfrm>
        </p:grpSpPr>
        <p:cxnSp>
          <p:nvCxnSpPr>
            <p:cNvPr id="964" name="Google Shape;964;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65" name="Google Shape;965;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66" name="Google Shape;966;p31"/>
          <p:cNvGrpSpPr/>
          <p:nvPr/>
        </p:nvGrpSpPr>
        <p:grpSpPr>
          <a:xfrm>
            <a:off x="2310528" y="1842490"/>
            <a:ext cx="3856824" cy="3078020"/>
            <a:chOff x="2438400" y="861676"/>
            <a:chExt cx="3856824" cy="3078449"/>
          </a:xfrm>
        </p:grpSpPr>
        <p:grpSp>
          <p:nvGrpSpPr>
            <p:cNvPr id="967" name="Google Shape;967;p31"/>
            <p:cNvGrpSpPr/>
            <p:nvPr/>
          </p:nvGrpSpPr>
          <p:grpSpPr>
            <a:xfrm>
              <a:off x="2590800" y="1547561"/>
              <a:ext cx="990600" cy="990849"/>
              <a:chOff x="2133600" y="4191000"/>
              <a:chExt cx="990600" cy="990600"/>
            </a:xfrm>
          </p:grpSpPr>
          <p:cxnSp>
            <p:nvCxnSpPr>
              <p:cNvPr id="968" name="Google Shape;968;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69" name="Google Shape;969;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70" name="Google Shape;970;p31"/>
            <p:cNvGrpSpPr/>
            <p:nvPr/>
          </p:nvGrpSpPr>
          <p:grpSpPr>
            <a:xfrm flipH="1" rot="10800000">
              <a:off x="2590800" y="2538409"/>
              <a:ext cx="990600" cy="990849"/>
              <a:chOff x="2133600" y="4191000"/>
              <a:chExt cx="990600" cy="990600"/>
            </a:xfrm>
          </p:grpSpPr>
          <p:cxnSp>
            <p:nvCxnSpPr>
              <p:cNvPr id="971" name="Google Shape;971;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72" name="Google Shape;972;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73" name="Google Shape;973;p31"/>
            <p:cNvGrpSpPr/>
            <p:nvPr/>
          </p:nvGrpSpPr>
          <p:grpSpPr>
            <a:xfrm rot="5400000">
              <a:off x="4990978" y="1560388"/>
              <a:ext cx="990849" cy="990600"/>
              <a:chOff x="2133600" y="4191000"/>
              <a:chExt cx="990600" cy="990600"/>
            </a:xfrm>
          </p:grpSpPr>
          <p:cxnSp>
            <p:nvCxnSpPr>
              <p:cNvPr id="974" name="Google Shape;974;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75" name="Google Shape;975;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76" name="Google Shape;976;p31"/>
            <p:cNvGrpSpPr/>
            <p:nvPr/>
          </p:nvGrpSpPr>
          <p:grpSpPr>
            <a:xfrm flipH="1" rot="5400000">
              <a:off x="4990978" y="2551237"/>
              <a:ext cx="990849" cy="990600"/>
              <a:chOff x="2133600" y="4191000"/>
              <a:chExt cx="990600" cy="990600"/>
            </a:xfrm>
          </p:grpSpPr>
          <p:cxnSp>
            <p:nvCxnSpPr>
              <p:cNvPr id="977" name="Google Shape;977;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78" name="Google Shape;978;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79" name="Google Shape;979;p31"/>
            <p:cNvGrpSpPr/>
            <p:nvPr/>
          </p:nvGrpSpPr>
          <p:grpSpPr>
            <a:xfrm rot="2700000">
              <a:off x="3799136" y="1066924"/>
              <a:ext cx="990849" cy="990600"/>
              <a:chOff x="2133600" y="4191000"/>
              <a:chExt cx="990600" cy="990600"/>
            </a:xfrm>
          </p:grpSpPr>
          <p:cxnSp>
            <p:nvCxnSpPr>
              <p:cNvPr id="980" name="Google Shape;980;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81" name="Google Shape;981;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982" name="Google Shape;982;p31"/>
            <p:cNvGrpSpPr/>
            <p:nvPr/>
          </p:nvGrpSpPr>
          <p:grpSpPr>
            <a:xfrm flipH="1" rot="4885093">
              <a:off x="3407465" y="1693506"/>
              <a:ext cx="1751117" cy="1722060"/>
              <a:chOff x="2133600" y="4191000"/>
              <a:chExt cx="990600" cy="990600"/>
            </a:xfrm>
          </p:grpSpPr>
          <p:cxnSp>
            <p:nvCxnSpPr>
              <p:cNvPr id="983" name="Google Shape;983;p31"/>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984" name="Google Shape;984;p31"/>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985" name="Google Shape;985;p31"/>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986" name="Google Shape;986;p31"/>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987" name="Google Shape;987;p31"/>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988" name="Google Shape;988;p31"/>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989" name="Google Shape;989;p31"/>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990" name="Google Shape;990;p31"/>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991" name="Google Shape;991;p31"/>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992" name="Google Shape;992;p31"/>
          <p:cNvSpPr/>
          <p:nvPr/>
        </p:nvSpPr>
        <p:spPr>
          <a:xfrm>
            <a:off x="2310528"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993" name="Google Shape;993;p31"/>
          <p:cNvSpPr/>
          <p:nvPr/>
        </p:nvSpPr>
        <p:spPr>
          <a:xfrm>
            <a:off x="3301128"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994" name="Google Shape;994;p31"/>
          <p:cNvSpPr/>
          <p:nvPr/>
        </p:nvSpPr>
        <p:spPr>
          <a:xfrm>
            <a:off x="4748928" y="44097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995" name="Google Shape;995;p31"/>
          <p:cNvSpPr/>
          <p:nvPr/>
        </p:nvSpPr>
        <p:spPr>
          <a:xfrm>
            <a:off x="5739528" y="34191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996" name="Google Shape;996;p31"/>
          <p:cNvSpPr/>
          <p:nvPr/>
        </p:nvSpPr>
        <p:spPr>
          <a:xfrm>
            <a:off x="4672728"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997" name="Google Shape;997;p31"/>
          <p:cNvSpPr/>
          <p:nvPr/>
        </p:nvSpPr>
        <p:spPr>
          <a:xfrm>
            <a:off x="3301128" y="2428584"/>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998" name="Google Shape;998;p31"/>
          <p:cNvSpPr/>
          <p:nvPr/>
        </p:nvSpPr>
        <p:spPr>
          <a:xfrm>
            <a:off x="845346" y="1219200"/>
            <a:ext cx="2214068" cy="646331"/>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Val(f) = 2</a:t>
            </a:r>
            <a:endParaRPr/>
          </a:p>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Quay lại bước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004" name="Google Shape;1004;p32"/>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1005" name="Google Shape;1005;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a:t> Tiếp tục lặp quá trình thu được nhãn:</a:t>
            </a:r>
            <a:endParaRPr/>
          </a:p>
        </p:txBody>
      </p:sp>
      <p:grpSp>
        <p:nvGrpSpPr>
          <p:cNvPr id="1006" name="Google Shape;1006;p32"/>
          <p:cNvGrpSpPr/>
          <p:nvPr/>
        </p:nvGrpSpPr>
        <p:grpSpPr>
          <a:xfrm rot="2700000">
            <a:off x="2036036" y="5125820"/>
            <a:ext cx="990600" cy="990600"/>
            <a:chOff x="2133600" y="4191000"/>
            <a:chExt cx="990600" cy="990600"/>
          </a:xfrm>
        </p:grpSpPr>
        <p:cxnSp>
          <p:nvCxnSpPr>
            <p:cNvPr id="1007" name="Google Shape;1007;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08" name="Google Shape;1008;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09" name="Google Shape;1009;p32"/>
          <p:cNvGrpSpPr/>
          <p:nvPr/>
        </p:nvGrpSpPr>
        <p:grpSpPr>
          <a:xfrm>
            <a:off x="688248" y="2963337"/>
            <a:ext cx="3856824" cy="3078020"/>
            <a:chOff x="2438400" y="861676"/>
            <a:chExt cx="3856824" cy="3078449"/>
          </a:xfrm>
        </p:grpSpPr>
        <p:grpSp>
          <p:nvGrpSpPr>
            <p:cNvPr id="1010" name="Google Shape;1010;p32"/>
            <p:cNvGrpSpPr/>
            <p:nvPr/>
          </p:nvGrpSpPr>
          <p:grpSpPr>
            <a:xfrm>
              <a:off x="2590800" y="1547561"/>
              <a:ext cx="990600" cy="990849"/>
              <a:chOff x="2133600" y="4191000"/>
              <a:chExt cx="990600" cy="990600"/>
            </a:xfrm>
          </p:grpSpPr>
          <p:cxnSp>
            <p:nvCxnSpPr>
              <p:cNvPr id="1011" name="Google Shape;1011;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12" name="Google Shape;1012;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13" name="Google Shape;1013;p32"/>
            <p:cNvGrpSpPr/>
            <p:nvPr/>
          </p:nvGrpSpPr>
          <p:grpSpPr>
            <a:xfrm flipH="1" rot="10800000">
              <a:off x="2590800" y="2538409"/>
              <a:ext cx="990600" cy="990849"/>
              <a:chOff x="2133600" y="4191000"/>
              <a:chExt cx="990600" cy="990600"/>
            </a:xfrm>
          </p:grpSpPr>
          <p:cxnSp>
            <p:nvCxnSpPr>
              <p:cNvPr id="1014" name="Google Shape;1014;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15" name="Google Shape;1015;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16" name="Google Shape;1016;p32"/>
            <p:cNvGrpSpPr/>
            <p:nvPr/>
          </p:nvGrpSpPr>
          <p:grpSpPr>
            <a:xfrm rot="5400000">
              <a:off x="4990978" y="1560388"/>
              <a:ext cx="990849" cy="990600"/>
              <a:chOff x="2133600" y="4191000"/>
              <a:chExt cx="990600" cy="990600"/>
            </a:xfrm>
          </p:grpSpPr>
          <p:cxnSp>
            <p:nvCxnSpPr>
              <p:cNvPr id="1017" name="Google Shape;1017;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18" name="Google Shape;1018;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19" name="Google Shape;1019;p32"/>
            <p:cNvGrpSpPr/>
            <p:nvPr/>
          </p:nvGrpSpPr>
          <p:grpSpPr>
            <a:xfrm flipH="1" rot="5400000">
              <a:off x="4990978" y="2551237"/>
              <a:ext cx="990849" cy="990600"/>
              <a:chOff x="2133600" y="4191000"/>
              <a:chExt cx="990600" cy="990600"/>
            </a:xfrm>
          </p:grpSpPr>
          <p:cxnSp>
            <p:nvCxnSpPr>
              <p:cNvPr id="1020" name="Google Shape;1020;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21" name="Google Shape;1021;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22" name="Google Shape;1022;p32"/>
            <p:cNvGrpSpPr/>
            <p:nvPr/>
          </p:nvGrpSpPr>
          <p:grpSpPr>
            <a:xfrm rot="2700000">
              <a:off x="3799136" y="1066924"/>
              <a:ext cx="990849" cy="990600"/>
              <a:chOff x="2133600" y="4191000"/>
              <a:chExt cx="990600" cy="990600"/>
            </a:xfrm>
          </p:grpSpPr>
          <p:cxnSp>
            <p:nvCxnSpPr>
              <p:cNvPr id="1023" name="Google Shape;1023;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24" name="Google Shape;1024;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25" name="Google Shape;1025;p32"/>
            <p:cNvGrpSpPr/>
            <p:nvPr/>
          </p:nvGrpSpPr>
          <p:grpSpPr>
            <a:xfrm flipH="1" rot="4885093">
              <a:off x="3407465" y="1693506"/>
              <a:ext cx="1751117" cy="1722060"/>
              <a:chOff x="2133600" y="4191000"/>
              <a:chExt cx="990600" cy="990600"/>
            </a:xfrm>
          </p:grpSpPr>
          <p:cxnSp>
            <p:nvCxnSpPr>
              <p:cNvPr id="1026" name="Google Shape;1026;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27" name="Google Shape;1027;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1028" name="Google Shape;1028;p32"/>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029" name="Google Shape;1029;p32"/>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1030" name="Google Shape;1030;p32"/>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031" name="Google Shape;1031;p32"/>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1032" name="Google Shape;1032;p32"/>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033" name="Google Shape;1033;p32"/>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034" name="Google Shape;1034;p32"/>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1035" name="Google Shape;1035;p32"/>
          <p:cNvSpPr/>
          <p:nvPr/>
        </p:nvSpPr>
        <p:spPr>
          <a:xfrm>
            <a:off x="688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1036" name="Google Shape;1036;p32"/>
          <p:cNvSpPr/>
          <p:nvPr/>
        </p:nvSpPr>
        <p:spPr>
          <a:xfrm>
            <a:off x="16788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037" name="Google Shape;1037;p32"/>
          <p:cNvSpPr/>
          <p:nvPr/>
        </p:nvSpPr>
        <p:spPr>
          <a:xfrm>
            <a:off x="31266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038" name="Google Shape;1038;p32"/>
          <p:cNvSpPr/>
          <p:nvPr/>
        </p:nvSpPr>
        <p:spPr>
          <a:xfrm>
            <a:off x="4117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039" name="Google Shape;1039;p32"/>
          <p:cNvSpPr/>
          <p:nvPr/>
        </p:nvSpPr>
        <p:spPr>
          <a:xfrm>
            <a:off x="30504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040" name="Google Shape;1040;p32"/>
          <p:cNvSpPr/>
          <p:nvPr/>
        </p:nvSpPr>
        <p:spPr>
          <a:xfrm>
            <a:off x="16788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041" name="Google Shape;1041;p32"/>
          <p:cNvSpPr txBox="1"/>
          <p:nvPr/>
        </p:nvSpPr>
        <p:spPr>
          <a:xfrm>
            <a:off x="437640" y="4148398"/>
            <a:ext cx="889268" cy="369332"/>
          </a:xfrm>
          <a:prstGeom prst="rect">
            <a:avLst/>
          </a:prstGeom>
          <a:blipFill rotWithShape="1">
            <a:blip r:embed="rId4">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grpSp>
        <p:nvGrpSpPr>
          <p:cNvPr id="1042" name="Google Shape;1042;p32"/>
          <p:cNvGrpSpPr/>
          <p:nvPr/>
        </p:nvGrpSpPr>
        <p:grpSpPr>
          <a:xfrm rot="2700000">
            <a:off x="6180224" y="5170064"/>
            <a:ext cx="990600" cy="990600"/>
            <a:chOff x="2133600" y="4191000"/>
            <a:chExt cx="990600" cy="990600"/>
          </a:xfrm>
        </p:grpSpPr>
        <p:cxnSp>
          <p:nvCxnSpPr>
            <p:cNvPr id="1043" name="Google Shape;1043;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44" name="Google Shape;1044;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45" name="Google Shape;1045;p32"/>
          <p:cNvGrpSpPr/>
          <p:nvPr/>
        </p:nvGrpSpPr>
        <p:grpSpPr>
          <a:xfrm>
            <a:off x="4832436" y="3007582"/>
            <a:ext cx="3856824" cy="3078020"/>
            <a:chOff x="2438400" y="861676"/>
            <a:chExt cx="3856824" cy="3078449"/>
          </a:xfrm>
        </p:grpSpPr>
        <p:grpSp>
          <p:nvGrpSpPr>
            <p:cNvPr id="1046" name="Google Shape;1046;p32"/>
            <p:cNvGrpSpPr/>
            <p:nvPr/>
          </p:nvGrpSpPr>
          <p:grpSpPr>
            <a:xfrm>
              <a:off x="2590800" y="1547561"/>
              <a:ext cx="990600" cy="990849"/>
              <a:chOff x="2133600" y="4191000"/>
              <a:chExt cx="990600" cy="990600"/>
            </a:xfrm>
          </p:grpSpPr>
          <p:cxnSp>
            <p:nvCxnSpPr>
              <p:cNvPr id="1047" name="Google Shape;1047;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48" name="Google Shape;1048;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49" name="Google Shape;1049;p32"/>
            <p:cNvGrpSpPr/>
            <p:nvPr/>
          </p:nvGrpSpPr>
          <p:grpSpPr>
            <a:xfrm flipH="1" rot="10800000">
              <a:off x="2590800" y="2538409"/>
              <a:ext cx="990600" cy="990849"/>
              <a:chOff x="2133600" y="4191000"/>
              <a:chExt cx="990600" cy="990600"/>
            </a:xfrm>
          </p:grpSpPr>
          <p:cxnSp>
            <p:nvCxnSpPr>
              <p:cNvPr id="1050" name="Google Shape;1050;p32"/>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051" name="Google Shape;1051;p32"/>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052" name="Google Shape;1052;p32"/>
            <p:cNvGrpSpPr/>
            <p:nvPr/>
          </p:nvGrpSpPr>
          <p:grpSpPr>
            <a:xfrm rot="5400000">
              <a:off x="4990978" y="1560388"/>
              <a:ext cx="990849" cy="990600"/>
              <a:chOff x="2133600" y="4191000"/>
              <a:chExt cx="990600" cy="990600"/>
            </a:xfrm>
          </p:grpSpPr>
          <p:cxnSp>
            <p:nvCxnSpPr>
              <p:cNvPr id="1053" name="Google Shape;1053;p32"/>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054" name="Google Shape;1054;p32"/>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055" name="Google Shape;1055;p32"/>
            <p:cNvGrpSpPr/>
            <p:nvPr/>
          </p:nvGrpSpPr>
          <p:grpSpPr>
            <a:xfrm flipH="1" rot="5400000">
              <a:off x="4990978" y="2551237"/>
              <a:ext cx="990849" cy="990600"/>
              <a:chOff x="2133600" y="4191000"/>
              <a:chExt cx="990600" cy="990600"/>
            </a:xfrm>
          </p:grpSpPr>
          <p:cxnSp>
            <p:nvCxnSpPr>
              <p:cNvPr id="1056" name="Google Shape;1056;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57" name="Google Shape;1057;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58" name="Google Shape;1058;p32"/>
            <p:cNvGrpSpPr/>
            <p:nvPr/>
          </p:nvGrpSpPr>
          <p:grpSpPr>
            <a:xfrm rot="2700000">
              <a:off x="3799136" y="1066924"/>
              <a:ext cx="990849" cy="990600"/>
              <a:chOff x="2133600" y="4191000"/>
              <a:chExt cx="990600" cy="990600"/>
            </a:xfrm>
          </p:grpSpPr>
          <p:cxnSp>
            <p:nvCxnSpPr>
              <p:cNvPr id="1059" name="Google Shape;1059;p32"/>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60" name="Google Shape;1060;p32"/>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61" name="Google Shape;1061;p32"/>
            <p:cNvGrpSpPr/>
            <p:nvPr/>
          </p:nvGrpSpPr>
          <p:grpSpPr>
            <a:xfrm flipH="1" rot="4885093">
              <a:off x="3407465" y="1693506"/>
              <a:ext cx="1751117" cy="1722060"/>
              <a:chOff x="2133600" y="4191000"/>
              <a:chExt cx="990600" cy="990600"/>
            </a:xfrm>
          </p:grpSpPr>
          <p:cxnSp>
            <p:nvCxnSpPr>
              <p:cNvPr id="1062" name="Google Shape;1062;p32"/>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063" name="Google Shape;1063;p32"/>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sp>
          <p:nvSpPr>
            <p:cNvPr id="1064" name="Google Shape;1064;p32"/>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065" name="Google Shape;1065;p32"/>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1066" name="Google Shape;1066;p32"/>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067" name="Google Shape;1067;p32"/>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1068" name="Google Shape;1068;p32"/>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069" name="Google Shape;1069;p32"/>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070" name="Google Shape;1070;p32"/>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1071" name="Google Shape;1071;p32"/>
          <p:cNvSpPr/>
          <p:nvPr/>
        </p:nvSpPr>
        <p:spPr>
          <a:xfrm>
            <a:off x="4832436" y="45842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072" name="Google Shape;1072;p32"/>
          <p:cNvSpPr/>
          <p:nvPr/>
        </p:nvSpPr>
        <p:spPr>
          <a:xfrm>
            <a:off x="5823036" y="55748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073" name="Google Shape;1073;p32"/>
          <p:cNvSpPr/>
          <p:nvPr/>
        </p:nvSpPr>
        <p:spPr>
          <a:xfrm>
            <a:off x="7270836" y="55748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074" name="Google Shape;1074;p32"/>
          <p:cNvSpPr/>
          <p:nvPr/>
        </p:nvSpPr>
        <p:spPr>
          <a:xfrm>
            <a:off x="8261436" y="45842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075" name="Google Shape;1075;p32"/>
          <p:cNvSpPr/>
          <p:nvPr/>
        </p:nvSpPr>
        <p:spPr>
          <a:xfrm>
            <a:off x="71946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076" name="Google Shape;1076;p32"/>
          <p:cNvSpPr/>
          <p:nvPr/>
        </p:nvSpPr>
        <p:spPr>
          <a:xfrm>
            <a:off x="58230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077" name="Google Shape;1077;p32"/>
          <p:cNvSpPr txBox="1"/>
          <p:nvPr/>
        </p:nvSpPr>
        <p:spPr>
          <a:xfrm>
            <a:off x="4522836" y="4266382"/>
            <a:ext cx="889268" cy="369332"/>
          </a:xfrm>
          <a:prstGeom prst="rect">
            <a:avLst/>
          </a:prstGeom>
          <a:blipFill rotWithShape="1">
            <a:blip r:embed="rId5">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078" name="Google Shape;1078;p32"/>
          <p:cNvSpPr txBox="1"/>
          <p:nvPr/>
        </p:nvSpPr>
        <p:spPr>
          <a:xfrm>
            <a:off x="5476021" y="3140337"/>
            <a:ext cx="889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a:t>
            </a:r>
            <a:r>
              <a:rPr b="1" lang="en-US" sz="1800">
                <a:solidFill>
                  <a:srgbClr val="002060"/>
                </a:solidFill>
                <a:latin typeface="Times New Roman"/>
                <a:ea typeface="Times New Roman"/>
                <a:cs typeface="Times New Roman"/>
                <a:sym typeface="Times New Roman"/>
              </a:rPr>
              <a:t> 1</a:t>
            </a:r>
            <a:r>
              <a:rPr lang="en-US" sz="1800">
                <a:solidFill>
                  <a:schemeClr val="dk1"/>
                </a:solidFill>
                <a:latin typeface="Times New Roman"/>
                <a:ea typeface="Times New Roman"/>
                <a:cs typeface="Times New Roman"/>
                <a:sym typeface="Times New Roman"/>
              </a:rPr>
              <a:t>)</a:t>
            </a:r>
            <a:endParaRPr/>
          </a:p>
        </p:txBody>
      </p:sp>
      <p:sp>
        <p:nvSpPr>
          <p:cNvPr id="1079" name="Google Shape;1079;p32"/>
          <p:cNvSpPr txBox="1"/>
          <p:nvPr/>
        </p:nvSpPr>
        <p:spPr>
          <a:xfrm>
            <a:off x="5264102" y="5904173"/>
            <a:ext cx="889268" cy="369332"/>
          </a:xfrm>
          <a:prstGeom prst="rect">
            <a:avLst/>
          </a:prstGeom>
          <a:blipFill rotWithShape="1">
            <a:blip r:embed="rId6">
              <a:alphaModFix/>
            </a:blip>
            <a:stretch>
              <a:fillRect b="-26666" l="-6206"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080" name="Google Shape;1080;p32"/>
          <p:cNvSpPr txBox="1"/>
          <p:nvPr/>
        </p:nvSpPr>
        <p:spPr>
          <a:xfrm>
            <a:off x="7150641" y="3127882"/>
            <a:ext cx="889268" cy="369332"/>
          </a:xfrm>
          <a:prstGeom prst="rect">
            <a:avLst/>
          </a:prstGeom>
          <a:blipFill rotWithShape="1">
            <a:blip r:embed="rId7">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081" name="Google Shape;1081;p32"/>
          <p:cNvSpPr txBox="1"/>
          <p:nvPr/>
        </p:nvSpPr>
        <p:spPr>
          <a:xfrm>
            <a:off x="8109038" y="4163323"/>
            <a:ext cx="889268" cy="369332"/>
          </a:xfrm>
          <a:prstGeom prst="rect">
            <a:avLst/>
          </a:prstGeom>
          <a:blipFill rotWithShape="1">
            <a:blip r:embed="rId8">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082" name="Google Shape;1082;p32"/>
          <p:cNvSpPr txBox="1"/>
          <p:nvPr/>
        </p:nvSpPr>
        <p:spPr>
          <a:xfrm>
            <a:off x="7149296" y="5913083"/>
            <a:ext cx="889268" cy="369332"/>
          </a:xfrm>
          <a:prstGeom prst="rect">
            <a:avLst/>
          </a:prstGeom>
          <a:blipFill rotWithShape="1">
            <a:blip r:embed="rId9">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088" name="Google Shape;1088;p33"/>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1089" name="Google Shape;1089;p33"/>
          <p:cNvSpPr txBox="1"/>
          <p:nvPr>
            <p:ph idx="2" type="body"/>
          </p:nvPr>
        </p:nvSpPr>
        <p:spPr>
          <a:xfrm>
            <a:off x="4648200" y="1600201"/>
            <a:ext cx="4038600" cy="685800"/>
          </a:xfrm>
          <a:prstGeom prst="rect">
            <a:avLst/>
          </a:prstGeom>
          <a:blipFill rotWithShape="1">
            <a:blip r:embed="rId4">
              <a:alphaModFix/>
            </a:blip>
            <a:stretch>
              <a:fillRect b="0" l="-2717" r="0" t="-8928"/>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grpSp>
        <p:nvGrpSpPr>
          <p:cNvPr id="1090" name="Google Shape;1090;p33"/>
          <p:cNvGrpSpPr/>
          <p:nvPr/>
        </p:nvGrpSpPr>
        <p:grpSpPr>
          <a:xfrm rot="2700000">
            <a:off x="2036036" y="5125820"/>
            <a:ext cx="990600" cy="990600"/>
            <a:chOff x="2133600" y="4191000"/>
            <a:chExt cx="990600" cy="990600"/>
          </a:xfrm>
        </p:grpSpPr>
        <p:cxnSp>
          <p:nvCxnSpPr>
            <p:cNvPr id="1091" name="Google Shape;1091;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92" name="Google Shape;1092;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93" name="Google Shape;1093;p33"/>
          <p:cNvGrpSpPr/>
          <p:nvPr/>
        </p:nvGrpSpPr>
        <p:grpSpPr>
          <a:xfrm>
            <a:off x="688248" y="2963337"/>
            <a:ext cx="3856824" cy="3078020"/>
            <a:chOff x="2438400" y="861676"/>
            <a:chExt cx="3856824" cy="3078449"/>
          </a:xfrm>
        </p:grpSpPr>
        <p:grpSp>
          <p:nvGrpSpPr>
            <p:cNvPr id="1094" name="Google Shape;1094;p33"/>
            <p:cNvGrpSpPr/>
            <p:nvPr/>
          </p:nvGrpSpPr>
          <p:grpSpPr>
            <a:xfrm>
              <a:off x="2590800" y="1547561"/>
              <a:ext cx="990600" cy="990849"/>
              <a:chOff x="2133600" y="4191000"/>
              <a:chExt cx="990600" cy="990600"/>
            </a:xfrm>
          </p:grpSpPr>
          <p:cxnSp>
            <p:nvCxnSpPr>
              <p:cNvPr id="1095" name="Google Shape;1095;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96" name="Google Shape;1096;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097" name="Google Shape;1097;p33"/>
            <p:cNvGrpSpPr/>
            <p:nvPr/>
          </p:nvGrpSpPr>
          <p:grpSpPr>
            <a:xfrm flipH="1" rot="10800000">
              <a:off x="2590800" y="2538409"/>
              <a:ext cx="990600" cy="990849"/>
              <a:chOff x="2133600" y="4191000"/>
              <a:chExt cx="990600" cy="990600"/>
            </a:xfrm>
          </p:grpSpPr>
          <p:cxnSp>
            <p:nvCxnSpPr>
              <p:cNvPr id="1098" name="Google Shape;1098;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099" name="Google Shape;1099;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00" name="Google Shape;1100;p33"/>
            <p:cNvGrpSpPr/>
            <p:nvPr/>
          </p:nvGrpSpPr>
          <p:grpSpPr>
            <a:xfrm rot="5400000">
              <a:off x="4990978" y="1560388"/>
              <a:ext cx="990849" cy="990600"/>
              <a:chOff x="2133600" y="4191000"/>
              <a:chExt cx="990600" cy="990600"/>
            </a:xfrm>
          </p:grpSpPr>
          <p:cxnSp>
            <p:nvCxnSpPr>
              <p:cNvPr id="1101" name="Google Shape;1101;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02" name="Google Shape;1102;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03" name="Google Shape;1103;p33"/>
            <p:cNvGrpSpPr/>
            <p:nvPr/>
          </p:nvGrpSpPr>
          <p:grpSpPr>
            <a:xfrm flipH="1" rot="5400000">
              <a:off x="4990978" y="2551237"/>
              <a:ext cx="990849" cy="990600"/>
              <a:chOff x="2133600" y="4191000"/>
              <a:chExt cx="990600" cy="990600"/>
            </a:xfrm>
          </p:grpSpPr>
          <p:cxnSp>
            <p:nvCxnSpPr>
              <p:cNvPr id="1104" name="Google Shape;1104;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05" name="Google Shape;1105;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06" name="Google Shape;1106;p33"/>
            <p:cNvGrpSpPr/>
            <p:nvPr/>
          </p:nvGrpSpPr>
          <p:grpSpPr>
            <a:xfrm rot="2700000">
              <a:off x="3799136" y="1066924"/>
              <a:ext cx="990849" cy="990600"/>
              <a:chOff x="2133600" y="4191000"/>
              <a:chExt cx="990600" cy="990600"/>
            </a:xfrm>
          </p:grpSpPr>
          <p:cxnSp>
            <p:nvCxnSpPr>
              <p:cNvPr id="1107" name="Google Shape;1107;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08" name="Google Shape;1108;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09" name="Google Shape;1109;p33"/>
            <p:cNvGrpSpPr/>
            <p:nvPr/>
          </p:nvGrpSpPr>
          <p:grpSpPr>
            <a:xfrm flipH="1" rot="4885093">
              <a:off x="3407465" y="1693506"/>
              <a:ext cx="1751117" cy="1722060"/>
              <a:chOff x="2133600" y="4191000"/>
              <a:chExt cx="990600" cy="990600"/>
            </a:xfrm>
          </p:grpSpPr>
          <p:cxnSp>
            <p:nvCxnSpPr>
              <p:cNvPr id="1110" name="Google Shape;1110;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11" name="Google Shape;1111;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1112" name="Google Shape;1112;p33"/>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113" name="Google Shape;1113;p33"/>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(0)</a:t>
              </a:r>
              <a:endParaRPr b="1" sz="1800">
                <a:solidFill>
                  <a:srgbClr val="FF0000"/>
                </a:solidFill>
                <a:latin typeface="Times New Roman"/>
                <a:ea typeface="Times New Roman"/>
                <a:cs typeface="Times New Roman"/>
                <a:sym typeface="Times New Roman"/>
              </a:endParaRPr>
            </a:p>
          </p:txBody>
        </p:sp>
        <p:sp>
          <p:nvSpPr>
            <p:cNvPr id="1114" name="Google Shape;1114;p33"/>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115" name="Google Shape;1115;p33"/>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2(0)</a:t>
              </a:r>
              <a:endParaRPr b="1" sz="1800">
                <a:solidFill>
                  <a:srgbClr val="FF0000"/>
                </a:solidFill>
                <a:latin typeface="Times New Roman"/>
                <a:ea typeface="Times New Roman"/>
                <a:cs typeface="Times New Roman"/>
                <a:sym typeface="Times New Roman"/>
              </a:endParaRPr>
            </a:p>
          </p:txBody>
        </p:sp>
        <p:sp>
          <p:nvSpPr>
            <p:cNvPr id="1116" name="Google Shape;1116;p33"/>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117" name="Google Shape;1117;p33"/>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118" name="Google Shape;1118;p33"/>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1119" name="Google Shape;1119;p33"/>
          <p:cNvSpPr/>
          <p:nvPr/>
        </p:nvSpPr>
        <p:spPr>
          <a:xfrm>
            <a:off x="688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1120" name="Google Shape;1120;p33"/>
          <p:cNvSpPr/>
          <p:nvPr/>
        </p:nvSpPr>
        <p:spPr>
          <a:xfrm>
            <a:off x="16788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121" name="Google Shape;1121;p33"/>
          <p:cNvSpPr/>
          <p:nvPr/>
        </p:nvSpPr>
        <p:spPr>
          <a:xfrm>
            <a:off x="31266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122" name="Google Shape;1122;p33"/>
          <p:cNvSpPr/>
          <p:nvPr/>
        </p:nvSpPr>
        <p:spPr>
          <a:xfrm>
            <a:off x="4117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123" name="Google Shape;1123;p33"/>
          <p:cNvSpPr/>
          <p:nvPr/>
        </p:nvSpPr>
        <p:spPr>
          <a:xfrm>
            <a:off x="30504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124" name="Google Shape;1124;p33"/>
          <p:cNvSpPr/>
          <p:nvPr/>
        </p:nvSpPr>
        <p:spPr>
          <a:xfrm>
            <a:off x="16788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125" name="Google Shape;1125;p33"/>
          <p:cNvSpPr txBox="1"/>
          <p:nvPr/>
        </p:nvSpPr>
        <p:spPr>
          <a:xfrm>
            <a:off x="437640" y="4148398"/>
            <a:ext cx="889268" cy="369332"/>
          </a:xfrm>
          <a:prstGeom prst="rect">
            <a:avLst/>
          </a:prstGeom>
          <a:blipFill rotWithShape="1">
            <a:blip r:embed="rId5">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grpSp>
        <p:nvGrpSpPr>
          <p:cNvPr id="1126" name="Google Shape;1126;p33"/>
          <p:cNvGrpSpPr/>
          <p:nvPr/>
        </p:nvGrpSpPr>
        <p:grpSpPr>
          <a:xfrm rot="2700000">
            <a:off x="6180224" y="5170064"/>
            <a:ext cx="990600" cy="990600"/>
            <a:chOff x="2133600" y="4191000"/>
            <a:chExt cx="990600" cy="990600"/>
          </a:xfrm>
        </p:grpSpPr>
        <p:cxnSp>
          <p:nvCxnSpPr>
            <p:cNvPr id="1127" name="Google Shape;1127;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28" name="Google Shape;1128;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29" name="Google Shape;1129;p33"/>
          <p:cNvGrpSpPr/>
          <p:nvPr/>
        </p:nvGrpSpPr>
        <p:grpSpPr>
          <a:xfrm>
            <a:off x="4832436" y="3007582"/>
            <a:ext cx="3856824" cy="3078020"/>
            <a:chOff x="2438400" y="861676"/>
            <a:chExt cx="3856824" cy="3078449"/>
          </a:xfrm>
        </p:grpSpPr>
        <p:grpSp>
          <p:nvGrpSpPr>
            <p:cNvPr id="1130" name="Google Shape;1130;p33"/>
            <p:cNvGrpSpPr/>
            <p:nvPr/>
          </p:nvGrpSpPr>
          <p:grpSpPr>
            <a:xfrm>
              <a:off x="2590800" y="1547561"/>
              <a:ext cx="990600" cy="990849"/>
              <a:chOff x="2133600" y="4191000"/>
              <a:chExt cx="990600" cy="990600"/>
            </a:xfrm>
          </p:grpSpPr>
          <p:cxnSp>
            <p:nvCxnSpPr>
              <p:cNvPr id="1131" name="Google Shape;1131;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32" name="Google Shape;1132;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33" name="Google Shape;1133;p33"/>
            <p:cNvGrpSpPr/>
            <p:nvPr/>
          </p:nvGrpSpPr>
          <p:grpSpPr>
            <a:xfrm flipH="1" rot="10800000">
              <a:off x="2590800" y="2538409"/>
              <a:ext cx="990600" cy="990849"/>
              <a:chOff x="2133600" y="4191000"/>
              <a:chExt cx="990600" cy="990600"/>
            </a:xfrm>
          </p:grpSpPr>
          <p:cxnSp>
            <p:nvCxnSpPr>
              <p:cNvPr id="1134" name="Google Shape;1134;p33"/>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135" name="Google Shape;1135;p33"/>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136" name="Google Shape;1136;p33"/>
            <p:cNvGrpSpPr/>
            <p:nvPr/>
          </p:nvGrpSpPr>
          <p:grpSpPr>
            <a:xfrm rot="5400000">
              <a:off x="4990978" y="1560388"/>
              <a:ext cx="990849" cy="990600"/>
              <a:chOff x="2133600" y="4191000"/>
              <a:chExt cx="990600" cy="990600"/>
            </a:xfrm>
          </p:grpSpPr>
          <p:cxnSp>
            <p:nvCxnSpPr>
              <p:cNvPr id="1137" name="Google Shape;1137;p33"/>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138" name="Google Shape;1138;p33"/>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139" name="Google Shape;1139;p33"/>
            <p:cNvGrpSpPr/>
            <p:nvPr/>
          </p:nvGrpSpPr>
          <p:grpSpPr>
            <a:xfrm flipH="1" rot="5400000">
              <a:off x="4990978" y="2551237"/>
              <a:ext cx="990849" cy="990600"/>
              <a:chOff x="2133600" y="4191000"/>
              <a:chExt cx="990600" cy="990600"/>
            </a:xfrm>
          </p:grpSpPr>
          <p:cxnSp>
            <p:nvCxnSpPr>
              <p:cNvPr id="1140" name="Google Shape;1140;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41" name="Google Shape;1141;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42" name="Google Shape;1142;p33"/>
            <p:cNvGrpSpPr/>
            <p:nvPr/>
          </p:nvGrpSpPr>
          <p:grpSpPr>
            <a:xfrm rot="2700000">
              <a:off x="3799136" y="1066924"/>
              <a:ext cx="990849" cy="990600"/>
              <a:chOff x="2133600" y="4191000"/>
              <a:chExt cx="990600" cy="990600"/>
            </a:xfrm>
          </p:grpSpPr>
          <p:cxnSp>
            <p:nvCxnSpPr>
              <p:cNvPr id="1143" name="Google Shape;1143;p33"/>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44" name="Google Shape;1144;p33"/>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45" name="Google Shape;1145;p33"/>
            <p:cNvGrpSpPr/>
            <p:nvPr/>
          </p:nvGrpSpPr>
          <p:grpSpPr>
            <a:xfrm flipH="1" rot="4885093">
              <a:off x="3407465" y="1693506"/>
              <a:ext cx="1751117" cy="1722060"/>
              <a:chOff x="2133600" y="4191000"/>
              <a:chExt cx="990600" cy="990600"/>
            </a:xfrm>
          </p:grpSpPr>
          <p:cxnSp>
            <p:nvCxnSpPr>
              <p:cNvPr id="1146" name="Google Shape;1146;p33"/>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147" name="Google Shape;1147;p33"/>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sp>
          <p:nvSpPr>
            <p:cNvPr id="1148" name="Google Shape;1148;p33"/>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149" name="Google Shape;1149;p33"/>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(2)</a:t>
              </a:r>
              <a:endParaRPr b="1" sz="1800">
                <a:solidFill>
                  <a:srgbClr val="FF0000"/>
                </a:solidFill>
                <a:latin typeface="Times New Roman"/>
                <a:ea typeface="Times New Roman"/>
                <a:cs typeface="Times New Roman"/>
                <a:sym typeface="Times New Roman"/>
              </a:endParaRPr>
            </a:p>
          </p:txBody>
        </p:sp>
        <p:sp>
          <p:nvSpPr>
            <p:cNvPr id="1150" name="Google Shape;1150;p33"/>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151" name="Google Shape;1151;p33"/>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152" name="Google Shape;1152;p33"/>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153" name="Google Shape;1153;p33"/>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154" name="Google Shape;1154;p33"/>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155" name="Google Shape;1155;p33"/>
          <p:cNvSpPr/>
          <p:nvPr/>
        </p:nvSpPr>
        <p:spPr>
          <a:xfrm>
            <a:off x="4832436" y="45842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156" name="Google Shape;1156;p33"/>
          <p:cNvSpPr/>
          <p:nvPr/>
        </p:nvSpPr>
        <p:spPr>
          <a:xfrm>
            <a:off x="5823036" y="55748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157" name="Google Shape;1157;p33"/>
          <p:cNvSpPr/>
          <p:nvPr/>
        </p:nvSpPr>
        <p:spPr>
          <a:xfrm>
            <a:off x="7270836" y="55748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158" name="Google Shape;1158;p33"/>
          <p:cNvSpPr/>
          <p:nvPr/>
        </p:nvSpPr>
        <p:spPr>
          <a:xfrm>
            <a:off x="8261436" y="45842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159" name="Google Shape;1159;p33"/>
          <p:cNvSpPr/>
          <p:nvPr/>
        </p:nvSpPr>
        <p:spPr>
          <a:xfrm>
            <a:off x="71946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160" name="Google Shape;1160;p33"/>
          <p:cNvSpPr/>
          <p:nvPr/>
        </p:nvSpPr>
        <p:spPr>
          <a:xfrm>
            <a:off x="58230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161" name="Google Shape;1161;p33"/>
          <p:cNvSpPr txBox="1"/>
          <p:nvPr/>
        </p:nvSpPr>
        <p:spPr>
          <a:xfrm>
            <a:off x="4522836" y="4266382"/>
            <a:ext cx="889268" cy="369332"/>
          </a:xfrm>
          <a:prstGeom prst="rect">
            <a:avLst/>
          </a:prstGeom>
          <a:blipFill rotWithShape="1">
            <a:blip r:embed="rId6">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162" name="Google Shape;1162;p33"/>
          <p:cNvSpPr txBox="1"/>
          <p:nvPr/>
        </p:nvSpPr>
        <p:spPr>
          <a:xfrm>
            <a:off x="5476021" y="3140337"/>
            <a:ext cx="889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a:t>
            </a:r>
            <a:r>
              <a:rPr b="1" lang="en-US" sz="1800">
                <a:solidFill>
                  <a:srgbClr val="002060"/>
                </a:solidFill>
                <a:latin typeface="Times New Roman"/>
                <a:ea typeface="Times New Roman"/>
                <a:cs typeface="Times New Roman"/>
                <a:sym typeface="Times New Roman"/>
              </a:rPr>
              <a:t> 1</a:t>
            </a:r>
            <a:r>
              <a:rPr lang="en-US" sz="1800">
                <a:solidFill>
                  <a:schemeClr val="dk1"/>
                </a:solidFill>
                <a:latin typeface="Times New Roman"/>
                <a:ea typeface="Times New Roman"/>
                <a:cs typeface="Times New Roman"/>
                <a:sym typeface="Times New Roman"/>
              </a:rPr>
              <a:t>)</a:t>
            </a:r>
            <a:endParaRPr/>
          </a:p>
        </p:txBody>
      </p:sp>
      <p:sp>
        <p:nvSpPr>
          <p:cNvPr id="1163" name="Google Shape;1163;p33"/>
          <p:cNvSpPr txBox="1"/>
          <p:nvPr/>
        </p:nvSpPr>
        <p:spPr>
          <a:xfrm>
            <a:off x="5264102" y="5904173"/>
            <a:ext cx="889268" cy="369332"/>
          </a:xfrm>
          <a:prstGeom prst="rect">
            <a:avLst/>
          </a:prstGeom>
          <a:blipFill rotWithShape="1">
            <a:blip r:embed="rId7">
              <a:alphaModFix/>
            </a:blip>
            <a:stretch>
              <a:fillRect b="-26666" l="-6206"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164" name="Google Shape;1164;p33"/>
          <p:cNvSpPr txBox="1"/>
          <p:nvPr/>
        </p:nvSpPr>
        <p:spPr>
          <a:xfrm>
            <a:off x="7150641" y="3127882"/>
            <a:ext cx="889268" cy="369332"/>
          </a:xfrm>
          <a:prstGeom prst="rect">
            <a:avLst/>
          </a:prstGeom>
          <a:blipFill rotWithShape="1">
            <a:blip r:embed="rId8">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165" name="Google Shape;1165;p33"/>
          <p:cNvSpPr txBox="1"/>
          <p:nvPr/>
        </p:nvSpPr>
        <p:spPr>
          <a:xfrm>
            <a:off x="8109038" y="4163323"/>
            <a:ext cx="889268" cy="369332"/>
          </a:xfrm>
          <a:prstGeom prst="rect">
            <a:avLst/>
          </a:prstGeom>
          <a:blipFill rotWithShape="1">
            <a:blip r:embed="rId9">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166" name="Google Shape;1166;p33"/>
          <p:cNvSpPr txBox="1"/>
          <p:nvPr/>
        </p:nvSpPr>
        <p:spPr>
          <a:xfrm>
            <a:off x="7149296" y="5913083"/>
            <a:ext cx="889268" cy="369332"/>
          </a:xfrm>
          <a:prstGeom prst="rect">
            <a:avLst/>
          </a:prstGeom>
          <a:blipFill rotWithShape="1">
            <a:blip r:embed="rId10">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3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172" name="Google Shape;1172;p34"/>
          <p:cNvSpPr/>
          <p:nvPr/>
        </p:nvSpPr>
        <p:spPr>
          <a:xfrm>
            <a:off x="845346" y="1219200"/>
            <a:ext cx="2214068" cy="646331"/>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Val (f) = 4</a:t>
            </a:r>
            <a:endParaRPr/>
          </a:p>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Quay lại bước 2</a:t>
            </a:r>
            <a:endParaRPr/>
          </a:p>
        </p:txBody>
      </p:sp>
      <p:grpSp>
        <p:nvGrpSpPr>
          <p:cNvPr id="1173" name="Google Shape;1173;p34"/>
          <p:cNvGrpSpPr/>
          <p:nvPr/>
        </p:nvGrpSpPr>
        <p:grpSpPr>
          <a:xfrm rot="2700000">
            <a:off x="3820544" y="4137704"/>
            <a:ext cx="990600" cy="990600"/>
            <a:chOff x="2133600" y="4191000"/>
            <a:chExt cx="990600" cy="990600"/>
          </a:xfrm>
        </p:grpSpPr>
        <p:cxnSp>
          <p:nvCxnSpPr>
            <p:cNvPr id="1174" name="Google Shape;1174;p3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75" name="Google Shape;1175;p3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76" name="Google Shape;1176;p34"/>
          <p:cNvGrpSpPr/>
          <p:nvPr/>
        </p:nvGrpSpPr>
        <p:grpSpPr>
          <a:xfrm>
            <a:off x="2472756" y="1975222"/>
            <a:ext cx="3856824" cy="3078020"/>
            <a:chOff x="2438400" y="861676"/>
            <a:chExt cx="3856824" cy="3078449"/>
          </a:xfrm>
        </p:grpSpPr>
        <p:grpSp>
          <p:nvGrpSpPr>
            <p:cNvPr id="1177" name="Google Shape;1177;p34"/>
            <p:cNvGrpSpPr/>
            <p:nvPr/>
          </p:nvGrpSpPr>
          <p:grpSpPr>
            <a:xfrm>
              <a:off x="2590800" y="1547561"/>
              <a:ext cx="990600" cy="990849"/>
              <a:chOff x="2133600" y="4191000"/>
              <a:chExt cx="990600" cy="990600"/>
            </a:xfrm>
          </p:grpSpPr>
          <p:cxnSp>
            <p:nvCxnSpPr>
              <p:cNvPr id="1178" name="Google Shape;1178;p3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79" name="Google Shape;1179;p3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80" name="Google Shape;1180;p34"/>
            <p:cNvGrpSpPr/>
            <p:nvPr/>
          </p:nvGrpSpPr>
          <p:grpSpPr>
            <a:xfrm flipH="1" rot="10800000">
              <a:off x="2590800" y="2538409"/>
              <a:ext cx="990600" cy="990849"/>
              <a:chOff x="2133600" y="4191000"/>
              <a:chExt cx="990600" cy="990600"/>
            </a:xfrm>
          </p:grpSpPr>
          <p:cxnSp>
            <p:nvCxnSpPr>
              <p:cNvPr id="1181" name="Google Shape;1181;p34"/>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182" name="Google Shape;1182;p34"/>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183" name="Google Shape;1183;p34"/>
            <p:cNvGrpSpPr/>
            <p:nvPr/>
          </p:nvGrpSpPr>
          <p:grpSpPr>
            <a:xfrm rot="5400000">
              <a:off x="4990978" y="1560388"/>
              <a:ext cx="990849" cy="990600"/>
              <a:chOff x="2133600" y="4191000"/>
              <a:chExt cx="990600" cy="990600"/>
            </a:xfrm>
          </p:grpSpPr>
          <p:cxnSp>
            <p:nvCxnSpPr>
              <p:cNvPr id="1184" name="Google Shape;1184;p34"/>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185" name="Google Shape;1185;p34"/>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186" name="Google Shape;1186;p34"/>
            <p:cNvGrpSpPr/>
            <p:nvPr/>
          </p:nvGrpSpPr>
          <p:grpSpPr>
            <a:xfrm flipH="1" rot="5400000">
              <a:off x="4990978" y="2551237"/>
              <a:ext cx="990849" cy="990600"/>
              <a:chOff x="2133600" y="4191000"/>
              <a:chExt cx="990600" cy="990600"/>
            </a:xfrm>
          </p:grpSpPr>
          <p:cxnSp>
            <p:nvCxnSpPr>
              <p:cNvPr id="1187" name="Google Shape;1187;p3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88" name="Google Shape;1188;p3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89" name="Google Shape;1189;p34"/>
            <p:cNvGrpSpPr/>
            <p:nvPr/>
          </p:nvGrpSpPr>
          <p:grpSpPr>
            <a:xfrm rot="2700000">
              <a:off x="3799136" y="1066924"/>
              <a:ext cx="990849" cy="990600"/>
              <a:chOff x="2133600" y="4191000"/>
              <a:chExt cx="990600" cy="990600"/>
            </a:xfrm>
          </p:grpSpPr>
          <p:cxnSp>
            <p:nvCxnSpPr>
              <p:cNvPr id="1190" name="Google Shape;1190;p34"/>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191" name="Google Shape;1191;p34"/>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192" name="Google Shape;1192;p34"/>
            <p:cNvGrpSpPr/>
            <p:nvPr/>
          </p:nvGrpSpPr>
          <p:grpSpPr>
            <a:xfrm flipH="1" rot="4885093">
              <a:off x="3407465" y="1693506"/>
              <a:ext cx="1751117" cy="1722060"/>
              <a:chOff x="2133600" y="4191000"/>
              <a:chExt cx="990600" cy="990600"/>
            </a:xfrm>
          </p:grpSpPr>
          <p:cxnSp>
            <p:nvCxnSpPr>
              <p:cNvPr id="1193" name="Google Shape;1193;p34"/>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194" name="Google Shape;1194;p34"/>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sp>
          <p:nvSpPr>
            <p:cNvPr id="1195" name="Google Shape;1195;p34"/>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196" name="Google Shape;1196;p34"/>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(2)</a:t>
              </a:r>
              <a:endParaRPr b="1" sz="1800">
                <a:solidFill>
                  <a:srgbClr val="FF0000"/>
                </a:solidFill>
                <a:latin typeface="Times New Roman"/>
                <a:ea typeface="Times New Roman"/>
                <a:cs typeface="Times New Roman"/>
                <a:sym typeface="Times New Roman"/>
              </a:endParaRPr>
            </a:p>
          </p:txBody>
        </p:sp>
        <p:sp>
          <p:nvSpPr>
            <p:cNvPr id="1197" name="Google Shape;1197;p34"/>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198" name="Google Shape;1198;p34"/>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199" name="Google Shape;1199;p34"/>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200" name="Google Shape;1200;p34"/>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201" name="Google Shape;1201;p34"/>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202" name="Google Shape;1202;p34"/>
          <p:cNvSpPr/>
          <p:nvPr/>
        </p:nvSpPr>
        <p:spPr>
          <a:xfrm>
            <a:off x="2472756" y="35519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203" name="Google Shape;1203;p34"/>
          <p:cNvSpPr/>
          <p:nvPr/>
        </p:nvSpPr>
        <p:spPr>
          <a:xfrm>
            <a:off x="3463356" y="45425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204" name="Google Shape;1204;p34"/>
          <p:cNvSpPr/>
          <p:nvPr/>
        </p:nvSpPr>
        <p:spPr>
          <a:xfrm>
            <a:off x="4911156" y="45425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205" name="Google Shape;1205;p34"/>
          <p:cNvSpPr/>
          <p:nvPr/>
        </p:nvSpPr>
        <p:spPr>
          <a:xfrm>
            <a:off x="5901756" y="35519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206" name="Google Shape;1206;p34"/>
          <p:cNvSpPr/>
          <p:nvPr/>
        </p:nvSpPr>
        <p:spPr>
          <a:xfrm>
            <a:off x="4834956" y="25613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207" name="Google Shape;1207;p34"/>
          <p:cNvSpPr/>
          <p:nvPr/>
        </p:nvSpPr>
        <p:spPr>
          <a:xfrm>
            <a:off x="3463356" y="25613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35"/>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213" name="Google Shape;1213;p35"/>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1214" name="Google Shape;1214;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lang="en-US"/>
              <a:t> Tiếp tục lặp quá trình thu được nhãn:</a:t>
            </a:r>
            <a:endParaRPr/>
          </a:p>
        </p:txBody>
      </p:sp>
      <p:grpSp>
        <p:nvGrpSpPr>
          <p:cNvPr id="1215" name="Google Shape;1215;p35"/>
          <p:cNvGrpSpPr/>
          <p:nvPr/>
        </p:nvGrpSpPr>
        <p:grpSpPr>
          <a:xfrm rot="2700000">
            <a:off x="2036036" y="5125820"/>
            <a:ext cx="990600" cy="990600"/>
            <a:chOff x="2133600" y="4191000"/>
            <a:chExt cx="990600" cy="990600"/>
          </a:xfrm>
        </p:grpSpPr>
        <p:cxnSp>
          <p:nvCxnSpPr>
            <p:cNvPr id="1216" name="Google Shape;1216;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17" name="Google Shape;1217;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18" name="Google Shape;1218;p35"/>
          <p:cNvGrpSpPr/>
          <p:nvPr/>
        </p:nvGrpSpPr>
        <p:grpSpPr>
          <a:xfrm>
            <a:off x="688248" y="2963337"/>
            <a:ext cx="3856824" cy="3078020"/>
            <a:chOff x="2438400" y="861676"/>
            <a:chExt cx="3856824" cy="3078449"/>
          </a:xfrm>
        </p:grpSpPr>
        <p:grpSp>
          <p:nvGrpSpPr>
            <p:cNvPr id="1219" name="Google Shape;1219;p35"/>
            <p:cNvGrpSpPr/>
            <p:nvPr/>
          </p:nvGrpSpPr>
          <p:grpSpPr>
            <a:xfrm>
              <a:off x="2590800" y="1547561"/>
              <a:ext cx="990600" cy="990849"/>
              <a:chOff x="2133600" y="4191000"/>
              <a:chExt cx="990600" cy="990600"/>
            </a:xfrm>
          </p:grpSpPr>
          <p:cxnSp>
            <p:nvCxnSpPr>
              <p:cNvPr id="1220" name="Google Shape;1220;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21" name="Google Shape;1221;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22" name="Google Shape;1222;p35"/>
            <p:cNvGrpSpPr/>
            <p:nvPr/>
          </p:nvGrpSpPr>
          <p:grpSpPr>
            <a:xfrm flipH="1" rot="10800000">
              <a:off x="2590800" y="2538409"/>
              <a:ext cx="990600" cy="990849"/>
              <a:chOff x="2133600" y="4191000"/>
              <a:chExt cx="990600" cy="990600"/>
            </a:xfrm>
          </p:grpSpPr>
          <p:cxnSp>
            <p:nvCxnSpPr>
              <p:cNvPr id="1223" name="Google Shape;1223;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24" name="Google Shape;1224;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25" name="Google Shape;1225;p35"/>
            <p:cNvGrpSpPr/>
            <p:nvPr/>
          </p:nvGrpSpPr>
          <p:grpSpPr>
            <a:xfrm rot="5400000">
              <a:off x="4990978" y="1560388"/>
              <a:ext cx="990849" cy="990600"/>
              <a:chOff x="2133600" y="4191000"/>
              <a:chExt cx="990600" cy="990600"/>
            </a:xfrm>
          </p:grpSpPr>
          <p:cxnSp>
            <p:nvCxnSpPr>
              <p:cNvPr id="1226" name="Google Shape;1226;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27" name="Google Shape;1227;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28" name="Google Shape;1228;p35"/>
            <p:cNvGrpSpPr/>
            <p:nvPr/>
          </p:nvGrpSpPr>
          <p:grpSpPr>
            <a:xfrm flipH="1" rot="5400000">
              <a:off x="4990978" y="2551237"/>
              <a:ext cx="990849" cy="990600"/>
              <a:chOff x="2133600" y="4191000"/>
              <a:chExt cx="990600" cy="990600"/>
            </a:xfrm>
          </p:grpSpPr>
          <p:cxnSp>
            <p:nvCxnSpPr>
              <p:cNvPr id="1229" name="Google Shape;1229;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30" name="Google Shape;1230;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31" name="Google Shape;1231;p35"/>
            <p:cNvGrpSpPr/>
            <p:nvPr/>
          </p:nvGrpSpPr>
          <p:grpSpPr>
            <a:xfrm rot="2700000">
              <a:off x="3799136" y="1066924"/>
              <a:ext cx="990849" cy="990600"/>
              <a:chOff x="2133600" y="4191000"/>
              <a:chExt cx="990600" cy="990600"/>
            </a:xfrm>
          </p:grpSpPr>
          <p:cxnSp>
            <p:nvCxnSpPr>
              <p:cNvPr id="1232" name="Google Shape;1232;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33" name="Google Shape;1233;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34" name="Google Shape;1234;p35"/>
            <p:cNvGrpSpPr/>
            <p:nvPr/>
          </p:nvGrpSpPr>
          <p:grpSpPr>
            <a:xfrm flipH="1" rot="4885093">
              <a:off x="3407465" y="1693506"/>
              <a:ext cx="1751117" cy="1722060"/>
              <a:chOff x="2133600" y="4191000"/>
              <a:chExt cx="990600" cy="990600"/>
            </a:xfrm>
          </p:grpSpPr>
          <p:cxnSp>
            <p:nvCxnSpPr>
              <p:cNvPr id="1235" name="Google Shape;1235;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36" name="Google Shape;1236;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1237" name="Google Shape;1237;p35"/>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238" name="Google Shape;1238;p35"/>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(2)</a:t>
              </a:r>
              <a:endParaRPr b="1" sz="1800">
                <a:solidFill>
                  <a:srgbClr val="FF0000"/>
                </a:solidFill>
                <a:latin typeface="Times New Roman"/>
                <a:ea typeface="Times New Roman"/>
                <a:cs typeface="Times New Roman"/>
                <a:sym typeface="Times New Roman"/>
              </a:endParaRPr>
            </a:p>
          </p:txBody>
        </p:sp>
        <p:sp>
          <p:nvSpPr>
            <p:cNvPr id="1239" name="Google Shape;1239;p35"/>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240" name="Google Shape;1240;p35"/>
            <p:cNvSpPr txBox="1"/>
            <p:nvPr/>
          </p:nvSpPr>
          <p:spPr>
            <a:xfrm>
              <a:off x="3736599" y="2105239"/>
              <a:ext cx="64795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241" name="Google Shape;1241;p35"/>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242" name="Google Shape;1242;p35"/>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243" name="Google Shape;1243;p35"/>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244" name="Google Shape;1244;p35"/>
          <p:cNvSpPr/>
          <p:nvPr/>
        </p:nvSpPr>
        <p:spPr>
          <a:xfrm>
            <a:off x="688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1245" name="Google Shape;1245;p35"/>
          <p:cNvSpPr/>
          <p:nvPr/>
        </p:nvSpPr>
        <p:spPr>
          <a:xfrm>
            <a:off x="16788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246" name="Google Shape;1246;p35"/>
          <p:cNvSpPr/>
          <p:nvPr/>
        </p:nvSpPr>
        <p:spPr>
          <a:xfrm>
            <a:off x="31266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247" name="Google Shape;1247;p35"/>
          <p:cNvSpPr/>
          <p:nvPr/>
        </p:nvSpPr>
        <p:spPr>
          <a:xfrm>
            <a:off x="4117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248" name="Google Shape;1248;p35"/>
          <p:cNvSpPr/>
          <p:nvPr/>
        </p:nvSpPr>
        <p:spPr>
          <a:xfrm>
            <a:off x="30504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249" name="Google Shape;1249;p35"/>
          <p:cNvSpPr/>
          <p:nvPr/>
        </p:nvSpPr>
        <p:spPr>
          <a:xfrm>
            <a:off x="16788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250" name="Google Shape;1250;p35"/>
          <p:cNvSpPr txBox="1"/>
          <p:nvPr/>
        </p:nvSpPr>
        <p:spPr>
          <a:xfrm>
            <a:off x="437640" y="4148398"/>
            <a:ext cx="889268" cy="369332"/>
          </a:xfrm>
          <a:prstGeom prst="rect">
            <a:avLst/>
          </a:prstGeom>
          <a:blipFill rotWithShape="1">
            <a:blip r:embed="rId4">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grpSp>
        <p:nvGrpSpPr>
          <p:cNvPr id="1251" name="Google Shape;1251;p35"/>
          <p:cNvGrpSpPr/>
          <p:nvPr/>
        </p:nvGrpSpPr>
        <p:grpSpPr>
          <a:xfrm rot="2700000">
            <a:off x="6180224" y="5170064"/>
            <a:ext cx="990600" cy="990600"/>
            <a:chOff x="2133600" y="4191000"/>
            <a:chExt cx="990600" cy="990600"/>
          </a:xfrm>
        </p:grpSpPr>
        <p:cxnSp>
          <p:nvCxnSpPr>
            <p:cNvPr id="1252" name="Google Shape;1252;p35"/>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253" name="Google Shape;1253;p35"/>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254" name="Google Shape;1254;p35"/>
          <p:cNvGrpSpPr/>
          <p:nvPr/>
        </p:nvGrpSpPr>
        <p:grpSpPr>
          <a:xfrm>
            <a:off x="4832436" y="3007582"/>
            <a:ext cx="3856824" cy="3078020"/>
            <a:chOff x="2438400" y="861676"/>
            <a:chExt cx="3856824" cy="3078449"/>
          </a:xfrm>
        </p:grpSpPr>
        <p:grpSp>
          <p:nvGrpSpPr>
            <p:cNvPr id="1255" name="Google Shape;1255;p35"/>
            <p:cNvGrpSpPr/>
            <p:nvPr/>
          </p:nvGrpSpPr>
          <p:grpSpPr>
            <a:xfrm>
              <a:off x="2590800" y="1547561"/>
              <a:ext cx="990600" cy="990849"/>
              <a:chOff x="2133600" y="4191000"/>
              <a:chExt cx="990600" cy="990600"/>
            </a:xfrm>
          </p:grpSpPr>
          <p:cxnSp>
            <p:nvCxnSpPr>
              <p:cNvPr id="1256" name="Google Shape;1256;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57" name="Google Shape;1257;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58" name="Google Shape;1258;p35"/>
            <p:cNvGrpSpPr/>
            <p:nvPr/>
          </p:nvGrpSpPr>
          <p:grpSpPr>
            <a:xfrm flipH="1" rot="10800000">
              <a:off x="2590800" y="2538409"/>
              <a:ext cx="990600" cy="990849"/>
              <a:chOff x="2133600" y="4191000"/>
              <a:chExt cx="990600" cy="990600"/>
            </a:xfrm>
          </p:grpSpPr>
          <p:cxnSp>
            <p:nvCxnSpPr>
              <p:cNvPr id="1259" name="Google Shape;1259;p35"/>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260" name="Google Shape;1260;p35"/>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261" name="Google Shape;1261;p35"/>
            <p:cNvGrpSpPr/>
            <p:nvPr/>
          </p:nvGrpSpPr>
          <p:grpSpPr>
            <a:xfrm rot="5400000">
              <a:off x="4990978" y="1560388"/>
              <a:ext cx="990849" cy="990600"/>
              <a:chOff x="2133600" y="4191000"/>
              <a:chExt cx="990600" cy="990600"/>
            </a:xfrm>
          </p:grpSpPr>
          <p:cxnSp>
            <p:nvCxnSpPr>
              <p:cNvPr id="1262" name="Google Shape;1262;p35"/>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263" name="Google Shape;1263;p35"/>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264" name="Google Shape;1264;p35"/>
            <p:cNvGrpSpPr/>
            <p:nvPr/>
          </p:nvGrpSpPr>
          <p:grpSpPr>
            <a:xfrm flipH="1" rot="5400000">
              <a:off x="4990978" y="2551237"/>
              <a:ext cx="990849" cy="990600"/>
              <a:chOff x="2133600" y="4191000"/>
              <a:chExt cx="990600" cy="990600"/>
            </a:xfrm>
          </p:grpSpPr>
          <p:cxnSp>
            <p:nvCxnSpPr>
              <p:cNvPr id="1265" name="Google Shape;1265;p35"/>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266" name="Google Shape;1266;p35"/>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267" name="Google Shape;1267;p35"/>
            <p:cNvGrpSpPr/>
            <p:nvPr/>
          </p:nvGrpSpPr>
          <p:grpSpPr>
            <a:xfrm rot="2700000">
              <a:off x="3799136" y="1066924"/>
              <a:ext cx="990849" cy="990600"/>
              <a:chOff x="2133600" y="4191000"/>
              <a:chExt cx="990600" cy="990600"/>
            </a:xfrm>
          </p:grpSpPr>
          <p:cxnSp>
            <p:nvCxnSpPr>
              <p:cNvPr id="1268" name="Google Shape;1268;p35"/>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269" name="Google Shape;1269;p35"/>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270" name="Google Shape;1270;p35"/>
            <p:cNvGrpSpPr/>
            <p:nvPr/>
          </p:nvGrpSpPr>
          <p:grpSpPr>
            <a:xfrm flipH="1" rot="4885093">
              <a:off x="3407465" y="1693506"/>
              <a:ext cx="1751117" cy="1722060"/>
              <a:chOff x="2133600" y="4191000"/>
              <a:chExt cx="990600" cy="990600"/>
            </a:xfrm>
          </p:grpSpPr>
          <p:cxnSp>
            <p:nvCxnSpPr>
              <p:cNvPr id="1271" name="Google Shape;1271;p35"/>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272" name="Google Shape;1272;p35"/>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sp>
          <p:nvSpPr>
            <p:cNvPr id="1273" name="Google Shape;1273;p35"/>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274" name="Google Shape;1274;p35"/>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(2)</a:t>
              </a:r>
              <a:endParaRPr b="1" sz="1800">
                <a:solidFill>
                  <a:srgbClr val="FF0000"/>
                </a:solidFill>
                <a:latin typeface="Times New Roman"/>
                <a:ea typeface="Times New Roman"/>
                <a:cs typeface="Times New Roman"/>
                <a:sym typeface="Times New Roman"/>
              </a:endParaRPr>
            </a:p>
          </p:txBody>
        </p:sp>
        <p:sp>
          <p:nvSpPr>
            <p:cNvPr id="1275" name="Google Shape;1275;p35"/>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276" name="Google Shape;1276;p35"/>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277" name="Google Shape;1277;p35"/>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278" name="Google Shape;1278;p35"/>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279" name="Google Shape;1279;p35"/>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280" name="Google Shape;1280;p35"/>
          <p:cNvSpPr/>
          <p:nvPr/>
        </p:nvSpPr>
        <p:spPr>
          <a:xfrm>
            <a:off x="4832436" y="45842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281" name="Google Shape;1281;p35"/>
          <p:cNvSpPr/>
          <p:nvPr/>
        </p:nvSpPr>
        <p:spPr>
          <a:xfrm>
            <a:off x="5823036" y="55748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282" name="Google Shape;1282;p35"/>
          <p:cNvSpPr/>
          <p:nvPr/>
        </p:nvSpPr>
        <p:spPr>
          <a:xfrm>
            <a:off x="7270836" y="5574876"/>
            <a:ext cx="304800" cy="228600"/>
          </a:xfrm>
          <a:prstGeom prst="flowChartConnector">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283" name="Google Shape;1283;p35"/>
          <p:cNvSpPr/>
          <p:nvPr/>
        </p:nvSpPr>
        <p:spPr>
          <a:xfrm>
            <a:off x="8261436" y="45842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284" name="Google Shape;1284;p35"/>
          <p:cNvSpPr/>
          <p:nvPr/>
        </p:nvSpPr>
        <p:spPr>
          <a:xfrm>
            <a:off x="7194636" y="35936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285" name="Google Shape;1285;p35"/>
          <p:cNvSpPr/>
          <p:nvPr/>
        </p:nvSpPr>
        <p:spPr>
          <a:xfrm>
            <a:off x="58230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286" name="Google Shape;1286;p35"/>
          <p:cNvSpPr txBox="1"/>
          <p:nvPr/>
        </p:nvSpPr>
        <p:spPr>
          <a:xfrm>
            <a:off x="4522836" y="4266382"/>
            <a:ext cx="889268" cy="369332"/>
          </a:xfrm>
          <a:prstGeom prst="rect">
            <a:avLst/>
          </a:prstGeom>
          <a:blipFill rotWithShape="1">
            <a:blip r:embed="rId5">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287" name="Google Shape;1287;p35"/>
          <p:cNvSpPr txBox="1"/>
          <p:nvPr/>
        </p:nvSpPr>
        <p:spPr>
          <a:xfrm>
            <a:off x="5476021" y="3140337"/>
            <a:ext cx="889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a:t>
            </a:r>
            <a:r>
              <a:rPr b="1" lang="en-US" sz="1800">
                <a:solidFill>
                  <a:srgbClr val="002060"/>
                </a:solidFill>
                <a:latin typeface="Times New Roman"/>
                <a:ea typeface="Times New Roman"/>
                <a:cs typeface="Times New Roman"/>
                <a:sym typeface="Times New Roman"/>
              </a:rPr>
              <a:t> 1</a:t>
            </a:r>
            <a:r>
              <a:rPr lang="en-US" sz="1800">
                <a:solidFill>
                  <a:schemeClr val="dk1"/>
                </a:solidFill>
                <a:latin typeface="Times New Roman"/>
                <a:ea typeface="Times New Roman"/>
                <a:cs typeface="Times New Roman"/>
                <a:sym typeface="Times New Roman"/>
              </a:rPr>
              <a:t>)</a:t>
            </a:r>
            <a:endParaRPr/>
          </a:p>
        </p:txBody>
      </p:sp>
      <p:sp>
        <p:nvSpPr>
          <p:cNvPr id="1288" name="Google Shape;1288;p35"/>
          <p:cNvSpPr txBox="1"/>
          <p:nvPr/>
        </p:nvSpPr>
        <p:spPr>
          <a:xfrm>
            <a:off x="5264102" y="5904173"/>
            <a:ext cx="889268" cy="369332"/>
          </a:xfrm>
          <a:prstGeom prst="rect">
            <a:avLst/>
          </a:prstGeom>
          <a:blipFill rotWithShape="1">
            <a:blip r:embed="rId6">
              <a:alphaModFix/>
            </a:blip>
            <a:stretch>
              <a:fillRect b="-26666" l="-6206"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289" name="Google Shape;1289;p35"/>
          <p:cNvSpPr txBox="1"/>
          <p:nvPr/>
        </p:nvSpPr>
        <p:spPr>
          <a:xfrm>
            <a:off x="8109038" y="4163323"/>
            <a:ext cx="889268" cy="369332"/>
          </a:xfrm>
          <a:prstGeom prst="rect">
            <a:avLst/>
          </a:prstGeom>
          <a:blipFill rotWithShape="1">
            <a:blip r:embed="rId7">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290" name="Google Shape;1290;p35"/>
          <p:cNvSpPr txBox="1"/>
          <p:nvPr/>
        </p:nvSpPr>
        <p:spPr>
          <a:xfrm>
            <a:off x="7149296" y="5913083"/>
            <a:ext cx="889268" cy="369332"/>
          </a:xfrm>
          <a:prstGeom prst="rect">
            <a:avLst/>
          </a:prstGeom>
          <a:blipFill rotWithShape="1">
            <a:blip r:embed="rId8">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36"/>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296" name="Google Shape;1296;p36"/>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1297" name="Google Shape;1297;p36"/>
          <p:cNvSpPr txBox="1"/>
          <p:nvPr>
            <p:ph idx="2" type="body"/>
          </p:nvPr>
        </p:nvSpPr>
        <p:spPr>
          <a:xfrm>
            <a:off x="4648200" y="1600200"/>
            <a:ext cx="4038600" cy="4525963"/>
          </a:xfrm>
          <a:prstGeom prst="rect">
            <a:avLst/>
          </a:prstGeom>
          <a:blipFill rotWithShape="1">
            <a:blip r:embed="rId4">
              <a:alphaModFix/>
            </a:blip>
            <a:stretch>
              <a:fillRect b="0" l="-2717" r="0" t="-134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grpSp>
        <p:nvGrpSpPr>
          <p:cNvPr id="1298" name="Google Shape;1298;p36"/>
          <p:cNvGrpSpPr/>
          <p:nvPr/>
        </p:nvGrpSpPr>
        <p:grpSpPr>
          <a:xfrm rot="2700000">
            <a:off x="2036036" y="5125820"/>
            <a:ext cx="990600" cy="990600"/>
            <a:chOff x="2133600" y="4191000"/>
            <a:chExt cx="990600" cy="990600"/>
          </a:xfrm>
        </p:grpSpPr>
        <p:cxnSp>
          <p:nvCxnSpPr>
            <p:cNvPr id="1299" name="Google Shape;1299;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00" name="Google Shape;1300;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01" name="Google Shape;1301;p36"/>
          <p:cNvGrpSpPr/>
          <p:nvPr/>
        </p:nvGrpSpPr>
        <p:grpSpPr>
          <a:xfrm>
            <a:off x="688248" y="2963337"/>
            <a:ext cx="3856824" cy="3078020"/>
            <a:chOff x="2438400" y="861676"/>
            <a:chExt cx="3856824" cy="3078449"/>
          </a:xfrm>
        </p:grpSpPr>
        <p:grpSp>
          <p:nvGrpSpPr>
            <p:cNvPr id="1302" name="Google Shape;1302;p36"/>
            <p:cNvGrpSpPr/>
            <p:nvPr/>
          </p:nvGrpSpPr>
          <p:grpSpPr>
            <a:xfrm>
              <a:off x="2590800" y="1547561"/>
              <a:ext cx="990600" cy="990849"/>
              <a:chOff x="2133600" y="4191000"/>
              <a:chExt cx="990600" cy="990600"/>
            </a:xfrm>
          </p:grpSpPr>
          <p:cxnSp>
            <p:nvCxnSpPr>
              <p:cNvPr id="1303" name="Google Shape;1303;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04" name="Google Shape;1304;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05" name="Google Shape;1305;p36"/>
            <p:cNvGrpSpPr/>
            <p:nvPr/>
          </p:nvGrpSpPr>
          <p:grpSpPr>
            <a:xfrm flipH="1" rot="10800000">
              <a:off x="2590800" y="2538409"/>
              <a:ext cx="990600" cy="990849"/>
              <a:chOff x="2133600" y="4191000"/>
              <a:chExt cx="990600" cy="990600"/>
            </a:xfrm>
          </p:grpSpPr>
          <p:cxnSp>
            <p:nvCxnSpPr>
              <p:cNvPr id="1306" name="Google Shape;1306;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07" name="Google Shape;1307;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08" name="Google Shape;1308;p36"/>
            <p:cNvGrpSpPr/>
            <p:nvPr/>
          </p:nvGrpSpPr>
          <p:grpSpPr>
            <a:xfrm rot="5400000">
              <a:off x="4990978" y="1560388"/>
              <a:ext cx="990849" cy="990600"/>
              <a:chOff x="2133600" y="4191000"/>
              <a:chExt cx="990600" cy="990600"/>
            </a:xfrm>
          </p:grpSpPr>
          <p:cxnSp>
            <p:nvCxnSpPr>
              <p:cNvPr id="1309" name="Google Shape;1309;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10" name="Google Shape;1310;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11" name="Google Shape;1311;p36"/>
            <p:cNvGrpSpPr/>
            <p:nvPr/>
          </p:nvGrpSpPr>
          <p:grpSpPr>
            <a:xfrm flipH="1" rot="5400000">
              <a:off x="4990978" y="2551237"/>
              <a:ext cx="990849" cy="990600"/>
              <a:chOff x="2133600" y="4191000"/>
              <a:chExt cx="990600" cy="990600"/>
            </a:xfrm>
          </p:grpSpPr>
          <p:cxnSp>
            <p:nvCxnSpPr>
              <p:cNvPr id="1312" name="Google Shape;1312;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13" name="Google Shape;1313;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14" name="Google Shape;1314;p36"/>
            <p:cNvGrpSpPr/>
            <p:nvPr/>
          </p:nvGrpSpPr>
          <p:grpSpPr>
            <a:xfrm rot="2700000">
              <a:off x="3799136" y="1066924"/>
              <a:ext cx="990849" cy="990600"/>
              <a:chOff x="2133600" y="4191000"/>
              <a:chExt cx="990600" cy="990600"/>
            </a:xfrm>
          </p:grpSpPr>
          <p:cxnSp>
            <p:nvCxnSpPr>
              <p:cNvPr id="1315" name="Google Shape;1315;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16" name="Google Shape;1316;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17" name="Google Shape;1317;p36"/>
            <p:cNvGrpSpPr/>
            <p:nvPr/>
          </p:nvGrpSpPr>
          <p:grpSpPr>
            <a:xfrm flipH="1" rot="4885093">
              <a:off x="3407465" y="1693506"/>
              <a:ext cx="1751117" cy="1722060"/>
              <a:chOff x="2133600" y="4191000"/>
              <a:chExt cx="990600" cy="990600"/>
            </a:xfrm>
          </p:grpSpPr>
          <p:cxnSp>
            <p:nvCxnSpPr>
              <p:cNvPr id="1318" name="Google Shape;1318;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19" name="Google Shape;1319;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1320" name="Google Shape;1320;p36"/>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321" name="Google Shape;1321;p36"/>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(2)</a:t>
              </a:r>
              <a:endParaRPr b="1" sz="1800">
                <a:solidFill>
                  <a:srgbClr val="FF0000"/>
                </a:solidFill>
                <a:latin typeface="Times New Roman"/>
                <a:ea typeface="Times New Roman"/>
                <a:cs typeface="Times New Roman"/>
                <a:sym typeface="Times New Roman"/>
              </a:endParaRPr>
            </a:p>
          </p:txBody>
        </p:sp>
        <p:sp>
          <p:nvSpPr>
            <p:cNvPr id="1322" name="Google Shape;1322;p36"/>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323" name="Google Shape;1323;p36"/>
            <p:cNvSpPr txBox="1"/>
            <p:nvPr/>
          </p:nvSpPr>
          <p:spPr>
            <a:xfrm>
              <a:off x="3736599" y="2105239"/>
              <a:ext cx="64795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324" name="Google Shape;1324;p36"/>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(0)</a:t>
              </a:r>
              <a:endParaRPr b="1" sz="1800">
                <a:solidFill>
                  <a:srgbClr val="FF0000"/>
                </a:solidFill>
                <a:latin typeface="Times New Roman"/>
                <a:ea typeface="Times New Roman"/>
                <a:cs typeface="Times New Roman"/>
                <a:sym typeface="Times New Roman"/>
              </a:endParaRPr>
            </a:p>
          </p:txBody>
        </p:sp>
        <p:sp>
          <p:nvSpPr>
            <p:cNvPr id="1325" name="Google Shape;1325;p36"/>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4(0)</a:t>
              </a:r>
              <a:endParaRPr b="1" sz="1800">
                <a:solidFill>
                  <a:srgbClr val="FF0000"/>
                </a:solidFill>
                <a:latin typeface="Times New Roman"/>
                <a:ea typeface="Times New Roman"/>
                <a:cs typeface="Times New Roman"/>
                <a:sym typeface="Times New Roman"/>
              </a:endParaRPr>
            </a:p>
          </p:txBody>
        </p:sp>
        <p:sp>
          <p:nvSpPr>
            <p:cNvPr id="1326" name="Google Shape;1326;p36"/>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327" name="Google Shape;1327;p36"/>
          <p:cNvSpPr/>
          <p:nvPr/>
        </p:nvSpPr>
        <p:spPr>
          <a:xfrm>
            <a:off x="688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1328" name="Google Shape;1328;p36"/>
          <p:cNvSpPr/>
          <p:nvPr/>
        </p:nvSpPr>
        <p:spPr>
          <a:xfrm>
            <a:off x="16788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329" name="Google Shape;1329;p36"/>
          <p:cNvSpPr/>
          <p:nvPr/>
        </p:nvSpPr>
        <p:spPr>
          <a:xfrm>
            <a:off x="31266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330" name="Google Shape;1330;p36"/>
          <p:cNvSpPr/>
          <p:nvPr/>
        </p:nvSpPr>
        <p:spPr>
          <a:xfrm>
            <a:off x="4117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331" name="Google Shape;1331;p36"/>
          <p:cNvSpPr/>
          <p:nvPr/>
        </p:nvSpPr>
        <p:spPr>
          <a:xfrm>
            <a:off x="30504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332" name="Google Shape;1332;p36"/>
          <p:cNvSpPr/>
          <p:nvPr/>
        </p:nvSpPr>
        <p:spPr>
          <a:xfrm>
            <a:off x="16788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333" name="Google Shape;1333;p36"/>
          <p:cNvSpPr txBox="1"/>
          <p:nvPr/>
        </p:nvSpPr>
        <p:spPr>
          <a:xfrm>
            <a:off x="437640" y="4148398"/>
            <a:ext cx="889268" cy="369332"/>
          </a:xfrm>
          <a:prstGeom prst="rect">
            <a:avLst/>
          </a:prstGeom>
          <a:blipFill rotWithShape="1">
            <a:blip r:embed="rId5">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grpSp>
        <p:nvGrpSpPr>
          <p:cNvPr id="1334" name="Google Shape;1334;p36"/>
          <p:cNvGrpSpPr/>
          <p:nvPr/>
        </p:nvGrpSpPr>
        <p:grpSpPr>
          <a:xfrm rot="2700000">
            <a:off x="6180224" y="5170064"/>
            <a:ext cx="990600" cy="990600"/>
            <a:chOff x="2133600" y="4191000"/>
            <a:chExt cx="990600" cy="990600"/>
          </a:xfrm>
        </p:grpSpPr>
        <p:cxnSp>
          <p:nvCxnSpPr>
            <p:cNvPr id="1335" name="Google Shape;1335;p36"/>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336" name="Google Shape;1336;p36"/>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337" name="Google Shape;1337;p36"/>
          <p:cNvGrpSpPr/>
          <p:nvPr/>
        </p:nvGrpSpPr>
        <p:grpSpPr>
          <a:xfrm>
            <a:off x="4832436" y="3007582"/>
            <a:ext cx="3856824" cy="3078020"/>
            <a:chOff x="2438400" y="861676"/>
            <a:chExt cx="3856824" cy="3078449"/>
          </a:xfrm>
        </p:grpSpPr>
        <p:grpSp>
          <p:nvGrpSpPr>
            <p:cNvPr id="1338" name="Google Shape;1338;p36"/>
            <p:cNvGrpSpPr/>
            <p:nvPr/>
          </p:nvGrpSpPr>
          <p:grpSpPr>
            <a:xfrm>
              <a:off x="2590800" y="1547561"/>
              <a:ext cx="990600" cy="990849"/>
              <a:chOff x="2133600" y="4191000"/>
              <a:chExt cx="990600" cy="990600"/>
            </a:xfrm>
          </p:grpSpPr>
          <p:cxnSp>
            <p:nvCxnSpPr>
              <p:cNvPr id="1339" name="Google Shape;1339;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40" name="Google Shape;1340;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41" name="Google Shape;1341;p36"/>
            <p:cNvGrpSpPr/>
            <p:nvPr/>
          </p:nvGrpSpPr>
          <p:grpSpPr>
            <a:xfrm flipH="1" rot="10800000">
              <a:off x="2590800" y="2538409"/>
              <a:ext cx="990600" cy="990849"/>
              <a:chOff x="2133600" y="4191000"/>
              <a:chExt cx="990600" cy="990600"/>
            </a:xfrm>
          </p:grpSpPr>
          <p:cxnSp>
            <p:nvCxnSpPr>
              <p:cNvPr id="1342" name="Google Shape;1342;p36"/>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343" name="Google Shape;1343;p36"/>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344" name="Google Shape;1344;p36"/>
            <p:cNvGrpSpPr/>
            <p:nvPr/>
          </p:nvGrpSpPr>
          <p:grpSpPr>
            <a:xfrm rot="5400000">
              <a:off x="4990978" y="1560388"/>
              <a:ext cx="990849" cy="990600"/>
              <a:chOff x="2133600" y="4191000"/>
              <a:chExt cx="990600" cy="990600"/>
            </a:xfrm>
          </p:grpSpPr>
          <p:cxnSp>
            <p:nvCxnSpPr>
              <p:cNvPr id="1345" name="Google Shape;1345;p36"/>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346" name="Google Shape;1346;p36"/>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347" name="Google Shape;1347;p36"/>
            <p:cNvGrpSpPr/>
            <p:nvPr/>
          </p:nvGrpSpPr>
          <p:grpSpPr>
            <a:xfrm flipH="1" rot="5400000">
              <a:off x="4990978" y="2551237"/>
              <a:ext cx="990849" cy="990600"/>
              <a:chOff x="2133600" y="4191000"/>
              <a:chExt cx="990600" cy="990600"/>
            </a:xfrm>
          </p:grpSpPr>
          <p:cxnSp>
            <p:nvCxnSpPr>
              <p:cNvPr id="1348" name="Google Shape;1348;p36"/>
              <p:cNvCxnSpPr/>
              <p:nvPr/>
            </p:nvCxnSpPr>
            <p:spPr>
              <a:xfrm rot="-5400000">
                <a:off x="2133600" y="4648200"/>
                <a:ext cx="533400" cy="533400"/>
              </a:xfrm>
              <a:prstGeom prst="straightConnector1">
                <a:avLst/>
              </a:prstGeom>
              <a:noFill/>
              <a:ln cap="flat" cmpd="sng" w="38100">
                <a:solidFill>
                  <a:srgbClr val="00B0F0"/>
                </a:solidFill>
                <a:prstDash val="solid"/>
                <a:round/>
                <a:headEnd len="med" w="med" type="oval"/>
                <a:tailEnd len="med" w="med" type="stealth"/>
              </a:ln>
            </p:spPr>
          </p:cxnSp>
          <p:cxnSp>
            <p:nvCxnSpPr>
              <p:cNvPr id="1349" name="Google Shape;1349;p36"/>
              <p:cNvCxnSpPr/>
              <p:nvPr/>
            </p:nvCxnSpPr>
            <p:spPr>
              <a:xfrm rot="-5400000">
                <a:off x="2590800" y="4191000"/>
                <a:ext cx="533400" cy="533400"/>
              </a:xfrm>
              <a:prstGeom prst="straightConnector1">
                <a:avLst/>
              </a:prstGeom>
              <a:noFill/>
              <a:ln cap="flat" cmpd="sng" w="38100">
                <a:solidFill>
                  <a:srgbClr val="00B0F0"/>
                </a:solidFill>
                <a:prstDash val="solid"/>
                <a:round/>
                <a:headEnd len="med" w="med" type="none"/>
                <a:tailEnd len="med" w="med" type="oval"/>
              </a:ln>
            </p:spPr>
          </p:cxnSp>
        </p:grpSp>
        <p:grpSp>
          <p:nvGrpSpPr>
            <p:cNvPr id="1350" name="Google Shape;1350;p36"/>
            <p:cNvGrpSpPr/>
            <p:nvPr/>
          </p:nvGrpSpPr>
          <p:grpSpPr>
            <a:xfrm rot="2700000">
              <a:off x="3799136" y="1066924"/>
              <a:ext cx="990849" cy="990600"/>
              <a:chOff x="2133600" y="4191000"/>
              <a:chExt cx="990600" cy="990600"/>
            </a:xfrm>
          </p:grpSpPr>
          <p:cxnSp>
            <p:nvCxnSpPr>
              <p:cNvPr id="1351" name="Google Shape;1351;p36"/>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52" name="Google Shape;1352;p36"/>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53" name="Google Shape;1353;p36"/>
            <p:cNvGrpSpPr/>
            <p:nvPr/>
          </p:nvGrpSpPr>
          <p:grpSpPr>
            <a:xfrm flipH="1" rot="4885093">
              <a:off x="3407465" y="1693506"/>
              <a:ext cx="1751117" cy="1722060"/>
              <a:chOff x="2133600" y="4191000"/>
              <a:chExt cx="990600" cy="990600"/>
            </a:xfrm>
          </p:grpSpPr>
          <p:cxnSp>
            <p:nvCxnSpPr>
              <p:cNvPr id="1354" name="Google Shape;1354;p36"/>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355" name="Google Shape;1355;p36"/>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sp>
          <p:nvSpPr>
            <p:cNvPr id="1356" name="Google Shape;1356;p36"/>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357" name="Google Shape;1357;p36"/>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(4)</a:t>
              </a:r>
              <a:endParaRPr b="1" sz="1800">
                <a:solidFill>
                  <a:srgbClr val="FF0000"/>
                </a:solidFill>
                <a:latin typeface="Times New Roman"/>
                <a:ea typeface="Times New Roman"/>
                <a:cs typeface="Times New Roman"/>
                <a:sym typeface="Times New Roman"/>
              </a:endParaRPr>
            </a:p>
          </p:txBody>
        </p:sp>
        <p:sp>
          <p:nvSpPr>
            <p:cNvPr id="1358" name="Google Shape;1358;p36"/>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359" name="Google Shape;1359;p36"/>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360" name="Google Shape;1360;p36"/>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361" name="Google Shape;1361;p36"/>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4(2)</a:t>
              </a:r>
              <a:endParaRPr b="1" sz="1800">
                <a:solidFill>
                  <a:srgbClr val="FF0000"/>
                </a:solidFill>
                <a:latin typeface="Times New Roman"/>
                <a:ea typeface="Times New Roman"/>
                <a:cs typeface="Times New Roman"/>
                <a:sym typeface="Times New Roman"/>
              </a:endParaRPr>
            </a:p>
          </p:txBody>
        </p:sp>
        <p:sp>
          <p:nvSpPr>
            <p:cNvPr id="1362" name="Google Shape;1362;p36"/>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363" name="Google Shape;1363;p36"/>
          <p:cNvSpPr/>
          <p:nvPr/>
        </p:nvSpPr>
        <p:spPr>
          <a:xfrm>
            <a:off x="4832436" y="45842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364" name="Google Shape;1364;p36"/>
          <p:cNvSpPr/>
          <p:nvPr/>
        </p:nvSpPr>
        <p:spPr>
          <a:xfrm>
            <a:off x="5823036" y="55748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365" name="Google Shape;1365;p36"/>
          <p:cNvSpPr/>
          <p:nvPr/>
        </p:nvSpPr>
        <p:spPr>
          <a:xfrm>
            <a:off x="7270836" y="5574876"/>
            <a:ext cx="304800" cy="228600"/>
          </a:xfrm>
          <a:prstGeom prst="flowChartConnector">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366" name="Google Shape;1366;p36"/>
          <p:cNvSpPr/>
          <p:nvPr/>
        </p:nvSpPr>
        <p:spPr>
          <a:xfrm>
            <a:off x="8261436" y="45842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367" name="Google Shape;1367;p36"/>
          <p:cNvSpPr/>
          <p:nvPr/>
        </p:nvSpPr>
        <p:spPr>
          <a:xfrm>
            <a:off x="7194636" y="35936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368" name="Google Shape;1368;p36"/>
          <p:cNvSpPr/>
          <p:nvPr/>
        </p:nvSpPr>
        <p:spPr>
          <a:xfrm>
            <a:off x="58230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369" name="Google Shape;1369;p36"/>
          <p:cNvSpPr txBox="1"/>
          <p:nvPr/>
        </p:nvSpPr>
        <p:spPr>
          <a:xfrm>
            <a:off x="4522836" y="4266382"/>
            <a:ext cx="889268" cy="369332"/>
          </a:xfrm>
          <a:prstGeom prst="rect">
            <a:avLst/>
          </a:prstGeom>
          <a:blipFill rotWithShape="1">
            <a:blip r:embed="rId6">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370" name="Google Shape;1370;p36"/>
          <p:cNvSpPr txBox="1"/>
          <p:nvPr/>
        </p:nvSpPr>
        <p:spPr>
          <a:xfrm>
            <a:off x="5476021" y="3140337"/>
            <a:ext cx="889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a:t>
            </a:r>
            <a:r>
              <a:rPr b="1" lang="en-US" sz="1800">
                <a:solidFill>
                  <a:srgbClr val="002060"/>
                </a:solidFill>
                <a:latin typeface="Times New Roman"/>
                <a:ea typeface="Times New Roman"/>
                <a:cs typeface="Times New Roman"/>
                <a:sym typeface="Times New Roman"/>
              </a:rPr>
              <a:t> 1</a:t>
            </a:r>
            <a:r>
              <a:rPr lang="en-US" sz="1800">
                <a:solidFill>
                  <a:schemeClr val="dk1"/>
                </a:solidFill>
                <a:latin typeface="Times New Roman"/>
                <a:ea typeface="Times New Roman"/>
                <a:cs typeface="Times New Roman"/>
                <a:sym typeface="Times New Roman"/>
              </a:rPr>
              <a:t>)</a:t>
            </a:r>
            <a:endParaRPr/>
          </a:p>
        </p:txBody>
      </p:sp>
      <p:sp>
        <p:nvSpPr>
          <p:cNvPr id="1371" name="Google Shape;1371;p36"/>
          <p:cNvSpPr txBox="1"/>
          <p:nvPr/>
        </p:nvSpPr>
        <p:spPr>
          <a:xfrm>
            <a:off x="5264102" y="5904173"/>
            <a:ext cx="889268" cy="369332"/>
          </a:xfrm>
          <a:prstGeom prst="rect">
            <a:avLst/>
          </a:prstGeom>
          <a:blipFill rotWithShape="1">
            <a:blip r:embed="rId7">
              <a:alphaModFix/>
            </a:blip>
            <a:stretch>
              <a:fillRect b="-26666" l="-6206"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372" name="Google Shape;1372;p36"/>
          <p:cNvSpPr txBox="1"/>
          <p:nvPr/>
        </p:nvSpPr>
        <p:spPr>
          <a:xfrm>
            <a:off x="8109038" y="4163323"/>
            <a:ext cx="889268" cy="369332"/>
          </a:xfrm>
          <a:prstGeom prst="rect">
            <a:avLst/>
          </a:prstGeom>
          <a:blipFill rotWithShape="1">
            <a:blip r:embed="rId8">
              <a:alphaModFix/>
            </a:blip>
            <a:stretch>
              <a:fillRect b="-24589" l="-5478"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373" name="Google Shape;1373;p36"/>
          <p:cNvSpPr txBox="1"/>
          <p:nvPr/>
        </p:nvSpPr>
        <p:spPr>
          <a:xfrm>
            <a:off x="7149296" y="5913083"/>
            <a:ext cx="889268" cy="369332"/>
          </a:xfrm>
          <a:prstGeom prst="rect">
            <a:avLst/>
          </a:prstGeom>
          <a:blipFill rotWithShape="1">
            <a:blip r:embed="rId9">
              <a:alphaModFix/>
            </a:blip>
            <a:stretch>
              <a:fillRect b="-24589" l="-6163"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3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379" name="Google Shape;1379;p37"/>
          <p:cNvSpPr/>
          <p:nvPr/>
        </p:nvSpPr>
        <p:spPr>
          <a:xfrm>
            <a:off x="845346" y="1219200"/>
            <a:ext cx="2214068" cy="646331"/>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Val (f) = 6</a:t>
            </a:r>
            <a:endParaRPr/>
          </a:p>
          <a:p>
            <a:pPr indent="0" lvl="1" marL="457200" marR="0" rtl="0" algn="l">
              <a:spcBef>
                <a:spcPts val="0"/>
              </a:spcBef>
              <a:spcAft>
                <a:spcPts val="0"/>
              </a:spcAft>
              <a:buNone/>
            </a:pPr>
            <a:r>
              <a:rPr b="1" i="0" lang="en-US" sz="1800" u="none" cap="none" strike="noStrike">
                <a:solidFill>
                  <a:srgbClr val="002060"/>
                </a:solidFill>
                <a:latin typeface="Times New Roman"/>
                <a:ea typeface="Times New Roman"/>
                <a:cs typeface="Times New Roman"/>
                <a:sym typeface="Times New Roman"/>
              </a:rPr>
              <a:t>Quay lại bước 2</a:t>
            </a:r>
            <a:endParaRPr/>
          </a:p>
        </p:txBody>
      </p:sp>
      <p:grpSp>
        <p:nvGrpSpPr>
          <p:cNvPr id="1380" name="Google Shape;1380;p37"/>
          <p:cNvGrpSpPr/>
          <p:nvPr/>
        </p:nvGrpSpPr>
        <p:grpSpPr>
          <a:xfrm rot="2700000">
            <a:off x="3820544" y="4137704"/>
            <a:ext cx="990600" cy="990600"/>
            <a:chOff x="2133600" y="4191000"/>
            <a:chExt cx="990600" cy="990600"/>
          </a:xfrm>
        </p:grpSpPr>
        <p:cxnSp>
          <p:nvCxnSpPr>
            <p:cNvPr id="1381" name="Google Shape;1381;p3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82" name="Google Shape;1382;p3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83" name="Google Shape;1383;p37"/>
          <p:cNvGrpSpPr/>
          <p:nvPr/>
        </p:nvGrpSpPr>
        <p:grpSpPr>
          <a:xfrm>
            <a:off x="2472756" y="1975222"/>
            <a:ext cx="3856824" cy="3078020"/>
            <a:chOff x="2438400" y="861676"/>
            <a:chExt cx="3856824" cy="3078449"/>
          </a:xfrm>
        </p:grpSpPr>
        <p:grpSp>
          <p:nvGrpSpPr>
            <p:cNvPr id="1384" name="Google Shape;1384;p37"/>
            <p:cNvGrpSpPr/>
            <p:nvPr/>
          </p:nvGrpSpPr>
          <p:grpSpPr>
            <a:xfrm>
              <a:off x="2590800" y="1547561"/>
              <a:ext cx="990600" cy="990849"/>
              <a:chOff x="2133600" y="4191000"/>
              <a:chExt cx="990600" cy="990600"/>
            </a:xfrm>
          </p:grpSpPr>
          <p:cxnSp>
            <p:nvCxnSpPr>
              <p:cNvPr id="1385" name="Google Shape;1385;p3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86" name="Google Shape;1386;p3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87" name="Google Shape;1387;p37"/>
            <p:cNvGrpSpPr/>
            <p:nvPr/>
          </p:nvGrpSpPr>
          <p:grpSpPr>
            <a:xfrm flipH="1" rot="10800000">
              <a:off x="2590800" y="2538409"/>
              <a:ext cx="990600" cy="990849"/>
              <a:chOff x="2133600" y="4191000"/>
              <a:chExt cx="990600" cy="990600"/>
            </a:xfrm>
          </p:grpSpPr>
          <p:cxnSp>
            <p:nvCxnSpPr>
              <p:cNvPr id="1388" name="Google Shape;1388;p37"/>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389" name="Google Shape;1389;p37"/>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390" name="Google Shape;1390;p37"/>
            <p:cNvGrpSpPr/>
            <p:nvPr/>
          </p:nvGrpSpPr>
          <p:grpSpPr>
            <a:xfrm rot="5400000">
              <a:off x="4990978" y="1560388"/>
              <a:ext cx="990849" cy="990600"/>
              <a:chOff x="2133600" y="4191000"/>
              <a:chExt cx="990600" cy="990600"/>
            </a:xfrm>
          </p:grpSpPr>
          <p:cxnSp>
            <p:nvCxnSpPr>
              <p:cNvPr id="1391" name="Google Shape;1391;p37"/>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392" name="Google Shape;1392;p37"/>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393" name="Google Shape;1393;p37"/>
            <p:cNvGrpSpPr/>
            <p:nvPr/>
          </p:nvGrpSpPr>
          <p:grpSpPr>
            <a:xfrm flipH="1" rot="5400000">
              <a:off x="4990978" y="2551237"/>
              <a:ext cx="990849" cy="990600"/>
              <a:chOff x="2133600" y="4191000"/>
              <a:chExt cx="990600" cy="990600"/>
            </a:xfrm>
          </p:grpSpPr>
          <p:cxnSp>
            <p:nvCxnSpPr>
              <p:cNvPr id="1394" name="Google Shape;1394;p3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95" name="Google Shape;1395;p3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96" name="Google Shape;1396;p37"/>
            <p:cNvGrpSpPr/>
            <p:nvPr/>
          </p:nvGrpSpPr>
          <p:grpSpPr>
            <a:xfrm rot="2700000">
              <a:off x="3799136" y="1066924"/>
              <a:ext cx="990849" cy="990600"/>
              <a:chOff x="2133600" y="4191000"/>
              <a:chExt cx="990600" cy="990600"/>
            </a:xfrm>
          </p:grpSpPr>
          <p:cxnSp>
            <p:nvCxnSpPr>
              <p:cNvPr id="1397" name="Google Shape;1397;p37"/>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398" name="Google Shape;1398;p37"/>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399" name="Google Shape;1399;p37"/>
            <p:cNvGrpSpPr/>
            <p:nvPr/>
          </p:nvGrpSpPr>
          <p:grpSpPr>
            <a:xfrm flipH="1" rot="4885093">
              <a:off x="3407465" y="1693506"/>
              <a:ext cx="1751117" cy="1722060"/>
              <a:chOff x="2133600" y="4191000"/>
              <a:chExt cx="990600" cy="990600"/>
            </a:xfrm>
          </p:grpSpPr>
          <p:cxnSp>
            <p:nvCxnSpPr>
              <p:cNvPr id="1400" name="Google Shape;1400;p37"/>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401" name="Google Shape;1401;p37"/>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sp>
          <p:nvSpPr>
            <p:cNvPr id="1402" name="Google Shape;1402;p37"/>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403" name="Google Shape;1403;p37"/>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(4)</a:t>
              </a:r>
              <a:endParaRPr b="1" sz="1800">
                <a:solidFill>
                  <a:srgbClr val="FF0000"/>
                </a:solidFill>
                <a:latin typeface="Times New Roman"/>
                <a:ea typeface="Times New Roman"/>
                <a:cs typeface="Times New Roman"/>
                <a:sym typeface="Times New Roman"/>
              </a:endParaRPr>
            </a:p>
          </p:txBody>
        </p:sp>
        <p:sp>
          <p:nvSpPr>
            <p:cNvPr id="1404" name="Google Shape;1404;p37"/>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05" name="Google Shape;1405;p37"/>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406" name="Google Shape;1406;p37"/>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07" name="Google Shape;1407;p37"/>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4(2)</a:t>
              </a:r>
              <a:endParaRPr b="1" sz="1800">
                <a:solidFill>
                  <a:srgbClr val="FF0000"/>
                </a:solidFill>
                <a:latin typeface="Times New Roman"/>
                <a:ea typeface="Times New Roman"/>
                <a:cs typeface="Times New Roman"/>
                <a:sym typeface="Times New Roman"/>
              </a:endParaRPr>
            </a:p>
          </p:txBody>
        </p:sp>
        <p:sp>
          <p:nvSpPr>
            <p:cNvPr id="1408" name="Google Shape;1408;p37"/>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409" name="Google Shape;1409;p37"/>
          <p:cNvSpPr/>
          <p:nvPr/>
        </p:nvSpPr>
        <p:spPr>
          <a:xfrm>
            <a:off x="2472756" y="35519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410" name="Google Shape;1410;p37"/>
          <p:cNvSpPr/>
          <p:nvPr/>
        </p:nvSpPr>
        <p:spPr>
          <a:xfrm>
            <a:off x="3463356" y="45425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411" name="Google Shape;1411;p37"/>
          <p:cNvSpPr/>
          <p:nvPr/>
        </p:nvSpPr>
        <p:spPr>
          <a:xfrm>
            <a:off x="4911156" y="45425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412" name="Google Shape;1412;p37"/>
          <p:cNvSpPr/>
          <p:nvPr/>
        </p:nvSpPr>
        <p:spPr>
          <a:xfrm>
            <a:off x="5901756" y="35519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413" name="Google Shape;1413;p37"/>
          <p:cNvSpPr/>
          <p:nvPr/>
        </p:nvSpPr>
        <p:spPr>
          <a:xfrm>
            <a:off x="4834956" y="25613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414" name="Google Shape;1414;p37"/>
          <p:cNvSpPr/>
          <p:nvPr/>
        </p:nvSpPr>
        <p:spPr>
          <a:xfrm>
            <a:off x="3463356" y="256131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B0F0"/>
                </a:solidFill>
              </a:rPr>
              <a:t>Vi dụ</a:t>
            </a:r>
            <a:endParaRPr b="1" sz="3600">
              <a:solidFill>
                <a:srgbClr val="00B0F0"/>
              </a:solidFill>
            </a:endParaRPr>
          </a:p>
        </p:txBody>
      </p:sp>
      <p:sp>
        <p:nvSpPr>
          <p:cNvPr id="1420" name="Google Shape;1420;p38"/>
          <p:cNvSpPr txBox="1"/>
          <p:nvPr>
            <p:ph idx="1" type="body"/>
          </p:nvPr>
        </p:nvSpPr>
        <p:spPr>
          <a:xfrm>
            <a:off x="457200" y="1600200"/>
            <a:ext cx="4038600" cy="4525963"/>
          </a:xfrm>
          <a:prstGeom prst="rect">
            <a:avLst/>
          </a:prstGeom>
          <a:blipFill rotWithShape="1">
            <a:blip r:embed="rId3">
              <a:alphaModFix/>
            </a:blip>
            <a:stretch>
              <a:fillRect b="0" l="-1960" r="0" t="-1077"/>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Char char="•"/>
            </a:pPr>
            <a:r>
              <a:rPr lang="en-US"/>
              <a:t> </a:t>
            </a:r>
            <a:endParaRPr/>
          </a:p>
        </p:txBody>
      </p:sp>
      <p:sp>
        <p:nvSpPr>
          <p:cNvPr id="1421" name="Google Shape;1421;p38"/>
          <p:cNvSpPr txBox="1"/>
          <p:nvPr>
            <p:ph idx="2" type="body"/>
          </p:nvPr>
        </p:nvSpPr>
        <p:spPr>
          <a:xfrm>
            <a:off x="4648200" y="1600201"/>
            <a:ext cx="4038600" cy="685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Noto Sans Symbols"/>
              <a:buChar char="▪"/>
            </a:pPr>
            <a:r>
              <a:rPr lang="en-US" sz="2000"/>
              <a:t>Không tồn tại đỉnh mang nhã mà chưa đánh dấu – KẾT THÚC</a:t>
            </a:r>
            <a:endParaRPr/>
          </a:p>
        </p:txBody>
      </p:sp>
      <p:grpSp>
        <p:nvGrpSpPr>
          <p:cNvPr id="1422" name="Google Shape;1422;p38"/>
          <p:cNvGrpSpPr/>
          <p:nvPr/>
        </p:nvGrpSpPr>
        <p:grpSpPr>
          <a:xfrm rot="2700000">
            <a:off x="2036036" y="5125820"/>
            <a:ext cx="990600" cy="990600"/>
            <a:chOff x="2133600" y="4191000"/>
            <a:chExt cx="990600" cy="990600"/>
          </a:xfrm>
        </p:grpSpPr>
        <p:cxnSp>
          <p:nvCxnSpPr>
            <p:cNvPr id="1423" name="Google Shape;1423;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24" name="Google Shape;1424;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25" name="Google Shape;1425;p38"/>
          <p:cNvGrpSpPr/>
          <p:nvPr/>
        </p:nvGrpSpPr>
        <p:grpSpPr>
          <a:xfrm>
            <a:off x="688248" y="2963337"/>
            <a:ext cx="3856824" cy="3078020"/>
            <a:chOff x="2438400" y="861676"/>
            <a:chExt cx="3856824" cy="3078449"/>
          </a:xfrm>
        </p:grpSpPr>
        <p:grpSp>
          <p:nvGrpSpPr>
            <p:cNvPr id="1426" name="Google Shape;1426;p38"/>
            <p:cNvGrpSpPr/>
            <p:nvPr/>
          </p:nvGrpSpPr>
          <p:grpSpPr>
            <a:xfrm>
              <a:off x="2590800" y="1547561"/>
              <a:ext cx="990600" cy="990849"/>
              <a:chOff x="2133600" y="4191000"/>
              <a:chExt cx="990600" cy="990600"/>
            </a:xfrm>
          </p:grpSpPr>
          <p:cxnSp>
            <p:nvCxnSpPr>
              <p:cNvPr id="1427" name="Google Shape;1427;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28" name="Google Shape;1428;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29" name="Google Shape;1429;p38"/>
            <p:cNvGrpSpPr/>
            <p:nvPr/>
          </p:nvGrpSpPr>
          <p:grpSpPr>
            <a:xfrm flipH="1" rot="10800000">
              <a:off x="2590800" y="2538409"/>
              <a:ext cx="990600" cy="990849"/>
              <a:chOff x="2133600" y="4191000"/>
              <a:chExt cx="990600" cy="990600"/>
            </a:xfrm>
          </p:grpSpPr>
          <p:cxnSp>
            <p:nvCxnSpPr>
              <p:cNvPr id="1430" name="Google Shape;1430;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31" name="Google Shape;1431;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32" name="Google Shape;1432;p38"/>
            <p:cNvGrpSpPr/>
            <p:nvPr/>
          </p:nvGrpSpPr>
          <p:grpSpPr>
            <a:xfrm rot="5400000">
              <a:off x="4990978" y="1560388"/>
              <a:ext cx="990849" cy="990600"/>
              <a:chOff x="2133600" y="4191000"/>
              <a:chExt cx="990600" cy="990600"/>
            </a:xfrm>
          </p:grpSpPr>
          <p:cxnSp>
            <p:nvCxnSpPr>
              <p:cNvPr id="1433" name="Google Shape;1433;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34" name="Google Shape;1434;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35" name="Google Shape;1435;p38"/>
            <p:cNvGrpSpPr/>
            <p:nvPr/>
          </p:nvGrpSpPr>
          <p:grpSpPr>
            <a:xfrm flipH="1" rot="5400000">
              <a:off x="4990978" y="2551237"/>
              <a:ext cx="990849" cy="990600"/>
              <a:chOff x="2133600" y="4191000"/>
              <a:chExt cx="990600" cy="990600"/>
            </a:xfrm>
          </p:grpSpPr>
          <p:cxnSp>
            <p:nvCxnSpPr>
              <p:cNvPr id="1436" name="Google Shape;1436;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37" name="Google Shape;1437;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38" name="Google Shape;1438;p38"/>
            <p:cNvGrpSpPr/>
            <p:nvPr/>
          </p:nvGrpSpPr>
          <p:grpSpPr>
            <a:xfrm rot="2700000">
              <a:off x="3799136" y="1066924"/>
              <a:ext cx="990849" cy="990600"/>
              <a:chOff x="2133600" y="4191000"/>
              <a:chExt cx="990600" cy="990600"/>
            </a:xfrm>
          </p:grpSpPr>
          <p:cxnSp>
            <p:nvCxnSpPr>
              <p:cNvPr id="1439" name="Google Shape;1439;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40" name="Google Shape;1440;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41" name="Google Shape;1441;p38"/>
            <p:cNvGrpSpPr/>
            <p:nvPr/>
          </p:nvGrpSpPr>
          <p:grpSpPr>
            <a:xfrm flipH="1" rot="4885093">
              <a:off x="3407465" y="1693506"/>
              <a:ext cx="1751117" cy="1722060"/>
              <a:chOff x="2133600" y="4191000"/>
              <a:chExt cx="990600" cy="990600"/>
            </a:xfrm>
          </p:grpSpPr>
          <p:cxnSp>
            <p:nvCxnSpPr>
              <p:cNvPr id="1442" name="Google Shape;1442;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43" name="Google Shape;1443;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sp>
          <p:nvSpPr>
            <p:cNvPr id="1444" name="Google Shape;1444;p38"/>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445" name="Google Shape;1445;p38"/>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(4)</a:t>
              </a:r>
              <a:endParaRPr b="1" sz="1800">
                <a:solidFill>
                  <a:srgbClr val="FF0000"/>
                </a:solidFill>
                <a:latin typeface="Times New Roman"/>
                <a:ea typeface="Times New Roman"/>
                <a:cs typeface="Times New Roman"/>
                <a:sym typeface="Times New Roman"/>
              </a:endParaRPr>
            </a:p>
          </p:txBody>
        </p:sp>
        <p:sp>
          <p:nvSpPr>
            <p:cNvPr id="1446" name="Google Shape;1446;p38"/>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47" name="Google Shape;1447;p38"/>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448" name="Google Shape;1448;p38"/>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49" name="Google Shape;1449;p38"/>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4(2)</a:t>
              </a:r>
              <a:endParaRPr b="1" sz="1800">
                <a:solidFill>
                  <a:srgbClr val="FF0000"/>
                </a:solidFill>
                <a:latin typeface="Times New Roman"/>
                <a:ea typeface="Times New Roman"/>
                <a:cs typeface="Times New Roman"/>
                <a:sym typeface="Times New Roman"/>
              </a:endParaRPr>
            </a:p>
          </p:txBody>
        </p:sp>
        <p:sp>
          <p:nvSpPr>
            <p:cNvPr id="1450" name="Google Shape;1450;p38"/>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(2)</a:t>
              </a:r>
              <a:endParaRPr b="1" sz="1800">
                <a:solidFill>
                  <a:srgbClr val="FF0000"/>
                </a:solidFill>
                <a:latin typeface="Times New Roman"/>
                <a:ea typeface="Times New Roman"/>
                <a:cs typeface="Times New Roman"/>
                <a:sym typeface="Times New Roman"/>
              </a:endParaRPr>
            </a:p>
          </p:txBody>
        </p:sp>
      </p:grpSp>
      <p:sp>
        <p:nvSpPr>
          <p:cNvPr id="1451" name="Google Shape;1451;p38"/>
          <p:cNvSpPr/>
          <p:nvPr/>
        </p:nvSpPr>
        <p:spPr>
          <a:xfrm>
            <a:off x="688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s</a:t>
            </a:r>
            <a:endParaRPr/>
          </a:p>
        </p:txBody>
      </p:sp>
      <p:sp>
        <p:nvSpPr>
          <p:cNvPr id="1452" name="Google Shape;1452;p38"/>
          <p:cNvSpPr/>
          <p:nvPr/>
        </p:nvSpPr>
        <p:spPr>
          <a:xfrm>
            <a:off x="16788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453" name="Google Shape;1453;p38"/>
          <p:cNvSpPr/>
          <p:nvPr/>
        </p:nvSpPr>
        <p:spPr>
          <a:xfrm>
            <a:off x="3126648" y="55306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454" name="Google Shape;1454;p38"/>
          <p:cNvSpPr/>
          <p:nvPr/>
        </p:nvSpPr>
        <p:spPr>
          <a:xfrm>
            <a:off x="4117248" y="45400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455" name="Google Shape;1455;p38"/>
          <p:cNvSpPr/>
          <p:nvPr/>
        </p:nvSpPr>
        <p:spPr>
          <a:xfrm>
            <a:off x="30504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456" name="Google Shape;1456;p38"/>
          <p:cNvSpPr/>
          <p:nvPr/>
        </p:nvSpPr>
        <p:spPr>
          <a:xfrm>
            <a:off x="1678848" y="3549432"/>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457" name="Google Shape;1457;p38"/>
          <p:cNvSpPr txBox="1"/>
          <p:nvPr/>
        </p:nvSpPr>
        <p:spPr>
          <a:xfrm>
            <a:off x="437640" y="4148398"/>
            <a:ext cx="889268" cy="369332"/>
          </a:xfrm>
          <a:prstGeom prst="rect">
            <a:avLst/>
          </a:prstGeom>
          <a:blipFill rotWithShape="1">
            <a:blip r:embed="rId4">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grpSp>
        <p:nvGrpSpPr>
          <p:cNvPr id="1458" name="Google Shape;1458;p38"/>
          <p:cNvGrpSpPr/>
          <p:nvPr/>
        </p:nvGrpSpPr>
        <p:grpSpPr>
          <a:xfrm rot="2700000">
            <a:off x="6180224" y="5170064"/>
            <a:ext cx="990600" cy="990600"/>
            <a:chOff x="2133600" y="4191000"/>
            <a:chExt cx="990600" cy="990600"/>
          </a:xfrm>
        </p:grpSpPr>
        <p:cxnSp>
          <p:nvCxnSpPr>
            <p:cNvPr id="1459" name="Google Shape;1459;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60" name="Google Shape;1460;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61" name="Google Shape;1461;p38"/>
          <p:cNvGrpSpPr/>
          <p:nvPr/>
        </p:nvGrpSpPr>
        <p:grpSpPr>
          <a:xfrm>
            <a:off x="4832436" y="3007582"/>
            <a:ext cx="3856824" cy="3078020"/>
            <a:chOff x="2438400" y="861676"/>
            <a:chExt cx="3856824" cy="3078449"/>
          </a:xfrm>
        </p:grpSpPr>
        <p:grpSp>
          <p:nvGrpSpPr>
            <p:cNvPr id="1462" name="Google Shape;1462;p38"/>
            <p:cNvGrpSpPr/>
            <p:nvPr/>
          </p:nvGrpSpPr>
          <p:grpSpPr>
            <a:xfrm>
              <a:off x="2590800" y="1547561"/>
              <a:ext cx="990600" cy="990849"/>
              <a:chOff x="2133600" y="4191000"/>
              <a:chExt cx="990600" cy="990600"/>
            </a:xfrm>
          </p:grpSpPr>
          <p:cxnSp>
            <p:nvCxnSpPr>
              <p:cNvPr id="1463" name="Google Shape;1463;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64" name="Google Shape;1464;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65" name="Google Shape;1465;p38"/>
            <p:cNvGrpSpPr/>
            <p:nvPr/>
          </p:nvGrpSpPr>
          <p:grpSpPr>
            <a:xfrm flipH="1" rot="10800000">
              <a:off x="2590800" y="2538409"/>
              <a:ext cx="990600" cy="990849"/>
              <a:chOff x="2133600" y="4191000"/>
              <a:chExt cx="990600" cy="990600"/>
            </a:xfrm>
          </p:grpSpPr>
          <p:cxnSp>
            <p:nvCxnSpPr>
              <p:cNvPr id="1466" name="Google Shape;1466;p38"/>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467" name="Google Shape;1467;p38"/>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468" name="Google Shape;1468;p38"/>
            <p:cNvGrpSpPr/>
            <p:nvPr/>
          </p:nvGrpSpPr>
          <p:grpSpPr>
            <a:xfrm rot="5400000">
              <a:off x="4990978" y="1560388"/>
              <a:ext cx="990849" cy="990600"/>
              <a:chOff x="2133600" y="4191000"/>
              <a:chExt cx="990600" cy="990600"/>
            </a:xfrm>
          </p:grpSpPr>
          <p:cxnSp>
            <p:nvCxnSpPr>
              <p:cNvPr id="1469" name="Google Shape;1469;p38"/>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470" name="Google Shape;1470;p38"/>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grpSp>
          <p:nvGrpSpPr>
            <p:cNvPr id="1471" name="Google Shape;1471;p38"/>
            <p:cNvGrpSpPr/>
            <p:nvPr/>
          </p:nvGrpSpPr>
          <p:grpSpPr>
            <a:xfrm flipH="1" rot="5400000">
              <a:off x="4990978" y="2551237"/>
              <a:ext cx="990849" cy="990600"/>
              <a:chOff x="2133600" y="4191000"/>
              <a:chExt cx="990600" cy="990600"/>
            </a:xfrm>
          </p:grpSpPr>
          <p:cxnSp>
            <p:nvCxnSpPr>
              <p:cNvPr id="1472" name="Google Shape;1472;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73" name="Google Shape;1473;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74" name="Google Shape;1474;p38"/>
            <p:cNvGrpSpPr/>
            <p:nvPr/>
          </p:nvGrpSpPr>
          <p:grpSpPr>
            <a:xfrm rot="2700000">
              <a:off x="3799136" y="1066924"/>
              <a:ext cx="990849" cy="990600"/>
              <a:chOff x="2133600" y="4191000"/>
              <a:chExt cx="990600" cy="990600"/>
            </a:xfrm>
          </p:grpSpPr>
          <p:cxnSp>
            <p:nvCxnSpPr>
              <p:cNvPr id="1475" name="Google Shape;1475;p38"/>
              <p:cNvCxnSpPr/>
              <p:nvPr/>
            </p:nvCxnSpPr>
            <p:spPr>
              <a:xfrm rot="-5400000">
                <a:off x="2133600" y="4648200"/>
                <a:ext cx="533400" cy="533400"/>
              </a:xfrm>
              <a:prstGeom prst="straightConnector1">
                <a:avLst/>
              </a:prstGeom>
              <a:noFill/>
              <a:ln cap="flat" cmpd="sng" w="38100">
                <a:solidFill>
                  <a:schemeClr val="dk1"/>
                </a:solidFill>
                <a:prstDash val="solid"/>
                <a:round/>
                <a:headEnd len="med" w="med" type="oval"/>
                <a:tailEnd len="med" w="med" type="stealth"/>
              </a:ln>
            </p:spPr>
          </p:cxnSp>
          <p:cxnSp>
            <p:nvCxnSpPr>
              <p:cNvPr id="1476" name="Google Shape;1476;p38"/>
              <p:cNvCxnSpPr/>
              <p:nvPr/>
            </p:nvCxnSpPr>
            <p:spPr>
              <a:xfrm rot="-5400000">
                <a:off x="2590800" y="4191000"/>
                <a:ext cx="533400" cy="533400"/>
              </a:xfrm>
              <a:prstGeom prst="straightConnector1">
                <a:avLst/>
              </a:prstGeom>
              <a:noFill/>
              <a:ln cap="flat" cmpd="sng" w="38100">
                <a:solidFill>
                  <a:schemeClr val="dk1"/>
                </a:solidFill>
                <a:prstDash val="solid"/>
                <a:round/>
                <a:headEnd len="med" w="med" type="none"/>
                <a:tailEnd len="med" w="med" type="oval"/>
              </a:ln>
            </p:spPr>
          </p:cxnSp>
        </p:grpSp>
        <p:grpSp>
          <p:nvGrpSpPr>
            <p:cNvPr id="1477" name="Google Shape;1477;p38"/>
            <p:cNvGrpSpPr/>
            <p:nvPr/>
          </p:nvGrpSpPr>
          <p:grpSpPr>
            <a:xfrm flipH="1" rot="4885093">
              <a:off x="3407465" y="1693506"/>
              <a:ext cx="1751117" cy="1722060"/>
              <a:chOff x="2133600" y="4191000"/>
              <a:chExt cx="990600" cy="990600"/>
            </a:xfrm>
          </p:grpSpPr>
          <p:cxnSp>
            <p:nvCxnSpPr>
              <p:cNvPr id="1478" name="Google Shape;1478;p38"/>
              <p:cNvCxnSpPr/>
              <p:nvPr/>
            </p:nvCxnSpPr>
            <p:spPr>
              <a:xfrm rot="-5400000">
                <a:off x="2133600" y="4648200"/>
                <a:ext cx="533400" cy="533400"/>
              </a:xfrm>
              <a:prstGeom prst="straightConnector1">
                <a:avLst/>
              </a:prstGeom>
              <a:noFill/>
              <a:ln cap="flat" cmpd="sng" w="38100">
                <a:solidFill>
                  <a:srgbClr val="002060"/>
                </a:solidFill>
                <a:prstDash val="solid"/>
                <a:round/>
                <a:headEnd len="med" w="med" type="oval"/>
                <a:tailEnd len="med" w="med" type="stealth"/>
              </a:ln>
            </p:spPr>
          </p:cxnSp>
          <p:cxnSp>
            <p:nvCxnSpPr>
              <p:cNvPr id="1479" name="Google Shape;1479;p38"/>
              <p:cNvCxnSpPr/>
              <p:nvPr/>
            </p:nvCxnSpPr>
            <p:spPr>
              <a:xfrm rot="-5400000">
                <a:off x="2590800" y="4191000"/>
                <a:ext cx="533400" cy="533400"/>
              </a:xfrm>
              <a:prstGeom prst="straightConnector1">
                <a:avLst/>
              </a:prstGeom>
              <a:noFill/>
              <a:ln cap="flat" cmpd="sng" w="38100">
                <a:solidFill>
                  <a:srgbClr val="002060"/>
                </a:solidFill>
                <a:prstDash val="solid"/>
                <a:round/>
                <a:headEnd len="med" w="med" type="none"/>
                <a:tailEnd len="med" w="med" type="oval"/>
              </a:ln>
            </p:spPr>
          </p:cxnSp>
        </p:grpSp>
        <p:sp>
          <p:nvSpPr>
            <p:cNvPr id="1480" name="Google Shape;1480;p38"/>
            <p:cNvSpPr txBox="1"/>
            <p:nvPr/>
          </p:nvSpPr>
          <p:spPr>
            <a:xfrm>
              <a:off x="2514600" y="1600273"/>
              <a:ext cx="83820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3 (2)</a:t>
              </a:r>
              <a:endParaRPr b="1" sz="1800">
                <a:solidFill>
                  <a:srgbClr val="FF0000"/>
                </a:solidFill>
                <a:latin typeface="Times New Roman"/>
                <a:ea typeface="Times New Roman"/>
                <a:cs typeface="Times New Roman"/>
                <a:sym typeface="Times New Roman"/>
              </a:endParaRPr>
            </a:p>
          </p:txBody>
        </p:sp>
        <p:sp>
          <p:nvSpPr>
            <p:cNvPr id="1481" name="Google Shape;1481;p38"/>
            <p:cNvSpPr txBox="1"/>
            <p:nvPr/>
          </p:nvSpPr>
          <p:spPr>
            <a:xfrm>
              <a:off x="2438400" y="3129092"/>
              <a:ext cx="805384"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5 (4)</a:t>
              </a:r>
              <a:endParaRPr b="1" sz="1800">
                <a:solidFill>
                  <a:srgbClr val="FF0000"/>
                </a:solidFill>
                <a:latin typeface="Times New Roman"/>
                <a:ea typeface="Times New Roman"/>
                <a:cs typeface="Times New Roman"/>
                <a:sym typeface="Times New Roman"/>
              </a:endParaRPr>
            </a:p>
          </p:txBody>
        </p:sp>
        <p:sp>
          <p:nvSpPr>
            <p:cNvPr id="1482" name="Google Shape;1482;p38"/>
            <p:cNvSpPr txBox="1"/>
            <p:nvPr/>
          </p:nvSpPr>
          <p:spPr>
            <a:xfrm>
              <a:off x="4112804" y="1166685"/>
              <a:ext cx="687796"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83" name="Google Shape;1483;p38"/>
            <p:cNvSpPr txBox="1"/>
            <p:nvPr/>
          </p:nvSpPr>
          <p:spPr>
            <a:xfrm>
              <a:off x="3736599" y="2105239"/>
              <a:ext cx="647954" cy="400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2(2)</a:t>
              </a:r>
              <a:endParaRPr b="1" sz="1800">
                <a:solidFill>
                  <a:srgbClr val="FF0000"/>
                </a:solidFill>
                <a:latin typeface="Times New Roman"/>
                <a:ea typeface="Times New Roman"/>
                <a:cs typeface="Times New Roman"/>
                <a:sym typeface="Times New Roman"/>
              </a:endParaRPr>
            </a:p>
          </p:txBody>
        </p:sp>
        <p:sp>
          <p:nvSpPr>
            <p:cNvPr id="1484" name="Google Shape;1484;p38"/>
            <p:cNvSpPr txBox="1"/>
            <p:nvPr/>
          </p:nvSpPr>
          <p:spPr>
            <a:xfrm>
              <a:off x="3733800" y="3539959"/>
              <a:ext cx="885407"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2 (2)</a:t>
              </a:r>
              <a:endParaRPr b="1" sz="1800">
                <a:solidFill>
                  <a:srgbClr val="FF0000"/>
                </a:solidFill>
                <a:latin typeface="Times New Roman"/>
                <a:ea typeface="Times New Roman"/>
                <a:cs typeface="Times New Roman"/>
                <a:sym typeface="Times New Roman"/>
              </a:endParaRPr>
            </a:p>
          </p:txBody>
        </p:sp>
        <p:sp>
          <p:nvSpPr>
            <p:cNvPr id="1485" name="Google Shape;1485;p38"/>
            <p:cNvSpPr txBox="1"/>
            <p:nvPr/>
          </p:nvSpPr>
          <p:spPr>
            <a:xfrm>
              <a:off x="5450706" y="2942500"/>
              <a:ext cx="844518"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4(2)</a:t>
              </a:r>
              <a:endParaRPr b="1" sz="1800">
                <a:solidFill>
                  <a:srgbClr val="FF0000"/>
                </a:solidFill>
                <a:latin typeface="Times New Roman"/>
                <a:ea typeface="Times New Roman"/>
                <a:cs typeface="Times New Roman"/>
                <a:sym typeface="Times New Roman"/>
              </a:endParaRPr>
            </a:p>
          </p:txBody>
        </p:sp>
        <p:sp>
          <p:nvSpPr>
            <p:cNvPr id="1486" name="Google Shape;1486;p38"/>
            <p:cNvSpPr txBox="1"/>
            <p:nvPr/>
          </p:nvSpPr>
          <p:spPr>
            <a:xfrm>
              <a:off x="5417470" y="1626926"/>
              <a:ext cx="754730" cy="4001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4 (4)</a:t>
              </a:r>
              <a:endParaRPr b="1" sz="1800">
                <a:solidFill>
                  <a:srgbClr val="FF0000"/>
                </a:solidFill>
                <a:latin typeface="Times New Roman"/>
                <a:ea typeface="Times New Roman"/>
                <a:cs typeface="Times New Roman"/>
                <a:sym typeface="Times New Roman"/>
              </a:endParaRPr>
            </a:p>
          </p:txBody>
        </p:sp>
      </p:grpSp>
      <p:sp>
        <p:nvSpPr>
          <p:cNvPr id="1487" name="Google Shape;1487;p38"/>
          <p:cNvSpPr/>
          <p:nvPr/>
        </p:nvSpPr>
        <p:spPr>
          <a:xfrm>
            <a:off x="4832436" y="45842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u="sng">
                <a:solidFill>
                  <a:srgbClr val="FFFF00"/>
                </a:solidFill>
                <a:latin typeface="Times New Roman"/>
                <a:ea typeface="Times New Roman"/>
                <a:cs typeface="Times New Roman"/>
                <a:sym typeface="Times New Roman"/>
              </a:rPr>
              <a:t>s</a:t>
            </a:r>
            <a:endParaRPr/>
          </a:p>
        </p:txBody>
      </p:sp>
      <p:sp>
        <p:nvSpPr>
          <p:cNvPr id="1488" name="Google Shape;1488;p38"/>
          <p:cNvSpPr/>
          <p:nvPr/>
        </p:nvSpPr>
        <p:spPr>
          <a:xfrm>
            <a:off x="5823036" y="55748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c</a:t>
            </a:r>
            <a:endParaRPr/>
          </a:p>
        </p:txBody>
      </p:sp>
      <p:sp>
        <p:nvSpPr>
          <p:cNvPr id="1489" name="Google Shape;1489;p38"/>
          <p:cNvSpPr/>
          <p:nvPr/>
        </p:nvSpPr>
        <p:spPr>
          <a:xfrm>
            <a:off x="7270836" y="55748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d</a:t>
            </a:r>
            <a:endParaRPr/>
          </a:p>
        </p:txBody>
      </p:sp>
      <p:sp>
        <p:nvSpPr>
          <p:cNvPr id="1490" name="Google Shape;1490;p38"/>
          <p:cNvSpPr/>
          <p:nvPr/>
        </p:nvSpPr>
        <p:spPr>
          <a:xfrm>
            <a:off x="8261436" y="45842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t</a:t>
            </a:r>
            <a:endParaRPr/>
          </a:p>
        </p:txBody>
      </p:sp>
      <p:sp>
        <p:nvSpPr>
          <p:cNvPr id="1491" name="Google Shape;1491;p38"/>
          <p:cNvSpPr/>
          <p:nvPr/>
        </p:nvSpPr>
        <p:spPr>
          <a:xfrm>
            <a:off x="7194636" y="3593676"/>
            <a:ext cx="304800" cy="228600"/>
          </a:xfrm>
          <a:prstGeom prst="flowChartConnector">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b</a:t>
            </a:r>
            <a:endParaRPr/>
          </a:p>
        </p:txBody>
      </p:sp>
      <p:sp>
        <p:nvSpPr>
          <p:cNvPr id="1492" name="Google Shape;1492;p38"/>
          <p:cNvSpPr/>
          <p:nvPr/>
        </p:nvSpPr>
        <p:spPr>
          <a:xfrm>
            <a:off x="5823036" y="3593676"/>
            <a:ext cx="304800" cy="228600"/>
          </a:xfrm>
          <a:prstGeom prst="flowChartConnector">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a</a:t>
            </a:r>
            <a:endParaRPr/>
          </a:p>
        </p:txBody>
      </p:sp>
      <p:sp>
        <p:nvSpPr>
          <p:cNvPr id="1493" name="Google Shape;1493;p38"/>
          <p:cNvSpPr txBox="1"/>
          <p:nvPr/>
        </p:nvSpPr>
        <p:spPr>
          <a:xfrm>
            <a:off x="4522836" y="4266382"/>
            <a:ext cx="889268" cy="369332"/>
          </a:xfrm>
          <a:prstGeom prst="rect">
            <a:avLst/>
          </a:prstGeom>
          <a:blipFill rotWithShape="1">
            <a:blip r:embed="rId5">
              <a:alphaModFix/>
            </a:blip>
            <a:stretch>
              <a:fillRect b="-26666" l="-6163"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
        <p:nvSpPr>
          <p:cNvPr id="1494" name="Google Shape;1494;p38"/>
          <p:cNvSpPr txBox="1"/>
          <p:nvPr/>
        </p:nvSpPr>
        <p:spPr>
          <a:xfrm>
            <a:off x="5476021" y="3140337"/>
            <a:ext cx="889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a:t>
            </a:r>
            <a:r>
              <a:rPr b="1" lang="en-US" sz="1800">
                <a:solidFill>
                  <a:srgbClr val="002060"/>
                </a:solidFill>
                <a:latin typeface="Times New Roman"/>
                <a:ea typeface="Times New Roman"/>
                <a:cs typeface="Times New Roman"/>
                <a:sym typeface="Times New Roman"/>
              </a:rPr>
              <a:t> 1</a:t>
            </a:r>
            <a:r>
              <a:rPr lang="en-US" sz="1800">
                <a:solidFill>
                  <a:schemeClr val="dk1"/>
                </a:solidFill>
                <a:latin typeface="Times New Roman"/>
                <a:ea typeface="Times New Roman"/>
                <a:cs typeface="Times New Roman"/>
                <a:sym typeface="Times New Roman"/>
              </a:rPr>
              <a:t>)</a:t>
            </a:r>
            <a:endParaRPr/>
          </a:p>
        </p:txBody>
      </p:sp>
      <p:sp>
        <p:nvSpPr>
          <p:cNvPr id="1495" name="Google Shape;1495;p38"/>
          <p:cNvSpPr txBox="1"/>
          <p:nvPr/>
        </p:nvSpPr>
        <p:spPr>
          <a:xfrm>
            <a:off x="5264102" y="5904173"/>
            <a:ext cx="889268" cy="369332"/>
          </a:xfrm>
          <a:prstGeom prst="rect">
            <a:avLst/>
          </a:prstGeom>
          <a:blipFill rotWithShape="1">
            <a:blip r:embed="rId6">
              <a:alphaModFix/>
            </a:blip>
            <a:stretch>
              <a:fillRect b="-26666" l="-6206" r="0" t="-83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39"/>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Bài tập </a:t>
            </a:r>
            <a:endParaRPr/>
          </a:p>
        </p:txBody>
      </p:sp>
      <p:sp>
        <p:nvSpPr>
          <p:cNvPr id="1501" name="Google Shape;1501;p3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1502" name="Google Shape;1502;p3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pic>
        <p:nvPicPr>
          <p:cNvPr id="1503" name="Google Shape;1503;p39"/>
          <p:cNvPicPr preferRelativeResize="0"/>
          <p:nvPr/>
        </p:nvPicPr>
        <p:blipFill rotWithShape="1">
          <a:blip r:embed="rId3">
            <a:alphaModFix/>
          </a:blip>
          <a:srcRect b="0" l="0" r="0" t="0"/>
          <a:stretch/>
        </p:blipFill>
        <p:spPr>
          <a:xfrm>
            <a:off x="457200" y="1600200"/>
            <a:ext cx="4038600" cy="4495800"/>
          </a:xfrm>
          <a:prstGeom prst="rect">
            <a:avLst/>
          </a:prstGeom>
          <a:noFill/>
          <a:ln>
            <a:noFill/>
          </a:ln>
        </p:spPr>
      </p:pic>
      <p:pic>
        <p:nvPicPr>
          <p:cNvPr id="1504" name="Google Shape;1504;p39"/>
          <p:cNvPicPr preferRelativeResize="0"/>
          <p:nvPr/>
        </p:nvPicPr>
        <p:blipFill rotWithShape="1">
          <a:blip r:embed="rId4">
            <a:alphaModFix/>
          </a:blip>
          <a:srcRect b="0" l="0" r="0" t="0"/>
          <a:stretch/>
        </p:blipFill>
        <p:spPr>
          <a:xfrm>
            <a:off x="4724400" y="1600200"/>
            <a:ext cx="3962400" cy="4495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40"/>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1511" name="Google Shape;1511;p40"/>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1512" name="Google Shape;1512;p40"/>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
        <p:nvSpPr>
          <p:cNvPr id="1513" name="Google Shape;1513;p40"/>
          <p:cNvSpPr/>
          <p:nvPr/>
        </p:nvSpPr>
        <p:spPr>
          <a:xfrm>
            <a:off x="1371600" y="5181600"/>
            <a:ext cx="61722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What NEXT?</a:t>
            </a:r>
            <a:endParaRPr/>
          </a:p>
          <a:p>
            <a:pPr indent="0" lvl="0" marL="0" marR="0" rtl="0" algn="ctr">
              <a:spcBef>
                <a:spcPts val="1400"/>
              </a:spcBef>
              <a:spcAft>
                <a:spcPts val="0"/>
              </a:spcAft>
              <a:buNone/>
            </a:pPr>
            <a:r>
              <a:rPr b="1" lang="en-US" sz="28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2012-10-08T14:55:01Z</dcterms:created>
  <dc:creator>mc</dc:creator>
</cp:coreProperties>
</file>