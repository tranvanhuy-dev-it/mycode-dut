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http://customooxmlschemas.google.com/">
      <go:slidesCustomData xmlns:go="http://customooxmlschemas.google.com/" r:id="rId29" roundtripDataSignature="AMtx7milim4CVwteV33EnH3TXyFxa78hP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A9A14DB-4E49-4F70-93F4-B7DB222A2C28}">
  <a:tblStyle styleId="{5A9A14DB-4E49-4F70-93F4-B7DB222A2C28}" styleName="Table_0">
    <a:wholeTbl>
      <a:tcTxStyle b="off" i="off">
        <a:font>
          <a:latin typeface="Times New Roman"/>
          <a:ea typeface="Times New Roman"/>
          <a:cs typeface="Times New Roman"/>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9F9F9"/>
          </a:solidFill>
        </a:fill>
      </a:tcStyle>
    </a:wholeTbl>
    <a:band1H>
      <a:tcTxStyle/>
      <a:tcStyle>
        <a:fill>
          <a:solidFill>
            <a:srgbClr val="F2F2F2"/>
          </a:solidFill>
        </a:fill>
      </a:tcStyle>
    </a:band1H>
    <a:band2H>
      <a:tcTxStyle/>
    </a:band2H>
    <a:band1V>
      <a:tcTxStyle/>
      <a:tcStyle>
        <a:fill>
          <a:solidFill>
            <a:srgbClr val="F2F2F2"/>
          </a:solidFill>
        </a:fill>
      </a:tcStyle>
    </a:band1V>
    <a:band2V>
      <a:tcTxStyle/>
    </a:band2V>
    <a:lastCol>
      <a:tcTxStyle b="on" i="off">
        <a:font>
          <a:latin typeface="Times New Roman"/>
          <a:ea typeface="Times New Roman"/>
          <a:cs typeface="Times New Roman"/>
        </a:font>
        <a:schemeClr val="lt1"/>
      </a:tcTxStyle>
      <a:tcStyle>
        <a:fill>
          <a:solidFill>
            <a:schemeClr val="accent1"/>
          </a:solidFill>
        </a:fill>
      </a:tcStyle>
    </a:lastCol>
    <a:firstCol>
      <a:tcTxStyle b="on" i="off">
        <a:font>
          <a:latin typeface="Times New Roman"/>
          <a:ea typeface="Times New Roman"/>
          <a:cs typeface="Times New Roman"/>
        </a:font>
        <a:schemeClr val="lt1"/>
      </a:tcTxStyle>
      <a:tcStyle>
        <a:fill>
          <a:solidFill>
            <a:schemeClr val="accent1"/>
          </a:solidFill>
        </a:fill>
      </a:tcStyle>
    </a:firstCol>
    <a:lastRow>
      <a:tcTxStyle b="on" i="off">
        <a:font>
          <a:latin typeface="Times New Roman"/>
          <a:ea typeface="Times New Roman"/>
          <a:cs typeface="Times New Roman"/>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Times New Roman"/>
          <a:ea typeface="Times New Roman"/>
          <a:cs typeface="Times New Roman"/>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customschemas.google.com/relationships/presentationmetadata" Target="metadata"/><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180483e876_0_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 name="Google Shape;122;g1180483e876_0_4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1180483e876_0_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 name="Google Shape;128;g1180483e876_0_5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1180483e876_0_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1180483e876_0_9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g1180483e876_0_9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180483e876_0_10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180483e876_0_10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g1180483e876_0_10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1180483e876_0_1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1180483e876_0_1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g1180483e876_0_11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180483e876_0_1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180483e876_0_1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30000"/>
              </a:lnSpc>
              <a:spcBef>
                <a:spcPts val="560"/>
              </a:spcBef>
              <a:spcAft>
                <a:spcPts val="0"/>
              </a:spcAft>
              <a:buClr>
                <a:srgbClr val="666666"/>
              </a:buClr>
              <a:buSzPts val="2800"/>
              <a:buFont typeface="Arial"/>
              <a:buNone/>
            </a:pPr>
            <a:r>
              <a:rPr lang="en-US" sz="1800">
                <a:solidFill>
                  <a:srgbClr val="666666"/>
                </a:solidFill>
                <a:latin typeface="Arial"/>
                <a:ea typeface="Arial"/>
                <a:cs typeface="Arial"/>
                <a:sym typeface="Arial"/>
              </a:rPr>
              <a:t>						    			</a:t>
            </a:r>
            <a:endParaRPr sz="1800">
              <a:solidFill>
                <a:srgbClr val="666666"/>
              </a:solidFill>
              <a:latin typeface="Arial"/>
              <a:ea typeface="Arial"/>
              <a:cs typeface="Arial"/>
              <a:sym typeface="Arial"/>
            </a:endParaRPr>
          </a:p>
        </p:txBody>
      </p:sp>
      <p:sp>
        <p:nvSpPr>
          <p:cNvPr id="159" name="Google Shape;159;g1180483e876_0_12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180483e876_0_1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1180483e876_0_10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t/>
            </a:r>
            <a:endParaRPr/>
          </a:p>
          <a:p>
            <a:pPr indent="0" lvl="0" marL="0" rtl="0" algn="l">
              <a:spcBef>
                <a:spcPts val="0"/>
              </a:spcBef>
              <a:spcAft>
                <a:spcPts val="0"/>
              </a:spcAft>
              <a:buClr>
                <a:schemeClr val="dk1"/>
              </a:buClr>
              <a:buFont typeface="Arial"/>
              <a:buNone/>
            </a:pPr>
            <a:br>
              <a:rPr lang="en-US"/>
            </a:br>
            <a:endParaRPr/>
          </a:p>
        </p:txBody>
      </p:sp>
      <p:sp>
        <p:nvSpPr>
          <p:cNvPr id="168" name="Google Shape;168;g1180483e876_0_10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180483e876_0_1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180483e876_0_1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g1180483e876_0_13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1180483e876_0_1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1180483e876_0_1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Chứng minh mọi bản đồ được tồ màu &gt;=4.</a:t>
            </a:r>
            <a:br>
              <a:rPr lang="en-US"/>
            </a:br>
            <a:endParaRPr/>
          </a:p>
        </p:txBody>
      </p:sp>
      <p:sp>
        <p:nvSpPr>
          <p:cNvPr id="185" name="Google Shape;185;g1180483e876_0_14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180483e876_0_1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180483e876_0_1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br>
              <a:rPr lang="en-US"/>
            </a:br>
            <a:endParaRPr/>
          </a:p>
        </p:txBody>
      </p:sp>
      <p:sp>
        <p:nvSpPr>
          <p:cNvPr id="194" name="Google Shape;194;g1180483e876_0_16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180483e876_0_1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180483e876_0_1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br>
              <a:rPr lang="en-US"/>
            </a:br>
            <a:endParaRPr/>
          </a:p>
        </p:txBody>
      </p:sp>
      <p:sp>
        <p:nvSpPr>
          <p:cNvPr id="221" name="Google Shape;221;g1180483e876_0_18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1180483e876_0_2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1180483e876_0_2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br>
              <a:rPr lang="en-US"/>
            </a:br>
            <a:endParaRPr/>
          </a:p>
        </p:txBody>
      </p:sp>
      <p:sp>
        <p:nvSpPr>
          <p:cNvPr id="249" name="Google Shape;249;g1180483e876_0_23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1180483e876_0_2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1180483e876_0_2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br>
              <a:rPr lang="en-US"/>
            </a:br>
            <a:endParaRPr/>
          </a:p>
        </p:txBody>
      </p:sp>
      <p:sp>
        <p:nvSpPr>
          <p:cNvPr id="256" name="Google Shape;256;g1180483e876_0_26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180483e876_0_2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180483e876_0_2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br>
              <a:rPr lang="en-US"/>
            </a:br>
            <a:endParaRPr/>
          </a:p>
        </p:txBody>
      </p:sp>
      <p:sp>
        <p:nvSpPr>
          <p:cNvPr id="263" name="Google Shape;263;g1180483e876_0_27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1180483e876_0_2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1180483e876_0_2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g1180483e876_0_28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1180483e876_0_2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1180483e876_0_2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g1180483e876_0_29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1180483e876_0_3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1180483e876_0_3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g1180483e876_0_30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1180483e876_0_3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1180483e876_0_3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g1180483e876_0_31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180483e876_0_2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180483e876_0_29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g1180483e876_0_29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1180483e876_0_3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1180483e876_0_3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228600" lvl="0" marL="228600" rtl="0" algn="l">
              <a:lnSpc>
                <a:spcPct val="80000"/>
              </a:lnSpc>
              <a:spcBef>
                <a:spcPts val="0"/>
              </a:spcBef>
              <a:spcAft>
                <a:spcPts val="0"/>
              </a:spcAft>
              <a:buClr>
                <a:schemeClr val="dk1"/>
              </a:buClr>
              <a:buSzPts val="1020"/>
              <a:buFont typeface="Calibri"/>
              <a:buAutoNum type="arabicPeriod"/>
            </a:pPr>
            <a:r>
              <a:rPr lang="en-US" sz="1020"/>
              <a:t>Trong mặt phẳng xOy lấy ngẫu nhiên 5 điểm toạ độ nguyên. Chứng tỏ rằng có ít nhất một trung điểm của các đoạn nối chúng có toạ độ nguyên.</a:t>
            </a:r>
            <a:endParaRPr sz="1020"/>
          </a:p>
          <a:p>
            <a:pPr indent="-228600" lvl="0" marL="228600" rtl="0" algn="l">
              <a:lnSpc>
                <a:spcPct val="80000"/>
              </a:lnSpc>
              <a:spcBef>
                <a:spcPts val="0"/>
              </a:spcBef>
              <a:spcAft>
                <a:spcPts val="0"/>
              </a:spcAft>
              <a:buClr>
                <a:schemeClr val="dk1"/>
              </a:buClr>
              <a:buSzPts val="1020"/>
              <a:buFont typeface="Calibri"/>
              <a:buAutoNum type="arabicPeriod"/>
            </a:pPr>
            <a:r>
              <a:rPr lang="en-US" sz="1020"/>
              <a:t>Trong mặt phẳng cho 6 điểm phân biệt nối nhau từng đôi một bởi các đoạn thẳng màu xanh hoặc đỏ. Chứng tỏ rằng có 3 điểm nối nhau bởi các đoạn thẳng cùng màu.</a:t>
            </a:r>
            <a:endParaRPr sz="1020"/>
          </a:p>
          <a:p>
            <a:pPr indent="-228600" lvl="0" marL="228600" rtl="0" algn="l">
              <a:lnSpc>
                <a:spcPct val="80000"/>
              </a:lnSpc>
              <a:spcBef>
                <a:spcPts val="0"/>
              </a:spcBef>
              <a:spcAft>
                <a:spcPts val="0"/>
              </a:spcAft>
              <a:buClr>
                <a:schemeClr val="dk1"/>
              </a:buClr>
              <a:buSzPts val="1020"/>
              <a:buFont typeface="Calibri"/>
              <a:buAutoNum type="arabicPeriod"/>
            </a:pPr>
            <a:r>
              <a:rPr lang="en-US" sz="1020"/>
              <a:t>Trong mặt phẳng cho 17 điểm phân biệt nối nhau từng đôi một bởi các đoạn thẳng màu xanh, hoặc đỏ, hoặc vàng. Chứng tỏ rằng có 3 điểm nối nhau bởi các đoạn thẳng cùng màu.</a:t>
            </a:r>
            <a:endParaRPr sz="1020"/>
          </a:p>
          <a:p>
            <a:pPr indent="-228600" lvl="0" marL="228600" rtl="0" algn="l">
              <a:lnSpc>
                <a:spcPct val="80000"/>
              </a:lnSpc>
              <a:spcBef>
                <a:spcPts val="0"/>
              </a:spcBef>
              <a:spcAft>
                <a:spcPts val="0"/>
              </a:spcAft>
              <a:buClr>
                <a:schemeClr val="dk1"/>
              </a:buClr>
              <a:buSzPts val="1020"/>
              <a:buFont typeface="Calibri"/>
              <a:buAutoNum type="arabicPeriod"/>
            </a:pPr>
            <a:r>
              <a:rPr lang="en-US" sz="1020"/>
              <a:t>Chứng minh rằng trong 9 điểm toạ độ nguyên bất kỳ trong không gian Oxyz thí có ít nhất một trung điểm của các đoạn thẳng nối chúng có toạ độ nguyên.</a:t>
            </a:r>
            <a:endParaRPr sz="1020"/>
          </a:p>
          <a:p>
            <a:pPr indent="-228600" lvl="0" marL="228600" rtl="0" algn="l">
              <a:lnSpc>
                <a:spcPct val="80000"/>
              </a:lnSpc>
              <a:spcBef>
                <a:spcPts val="0"/>
              </a:spcBef>
              <a:spcAft>
                <a:spcPts val="0"/>
              </a:spcAft>
              <a:buClr>
                <a:schemeClr val="dk1"/>
              </a:buClr>
              <a:buSzPts val="1020"/>
              <a:buFont typeface="Calibri"/>
              <a:buAutoNum type="arabicPeriod"/>
            </a:pPr>
            <a:r>
              <a:rPr lang="en-US" sz="1020"/>
              <a:t>Một thùng chứa 10 quả bóng màu xanh và 10 quả bóng màu đỏ. Phải lấy ngẫu nhiên ít nhất bao nhiêu quả bóng để đảm bảo có 3 quả bóng cùng màu.</a:t>
            </a:r>
            <a:endParaRPr sz="1020"/>
          </a:p>
          <a:p>
            <a:pPr indent="-228600" lvl="0" marL="228600" rtl="0" algn="l">
              <a:lnSpc>
                <a:spcPct val="80000"/>
              </a:lnSpc>
              <a:spcBef>
                <a:spcPts val="0"/>
              </a:spcBef>
              <a:spcAft>
                <a:spcPts val="0"/>
              </a:spcAft>
              <a:buClr>
                <a:schemeClr val="dk1"/>
              </a:buClr>
              <a:buSzPts val="1020"/>
              <a:buFont typeface="Calibri"/>
              <a:buAutoNum type="arabicPeriod"/>
            </a:pPr>
            <a:r>
              <a:rPr lang="en-US" sz="1020"/>
              <a:t>Cho X={0..10}. Chứng tỏ rằng nếu S là một tập con gồm 7 phần tử của X thì có 2 phần tử của S có tổng bằng 10</a:t>
            </a:r>
            <a:endParaRPr sz="1020"/>
          </a:p>
          <a:p>
            <a:pPr indent="-228600" lvl="0" marL="228600" rtl="0" algn="l">
              <a:lnSpc>
                <a:spcPct val="80000"/>
              </a:lnSpc>
              <a:spcBef>
                <a:spcPts val="0"/>
              </a:spcBef>
              <a:spcAft>
                <a:spcPts val="0"/>
              </a:spcAft>
              <a:buClr>
                <a:schemeClr val="dk1"/>
              </a:buClr>
              <a:buSzPts val="1020"/>
              <a:buFont typeface="Calibri"/>
              <a:buAutoNum type="arabicPeriod"/>
            </a:pPr>
            <a:r>
              <a:rPr lang="en-US" sz="1020"/>
              <a:t>Một bữa tiệc có ít nhất hai người. Chứng minh rằng có ít nhất 2 người có cùng số người quen.</a:t>
            </a:r>
            <a:endParaRPr sz="1020"/>
          </a:p>
          <a:p>
            <a:pPr indent="-228600" lvl="0" marL="228600" rtl="0" algn="l">
              <a:lnSpc>
                <a:spcPct val="80000"/>
              </a:lnSpc>
              <a:spcBef>
                <a:spcPts val="0"/>
              </a:spcBef>
              <a:spcAft>
                <a:spcPts val="0"/>
              </a:spcAft>
              <a:buClr>
                <a:schemeClr val="dk1"/>
              </a:buClr>
              <a:buSzPts val="1020"/>
              <a:buFont typeface="Calibri"/>
              <a:buAutoNum type="arabicPeriod"/>
            </a:pPr>
            <a:r>
              <a:rPr lang="en-US" sz="1020"/>
              <a:t>Xét một trận đấu n người, mỗi người đấu với mỗi người khác và mỗi người thắng ít nhất một lần. Chứng tỏ rằng có ít nhất 2 người có cùng số lần thắng</a:t>
            </a:r>
            <a:endParaRPr sz="1020"/>
          </a:p>
          <a:p>
            <a:pPr indent="-228600" lvl="0" marL="228600" rtl="0" algn="l">
              <a:lnSpc>
                <a:spcPct val="80000"/>
              </a:lnSpc>
              <a:spcBef>
                <a:spcPts val="0"/>
              </a:spcBef>
              <a:spcAft>
                <a:spcPts val="0"/>
              </a:spcAft>
              <a:buClr>
                <a:schemeClr val="dk1"/>
              </a:buClr>
              <a:buSzPts val="1020"/>
              <a:buFont typeface="Calibri"/>
              <a:buAutoNum type="arabicPeriod"/>
            </a:pPr>
            <a:r>
              <a:rPr lang="en-US" sz="1020"/>
              <a:t>Nếu 10 điểm được chọn ngẫu nhiên bên trong một tam giác đều có độ dài cạnh 3 đơn vị, chứng tỏ rằng có ít nhất một cặp điểm bên trong đường tròn đơn vị.</a:t>
            </a:r>
            <a:endParaRPr sz="1020"/>
          </a:p>
          <a:p>
            <a:pPr indent="-228600" lvl="0" marL="228600" rtl="0" algn="l">
              <a:lnSpc>
                <a:spcPct val="80000"/>
              </a:lnSpc>
              <a:spcBef>
                <a:spcPts val="0"/>
              </a:spcBef>
              <a:spcAft>
                <a:spcPts val="0"/>
              </a:spcAft>
              <a:buClr>
                <a:schemeClr val="dk1"/>
              </a:buClr>
              <a:buSzPts val="1020"/>
              <a:buFont typeface="Calibri"/>
              <a:buAutoNum type="arabicPeriod"/>
            </a:pPr>
            <a:r>
              <a:rPr lang="en-US" sz="1020"/>
              <a:t>Cho tam giác đều ABC với độ dài cạnh là 1. Phải lấy ngẫu nhiên trong tam giác ABC ít nhất bao nhiêu điểm để đảm bảo có hai điểm cách nhau không quá 1.</a:t>
            </a:r>
            <a:endParaRPr sz="1020"/>
          </a:p>
          <a:p>
            <a:pPr indent="-228600" lvl="0" marL="228600" rtl="0" algn="l">
              <a:lnSpc>
                <a:spcPct val="80000"/>
              </a:lnSpc>
              <a:spcBef>
                <a:spcPts val="0"/>
              </a:spcBef>
              <a:spcAft>
                <a:spcPts val="0"/>
              </a:spcAft>
              <a:buClr>
                <a:schemeClr val="dk1"/>
              </a:buClr>
              <a:buSzPts val="1020"/>
              <a:buFont typeface="Calibri"/>
              <a:buAutoNum type="arabicPeriod"/>
            </a:pPr>
            <a:r>
              <a:rPr lang="en-US" sz="1020"/>
              <a:t>Chứng tỏ rằng mọi dãy n</a:t>
            </a:r>
            <a:r>
              <a:rPr baseline="30000" lang="en-US" sz="1020"/>
              <a:t>2</a:t>
            </a:r>
            <a:r>
              <a:rPr lang="en-US" sz="1020"/>
              <a:t>+1 số thực phân biệt đều có chứa một dãy con ít nhất n+1 số hạng hoặc tăng hoặc giảm. </a:t>
            </a:r>
            <a:endParaRPr sz="1020"/>
          </a:p>
          <a:p>
            <a:pPr indent="-228600" lvl="0" marL="228600" rtl="0" algn="l">
              <a:lnSpc>
                <a:spcPct val="80000"/>
              </a:lnSpc>
              <a:spcBef>
                <a:spcPts val="0"/>
              </a:spcBef>
              <a:spcAft>
                <a:spcPts val="0"/>
              </a:spcAft>
              <a:buClr>
                <a:schemeClr val="dk1"/>
              </a:buClr>
              <a:buSzPts val="1020"/>
              <a:buFont typeface="Calibri"/>
              <a:buAutoNum type="arabicPeriod"/>
            </a:pPr>
            <a:r>
              <a:rPr lang="en-US" sz="1020"/>
              <a:t>Cho S là tập gồm n+1 phần tử trong 2n số tự nhiên đầu tiên. Chứng tỏ rằng S chứa 2 số nguyên mà một số là bội của số kia.</a:t>
            </a:r>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t>Chứng tỏ rằng số hữu tỷ là một số thập phân vô hạn tuần hoàn</a:t>
            </a:r>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t>Chứng tỏ rằng trong n+1 số nguyên có ít nhất hai số đồng dư n</a:t>
            </a:r>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t>Cần ít nhất bao nhiêu cặp số nguyên (a, b) để chắc chắn có hai cặp (a</a:t>
            </a:r>
            <a:r>
              <a:rPr baseline="-25000" lang="en-US" sz="1020"/>
              <a:t>1</a:t>
            </a:r>
            <a:r>
              <a:rPr lang="en-US" sz="1020"/>
              <a:t>, b</a:t>
            </a:r>
            <a:r>
              <a:rPr baseline="-25000" lang="en-US" sz="1020"/>
              <a:t>1</a:t>
            </a:r>
            <a:r>
              <a:rPr lang="en-US" sz="1020"/>
              <a:t>) và (a</a:t>
            </a:r>
            <a:r>
              <a:rPr baseline="-25000" lang="en-US" sz="1020"/>
              <a:t>2</a:t>
            </a:r>
            <a:r>
              <a:rPr lang="en-US" sz="1020"/>
              <a:t>, b</a:t>
            </a:r>
            <a:r>
              <a:rPr baseline="-25000" lang="en-US" sz="1020"/>
              <a:t>2</a:t>
            </a:r>
            <a:r>
              <a:rPr lang="en-US" sz="1020"/>
              <a:t>) mà a</a:t>
            </a:r>
            <a:r>
              <a:rPr baseline="-25000" lang="en-US" sz="1020"/>
              <a:t>1</a:t>
            </a:r>
            <a:r>
              <a:rPr lang="en-US" sz="1020"/>
              <a:t>≡a</a:t>
            </a:r>
            <a:r>
              <a:rPr baseline="-25000" lang="en-US" sz="1020"/>
              <a:t>2</a:t>
            </a:r>
            <a:r>
              <a:rPr lang="en-US" sz="1020"/>
              <a:t> (mod 5) và b</a:t>
            </a:r>
            <a:r>
              <a:rPr baseline="-25000" lang="en-US" sz="1020"/>
              <a:t>1</a:t>
            </a:r>
            <a:r>
              <a:rPr lang="en-US" sz="1020"/>
              <a:t>≡b</a:t>
            </a:r>
            <a:r>
              <a:rPr baseline="-25000" lang="en-US" sz="1020"/>
              <a:t>2</a:t>
            </a:r>
            <a:r>
              <a:rPr lang="en-US" sz="1020"/>
              <a:t> (mod 5)</a:t>
            </a:r>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t>Một võ sĩ quyền anh thi đấu giành chức vô địch trong 75 giờ. Mỗi giờ đấu ít nhất một trận, nhưng toàn bộ không quá 125 trận. Chứng tỏ rằng có những giờ liên tiếp đã đấu 24 trận</a:t>
            </a:r>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t>Chứng tỏ rằng trong n+1 số nguyên dương không vượt quá 2n thì có hai số nguyên tố cùng nhau.</a:t>
            </a:r>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t>Chứng tỏ rằng trong dãy n số nguyên thì có một hay nhiều số liên tiếp có tổng chia hết n.</a:t>
            </a:r>
            <a:br>
              <a:rPr lang="en-US" sz="1020"/>
            </a:br>
            <a:endParaRPr sz="1020"/>
          </a:p>
          <a:p>
            <a:pPr indent="0" lvl="0" marL="0" rtl="0" algn="l">
              <a:lnSpc>
                <a:spcPct val="80000"/>
              </a:lnSpc>
              <a:spcBef>
                <a:spcPts val="0"/>
              </a:spcBef>
              <a:spcAft>
                <a:spcPts val="0"/>
              </a:spcAft>
              <a:buClr>
                <a:schemeClr val="dk1"/>
              </a:buClr>
              <a:buFont typeface="Arial"/>
              <a:buNone/>
            </a:pPr>
            <a:r>
              <a:t/>
            </a:r>
            <a:endParaRPr sz="1020"/>
          </a:p>
          <a:p>
            <a:pPr indent="0" lvl="0" marL="0" rtl="0" algn="l">
              <a:spcBef>
                <a:spcPts val="0"/>
              </a:spcBef>
              <a:spcAft>
                <a:spcPts val="0"/>
              </a:spcAft>
              <a:buNone/>
            </a:pPr>
            <a:r>
              <a:t/>
            </a:r>
            <a:endParaRPr/>
          </a:p>
        </p:txBody>
      </p:sp>
      <p:sp>
        <p:nvSpPr>
          <p:cNvPr id="316" name="Google Shape;316;g1180483e876_0_33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228600" lvl="0" marL="228600" rtl="0" algn="l">
              <a:lnSpc>
                <a:spcPct val="80000"/>
              </a:lnSpc>
              <a:spcBef>
                <a:spcPts val="0"/>
              </a:spcBef>
              <a:spcAft>
                <a:spcPts val="0"/>
              </a:spcAft>
              <a:buClr>
                <a:schemeClr val="dk1"/>
              </a:buClr>
              <a:buSzPts val="1020"/>
              <a:buFont typeface="Calibri"/>
              <a:buAutoNum type="arabicPeriod"/>
            </a:pPr>
            <a:r>
              <a:rPr lang="en-US" sz="1020">
                <a:solidFill>
                  <a:schemeClr val="dk1"/>
                </a:solidFill>
                <a:latin typeface="Calibri"/>
                <a:ea typeface="Calibri"/>
                <a:cs typeface="Calibri"/>
                <a:sym typeface="Calibri"/>
              </a:rPr>
              <a:t>Trong mặt phẳng xOy lấy ngẫu nhiên 5 điểm toạ độ nguyên. Chứng tỏ rằng có ít nhất một trung điểm của các đoạn nối chúng có toạ độ nguyên.</a:t>
            </a:r>
            <a:endParaRPr sz="1020">
              <a:solidFill>
                <a:schemeClr val="dk1"/>
              </a:solidFill>
              <a:latin typeface="Calibri"/>
              <a:ea typeface="Calibri"/>
              <a:cs typeface="Calibri"/>
              <a:sym typeface="Calibri"/>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solidFill>
                  <a:schemeClr val="dk1"/>
                </a:solidFill>
                <a:latin typeface="Calibri"/>
                <a:ea typeface="Calibri"/>
                <a:cs typeface="Calibri"/>
                <a:sym typeface="Calibri"/>
              </a:rPr>
              <a:t>Trong mặt phẳng cho 6 điểm phân biệt nối nhau từng đôi một bởi các đoạn thẳng màu xanh hoặc đỏ. Chứng tỏ rằng có 3 điểm nối nhau bởi các đoạn thẳng cùng màu.</a:t>
            </a:r>
            <a:endParaRPr sz="1020">
              <a:solidFill>
                <a:schemeClr val="dk1"/>
              </a:solidFill>
              <a:latin typeface="Calibri"/>
              <a:ea typeface="Calibri"/>
              <a:cs typeface="Calibri"/>
              <a:sym typeface="Calibri"/>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solidFill>
                  <a:schemeClr val="dk1"/>
                </a:solidFill>
                <a:latin typeface="Calibri"/>
                <a:ea typeface="Calibri"/>
                <a:cs typeface="Calibri"/>
                <a:sym typeface="Calibri"/>
              </a:rPr>
              <a:t>Trong mặt phẳng cho 17 điểm phân biệt nối nhau từng đôi một bởi các đoạn thẳng màu xanh, hoặc đỏ, hoặc vàng. Chứng tỏ rằng có 3 điểm nối nhau bởi các đoạn thẳng cùng màu.</a:t>
            </a:r>
            <a:endParaRPr sz="1020">
              <a:solidFill>
                <a:schemeClr val="dk1"/>
              </a:solidFill>
              <a:latin typeface="Calibri"/>
              <a:ea typeface="Calibri"/>
              <a:cs typeface="Calibri"/>
              <a:sym typeface="Calibri"/>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solidFill>
                  <a:schemeClr val="dk1"/>
                </a:solidFill>
                <a:latin typeface="Calibri"/>
                <a:ea typeface="Calibri"/>
                <a:cs typeface="Calibri"/>
                <a:sym typeface="Calibri"/>
              </a:rPr>
              <a:t>Chứng minh rằng trong 9 điểm toạ độ nguyên bất kỳ trong không gian Oxyz thí có ít nhất một trung điểm của các đoạn thẳng nối chúng có toạ độ nguyên.</a:t>
            </a:r>
            <a:endParaRPr sz="1020">
              <a:solidFill>
                <a:schemeClr val="dk1"/>
              </a:solidFill>
              <a:latin typeface="Calibri"/>
              <a:ea typeface="Calibri"/>
              <a:cs typeface="Calibri"/>
              <a:sym typeface="Calibri"/>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solidFill>
                  <a:schemeClr val="dk1"/>
                </a:solidFill>
                <a:latin typeface="Calibri"/>
                <a:ea typeface="Calibri"/>
                <a:cs typeface="Calibri"/>
                <a:sym typeface="Calibri"/>
              </a:rPr>
              <a:t>Một thùng chứa 10 quả bóng màu xanh và 10 quả bóng màu đỏ. Phải lấy ngẫu nhiên ít nhất bao nhiêu quả bóng để đảm bảo có 3 quả bóng cùng màu.</a:t>
            </a:r>
            <a:endParaRPr sz="1020">
              <a:solidFill>
                <a:schemeClr val="dk1"/>
              </a:solidFill>
              <a:latin typeface="Calibri"/>
              <a:ea typeface="Calibri"/>
              <a:cs typeface="Calibri"/>
              <a:sym typeface="Calibri"/>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solidFill>
                  <a:schemeClr val="dk1"/>
                </a:solidFill>
                <a:latin typeface="Calibri"/>
                <a:ea typeface="Calibri"/>
                <a:cs typeface="Calibri"/>
                <a:sym typeface="Calibri"/>
              </a:rPr>
              <a:t>Cho X={0..10}. Chứng tỏ rằng nếu S là một tập con gồm 7 phần tử của X thì có 2 phần tử của S có tổng bằng 10</a:t>
            </a:r>
            <a:endParaRPr sz="1020">
              <a:solidFill>
                <a:schemeClr val="dk1"/>
              </a:solidFill>
              <a:latin typeface="Calibri"/>
              <a:ea typeface="Calibri"/>
              <a:cs typeface="Calibri"/>
              <a:sym typeface="Calibri"/>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solidFill>
                  <a:schemeClr val="dk1"/>
                </a:solidFill>
                <a:latin typeface="Calibri"/>
                <a:ea typeface="Calibri"/>
                <a:cs typeface="Calibri"/>
                <a:sym typeface="Calibri"/>
              </a:rPr>
              <a:t>Một bữa tiệc có ít nhất hai người. Chứng minh rằng có ít nhất 2 người có cùng số người quen.</a:t>
            </a:r>
            <a:endParaRPr sz="1020">
              <a:solidFill>
                <a:schemeClr val="dk1"/>
              </a:solidFill>
              <a:latin typeface="Calibri"/>
              <a:ea typeface="Calibri"/>
              <a:cs typeface="Calibri"/>
              <a:sym typeface="Calibri"/>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solidFill>
                  <a:schemeClr val="dk1"/>
                </a:solidFill>
                <a:latin typeface="Calibri"/>
                <a:ea typeface="Calibri"/>
                <a:cs typeface="Calibri"/>
                <a:sym typeface="Calibri"/>
              </a:rPr>
              <a:t>Xét một trận đấu n người, mỗi người đấu với mỗi người khác và mỗi người thắng ít nhất một lần. Chứng tỏ rằng có ít nhất 2 người có cùng số lần thắng</a:t>
            </a:r>
            <a:endParaRPr sz="1020">
              <a:solidFill>
                <a:schemeClr val="dk1"/>
              </a:solidFill>
              <a:latin typeface="Calibri"/>
              <a:ea typeface="Calibri"/>
              <a:cs typeface="Calibri"/>
              <a:sym typeface="Calibri"/>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solidFill>
                  <a:schemeClr val="dk1"/>
                </a:solidFill>
                <a:latin typeface="Calibri"/>
                <a:ea typeface="Calibri"/>
                <a:cs typeface="Calibri"/>
                <a:sym typeface="Calibri"/>
              </a:rPr>
              <a:t>Nếu 10 điểm được chọn ngẫu nhiên bên trong một tam giác đều có độ dài cạnh 3 đơn vị, chứng tỏ rằng có ít nhất một cặp điểm bên trong đường tròn đơn vị.</a:t>
            </a:r>
            <a:endParaRPr sz="1020">
              <a:solidFill>
                <a:schemeClr val="dk1"/>
              </a:solidFill>
              <a:latin typeface="Calibri"/>
              <a:ea typeface="Calibri"/>
              <a:cs typeface="Calibri"/>
              <a:sym typeface="Calibri"/>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solidFill>
                  <a:schemeClr val="dk1"/>
                </a:solidFill>
                <a:latin typeface="Calibri"/>
                <a:ea typeface="Calibri"/>
                <a:cs typeface="Calibri"/>
                <a:sym typeface="Calibri"/>
              </a:rPr>
              <a:t>Cho tam giác đều ABC với độ dài cạnh là 1. Phải lấy ngẫu nhiên trong tam giác ABC ít nhất bao nhiêu điểm để đảm bảo có hai điểm cách nhau không quá 1.</a:t>
            </a:r>
            <a:endParaRPr sz="1020">
              <a:solidFill>
                <a:schemeClr val="dk1"/>
              </a:solidFill>
              <a:latin typeface="Calibri"/>
              <a:ea typeface="Calibri"/>
              <a:cs typeface="Calibri"/>
              <a:sym typeface="Calibri"/>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solidFill>
                  <a:schemeClr val="dk1"/>
                </a:solidFill>
                <a:latin typeface="Calibri"/>
                <a:ea typeface="Calibri"/>
                <a:cs typeface="Calibri"/>
                <a:sym typeface="Calibri"/>
              </a:rPr>
              <a:t>Chứng tỏ rằng mọi dãy n</a:t>
            </a:r>
            <a:r>
              <a:rPr baseline="30000" lang="en-US" sz="1020">
                <a:solidFill>
                  <a:schemeClr val="dk1"/>
                </a:solidFill>
                <a:latin typeface="Calibri"/>
                <a:ea typeface="Calibri"/>
                <a:cs typeface="Calibri"/>
                <a:sym typeface="Calibri"/>
              </a:rPr>
              <a:t>2</a:t>
            </a:r>
            <a:r>
              <a:rPr lang="en-US" sz="1020">
                <a:solidFill>
                  <a:schemeClr val="dk1"/>
                </a:solidFill>
                <a:latin typeface="Calibri"/>
                <a:ea typeface="Calibri"/>
                <a:cs typeface="Calibri"/>
                <a:sym typeface="Calibri"/>
              </a:rPr>
              <a:t>+1 số thực phân biệt đều có chứa một dãy con ít nhất n+1 số hạng hoặc tăng hoặc giảm. </a:t>
            </a:r>
            <a:endParaRPr sz="1020">
              <a:solidFill>
                <a:schemeClr val="dk1"/>
              </a:solidFill>
              <a:latin typeface="Calibri"/>
              <a:ea typeface="Calibri"/>
              <a:cs typeface="Calibri"/>
              <a:sym typeface="Calibri"/>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solidFill>
                  <a:schemeClr val="dk1"/>
                </a:solidFill>
                <a:latin typeface="Calibri"/>
                <a:ea typeface="Calibri"/>
                <a:cs typeface="Calibri"/>
                <a:sym typeface="Calibri"/>
              </a:rPr>
              <a:t>Cho S là tập gồm n+1 phần tử trong 2n số tự nhiên đầu tiên. Chứng tỏ rằng S chứa 2 số nguyên mà một số là bội của số kia.</a:t>
            </a:r>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solidFill>
                  <a:schemeClr val="dk1"/>
                </a:solidFill>
                <a:latin typeface="Calibri"/>
                <a:ea typeface="Calibri"/>
                <a:cs typeface="Calibri"/>
                <a:sym typeface="Calibri"/>
              </a:rPr>
              <a:t>Chứng tỏ rằng số hữu tỷ là một số thập phân vô hạn tuần hoàn</a:t>
            </a:r>
            <a:endParaRPr sz="1020">
              <a:solidFill>
                <a:schemeClr val="dk1"/>
              </a:solidFill>
              <a:latin typeface="Calibri"/>
              <a:ea typeface="Calibri"/>
              <a:cs typeface="Calibri"/>
              <a:sym typeface="Calibri"/>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solidFill>
                  <a:schemeClr val="dk1"/>
                </a:solidFill>
                <a:latin typeface="Calibri"/>
                <a:ea typeface="Calibri"/>
                <a:cs typeface="Calibri"/>
                <a:sym typeface="Calibri"/>
              </a:rPr>
              <a:t>Chứng tỏ rằng trong n+1 số nguyên có ít nhất hai số đồng dư n</a:t>
            </a:r>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solidFill>
                  <a:schemeClr val="dk1"/>
                </a:solidFill>
                <a:latin typeface="Calibri"/>
                <a:ea typeface="Calibri"/>
                <a:cs typeface="Calibri"/>
                <a:sym typeface="Calibri"/>
              </a:rPr>
              <a:t>Cần ít nhất bao nhiêu cặp số nguyên (a, b) để chắc chắn có hai cặp (a</a:t>
            </a:r>
            <a:r>
              <a:rPr baseline="-25000" lang="en-US" sz="1020">
                <a:solidFill>
                  <a:schemeClr val="dk1"/>
                </a:solidFill>
                <a:latin typeface="Calibri"/>
                <a:ea typeface="Calibri"/>
                <a:cs typeface="Calibri"/>
                <a:sym typeface="Calibri"/>
              </a:rPr>
              <a:t>1</a:t>
            </a:r>
            <a:r>
              <a:rPr lang="en-US" sz="1020">
                <a:solidFill>
                  <a:schemeClr val="dk1"/>
                </a:solidFill>
                <a:latin typeface="Calibri"/>
                <a:ea typeface="Calibri"/>
                <a:cs typeface="Calibri"/>
                <a:sym typeface="Calibri"/>
              </a:rPr>
              <a:t>, b</a:t>
            </a:r>
            <a:r>
              <a:rPr baseline="-25000" lang="en-US" sz="1020">
                <a:solidFill>
                  <a:schemeClr val="dk1"/>
                </a:solidFill>
                <a:latin typeface="Calibri"/>
                <a:ea typeface="Calibri"/>
                <a:cs typeface="Calibri"/>
                <a:sym typeface="Calibri"/>
              </a:rPr>
              <a:t>1</a:t>
            </a:r>
            <a:r>
              <a:rPr lang="en-US" sz="1020">
                <a:solidFill>
                  <a:schemeClr val="dk1"/>
                </a:solidFill>
                <a:latin typeface="Calibri"/>
                <a:ea typeface="Calibri"/>
                <a:cs typeface="Calibri"/>
                <a:sym typeface="Calibri"/>
              </a:rPr>
              <a:t>) và (a</a:t>
            </a:r>
            <a:r>
              <a:rPr baseline="-25000" lang="en-US" sz="1020">
                <a:solidFill>
                  <a:schemeClr val="dk1"/>
                </a:solidFill>
                <a:latin typeface="Calibri"/>
                <a:ea typeface="Calibri"/>
                <a:cs typeface="Calibri"/>
                <a:sym typeface="Calibri"/>
              </a:rPr>
              <a:t>2</a:t>
            </a:r>
            <a:r>
              <a:rPr lang="en-US" sz="1020">
                <a:solidFill>
                  <a:schemeClr val="dk1"/>
                </a:solidFill>
                <a:latin typeface="Calibri"/>
                <a:ea typeface="Calibri"/>
                <a:cs typeface="Calibri"/>
                <a:sym typeface="Calibri"/>
              </a:rPr>
              <a:t>, b</a:t>
            </a:r>
            <a:r>
              <a:rPr baseline="-25000" lang="en-US" sz="1020">
                <a:solidFill>
                  <a:schemeClr val="dk1"/>
                </a:solidFill>
                <a:latin typeface="Calibri"/>
                <a:ea typeface="Calibri"/>
                <a:cs typeface="Calibri"/>
                <a:sym typeface="Calibri"/>
              </a:rPr>
              <a:t>2</a:t>
            </a:r>
            <a:r>
              <a:rPr lang="en-US" sz="1020">
                <a:solidFill>
                  <a:schemeClr val="dk1"/>
                </a:solidFill>
                <a:latin typeface="Calibri"/>
                <a:ea typeface="Calibri"/>
                <a:cs typeface="Calibri"/>
                <a:sym typeface="Calibri"/>
              </a:rPr>
              <a:t>) mà a</a:t>
            </a:r>
            <a:r>
              <a:rPr baseline="-25000" lang="en-US" sz="1020">
                <a:solidFill>
                  <a:schemeClr val="dk1"/>
                </a:solidFill>
                <a:latin typeface="Calibri"/>
                <a:ea typeface="Calibri"/>
                <a:cs typeface="Calibri"/>
                <a:sym typeface="Calibri"/>
              </a:rPr>
              <a:t>1</a:t>
            </a:r>
            <a:r>
              <a:rPr lang="en-US" sz="1020">
                <a:solidFill>
                  <a:schemeClr val="dk1"/>
                </a:solidFill>
                <a:latin typeface="Calibri"/>
                <a:ea typeface="Calibri"/>
                <a:cs typeface="Calibri"/>
                <a:sym typeface="Calibri"/>
              </a:rPr>
              <a:t>≡a</a:t>
            </a:r>
            <a:r>
              <a:rPr baseline="-25000" lang="en-US" sz="1020">
                <a:solidFill>
                  <a:schemeClr val="dk1"/>
                </a:solidFill>
                <a:latin typeface="Calibri"/>
                <a:ea typeface="Calibri"/>
                <a:cs typeface="Calibri"/>
                <a:sym typeface="Calibri"/>
              </a:rPr>
              <a:t>2</a:t>
            </a:r>
            <a:r>
              <a:rPr lang="en-US" sz="1020">
                <a:solidFill>
                  <a:schemeClr val="dk1"/>
                </a:solidFill>
                <a:latin typeface="Calibri"/>
                <a:ea typeface="Calibri"/>
                <a:cs typeface="Calibri"/>
                <a:sym typeface="Calibri"/>
              </a:rPr>
              <a:t> (mod 5) và b</a:t>
            </a:r>
            <a:r>
              <a:rPr baseline="-25000" lang="en-US" sz="1020">
                <a:solidFill>
                  <a:schemeClr val="dk1"/>
                </a:solidFill>
                <a:latin typeface="Calibri"/>
                <a:ea typeface="Calibri"/>
                <a:cs typeface="Calibri"/>
                <a:sym typeface="Calibri"/>
              </a:rPr>
              <a:t>1</a:t>
            </a:r>
            <a:r>
              <a:rPr lang="en-US" sz="1020">
                <a:solidFill>
                  <a:schemeClr val="dk1"/>
                </a:solidFill>
                <a:latin typeface="Calibri"/>
                <a:ea typeface="Calibri"/>
                <a:cs typeface="Calibri"/>
                <a:sym typeface="Calibri"/>
              </a:rPr>
              <a:t>≡b</a:t>
            </a:r>
            <a:r>
              <a:rPr baseline="-25000" lang="en-US" sz="1020">
                <a:solidFill>
                  <a:schemeClr val="dk1"/>
                </a:solidFill>
                <a:latin typeface="Calibri"/>
                <a:ea typeface="Calibri"/>
                <a:cs typeface="Calibri"/>
                <a:sym typeface="Calibri"/>
              </a:rPr>
              <a:t>2</a:t>
            </a:r>
            <a:r>
              <a:rPr lang="en-US" sz="1020">
                <a:solidFill>
                  <a:schemeClr val="dk1"/>
                </a:solidFill>
                <a:latin typeface="Calibri"/>
                <a:ea typeface="Calibri"/>
                <a:cs typeface="Calibri"/>
                <a:sym typeface="Calibri"/>
              </a:rPr>
              <a:t> (mod 5)</a:t>
            </a:r>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solidFill>
                  <a:schemeClr val="dk1"/>
                </a:solidFill>
                <a:latin typeface="Calibri"/>
                <a:ea typeface="Calibri"/>
                <a:cs typeface="Calibri"/>
                <a:sym typeface="Calibri"/>
              </a:rPr>
              <a:t>Một võ sĩ quyền anh thi đấu giành chức vô địch trong 75 giờ. Mỗi giờ đấu ít nhất một trận, nhưng toàn bộ không quá 125 trận. Chứng tỏ rằng có những giờ liên tiếp đã đấu 24 trận</a:t>
            </a:r>
            <a:endParaRPr sz="1020">
              <a:solidFill>
                <a:schemeClr val="dk1"/>
              </a:solidFill>
              <a:latin typeface="Calibri"/>
              <a:ea typeface="Calibri"/>
              <a:cs typeface="Calibri"/>
              <a:sym typeface="Calibri"/>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solidFill>
                  <a:schemeClr val="dk1"/>
                </a:solidFill>
                <a:latin typeface="Calibri"/>
                <a:ea typeface="Calibri"/>
                <a:cs typeface="Calibri"/>
                <a:sym typeface="Calibri"/>
              </a:rPr>
              <a:t>Chứng tỏ rằng trong n+1 số nguyên dương không vượt quá 2n thì có hai số nguyên tố cùng nhau.</a:t>
            </a:r>
            <a:endParaRPr/>
          </a:p>
          <a:p>
            <a:pPr indent="-228600" lvl="0" marL="228600" rtl="0" algn="l">
              <a:lnSpc>
                <a:spcPct val="80000"/>
              </a:lnSpc>
              <a:spcBef>
                <a:spcPts val="0"/>
              </a:spcBef>
              <a:spcAft>
                <a:spcPts val="0"/>
              </a:spcAft>
              <a:buClr>
                <a:schemeClr val="dk1"/>
              </a:buClr>
              <a:buSzPts val="1020"/>
              <a:buFont typeface="Calibri"/>
              <a:buAutoNum type="arabicPeriod"/>
            </a:pPr>
            <a:r>
              <a:rPr lang="en-US" sz="1020">
                <a:solidFill>
                  <a:schemeClr val="dk1"/>
                </a:solidFill>
                <a:latin typeface="Calibri"/>
                <a:ea typeface="Calibri"/>
                <a:cs typeface="Calibri"/>
                <a:sym typeface="Calibri"/>
              </a:rPr>
              <a:t>Chứng tỏ rằng trong dãy n số nguyên thì có một hay nhiều số liên tiếp có tổng chia hết n.</a:t>
            </a:r>
            <a:br>
              <a:rPr lang="en-US" sz="1020">
                <a:solidFill>
                  <a:schemeClr val="dk1"/>
                </a:solidFill>
                <a:latin typeface="Calibri"/>
                <a:ea typeface="Calibri"/>
                <a:cs typeface="Calibri"/>
                <a:sym typeface="Calibri"/>
              </a:rPr>
            </a:br>
            <a:endParaRPr sz="1020"/>
          </a:p>
        </p:txBody>
      </p:sp>
      <p:sp>
        <p:nvSpPr>
          <p:cNvPr id="324" name="Google Shape;324;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án Rời Rạc" type="obj">
  <p:cSld name="OBJECT">
    <p:spTree>
      <p:nvGrpSpPr>
        <p:cNvPr id="16" name="Shape 16"/>
        <p:cNvGrpSpPr/>
        <p:nvPr/>
      </p:nvGrpSpPr>
      <p:grpSpPr>
        <a:xfrm>
          <a:off x="0" y="0"/>
          <a:ext cx="0" cy="0"/>
          <a:chOff x="0" y="0"/>
          <a:chExt cx="0" cy="0"/>
        </a:xfrm>
      </p:grpSpPr>
      <p:sp>
        <p:nvSpPr>
          <p:cNvPr id="17" name="Google Shape;17;p27"/>
          <p:cNvSpPr txBox="1"/>
          <p:nvPr>
            <p:ph type="title"/>
          </p:nvPr>
        </p:nvSpPr>
        <p:spPr>
          <a:xfrm>
            <a:off x="457200" y="381000"/>
            <a:ext cx="8229600" cy="685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8" name="Google Shape;18;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 name="Google Shape;19;p27"/>
          <p:cNvSpPr txBox="1"/>
          <p:nvPr>
            <p:ph idx="10" type="dt"/>
          </p:nvPr>
        </p:nvSpPr>
        <p:spPr>
          <a:xfrm>
            <a:off x="381000" y="6492875"/>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7"/>
          <p:cNvSpPr txBox="1"/>
          <p:nvPr>
            <p:ph idx="11" type="ftr"/>
          </p:nvPr>
        </p:nvSpPr>
        <p:spPr>
          <a:xfrm>
            <a:off x="3124200" y="6629400"/>
            <a:ext cx="3352800" cy="228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7"/>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2" name="Shape 22"/>
        <p:cNvGrpSpPr/>
        <p:nvPr/>
      </p:nvGrpSpPr>
      <p:grpSpPr>
        <a:xfrm>
          <a:off x="0" y="0"/>
          <a:ext cx="0" cy="0"/>
          <a:chOff x="0" y="0"/>
          <a:chExt cx="0" cy="0"/>
        </a:xfrm>
      </p:grpSpPr>
      <p:sp>
        <p:nvSpPr>
          <p:cNvPr id="23" name="Google Shape;23;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4" name="Google Shape;24;p2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5" name="Google Shape;25;p2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6" name="Google Shape;26;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8"/>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8"/>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29" name="Shape 29"/>
        <p:cNvGrpSpPr/>
        <p:nvPr/>
      </p:nvGrpSpPr>
      <p:grpSpPr>
        <a:xfrm>
          <a:off x="0" y="0"/>
          <a:ext cx="0" cy="0"/>
          <a:chOff x="0" y="0"/>
          <a:chExt cx="0" cy="0"/>
        </a:xfrm>
      </p:grpSpPr>
      <p:sp>
        <p:nvSpPr>
          <p:cNvPr id="30" name="Google Shape;30;p2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1" name="Google Shape;31;p29"/>
          <p:cNvSpPr txBox="1"/>
          <p:nvPr>
            <p:ph idx="1" type="subTitle"/>
          </p:nvPr>
        </p:nvSpPr>
        <p:spPr>
          <a:xfrm>
            <a:off x="1371600" y="39624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32" name="Google Shape;32;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9"/>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
        <p:nvSpPr>
          <p:cNvPr id="34" name="Google Shape;34;p29"/>
          <p:cNvSpPr txBox="1"/>
          <p:nvPr>
            <p:ph idx="11" type="ftr"/>
          </p:nvPr>
        </p:nvSpPr>
        <p:spPr>
          <a:xfrm>
            <a:off x="2514600" y="6536938"/>
            <a:ext cx="3429000" cy="27699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35" name="Shape 35"/>
        <p:cNvGrpSpPr/>
        <p:nvPr/>
      </p:nvGrpSpPr>
      <p:grpSpPr>
        <a:xfrm>
          <a:off x="0" y="0"/>
          <a:ext cx="0" cy="0"/>
          <a:chOff x="0" y="0"/>
          <a:chExt cx="0" cy="0"/>
        </a:xfrm>
      </p:grpSpPr>
      <p:sp>
        <p:nvSpPr>
          <p:cNvPr id="36" name="Google Shape;36;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7" name="Google Shape;37;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0"/>
          <p:cNvSpPr txBox="1"/>
          <p:nvPr>
            <p:ph idx="11" type="ftr"/>
          </p:nvPr>
        </p:nvSpPr>
        <p:spPr>
          <a:xfrm>
            <a:off x="2971800" y="6492875"/>
            <a:ext cx="35052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0"/>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0" name="Shape 40"/>
        <p:cNvGrpSpPr/>
        <p:nvPr/>
      </p:nvGrpSpPr>
      <p:grpSpPr>
        <a:xfrm>
          <a:off x="0" y="0"/>
          <a:ext cx="0" cy="0"/>
          <a:chOff x="0" y="0"/>
          <a:chExt cx="0" cy="0"/>
        </a:xfrm>
      </p:grpSpPr>
      <p:sp>
        <p:nvSpPr>
          <p:cNvPr id="41" name="Google Shape;41;p3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2" name="Google Shape;42;p3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43" name="Google Shape;43;p31"/>
          <p:cNvSpPr txBox="1"/>
          <p:nvPr>
            <p:ph idx="10" type="dt"/>
          </p:nvPr>
        </p:nvSpPr>
        <p:spPr>
          <a:xfrm>
            <a:off x="228600" y="6492875"/>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1"/>
          <p:cNvSpPr txBox="1"/>
          <p:nvPr>
            <p:ph idx="11" type="ftr"/>
          </p:nvPr>
        </p:nvSpPr>
        <p:spPr>
          <a:xfrm>
            <a:off x="2743200" y="6553200"/>
            <a:ext cx="3581400" cy="304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31"/>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8" name="Google Shape;48;p3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3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3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1" name="Google Shape;51;p3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2" name="Google Shape;52;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2"/>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2"/>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7" name="Google Shape;57;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33"/>
          <p:cNvSpPr txBox="1"/>
          <p:nvPr>
            <p:ph idx="11" type="ftr"/>
          </p:nvPr>
        </p:nvSpPr>
        <p:spPr>
          <a:xfrm>
            <a:off x="2667000" y="6477000"/>
            <a:ext cx="3352800" cy="381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3"/>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34"/>
          <p:cNvSpPr txBox="1"/>
          <p:nvPr>
            <p:ph idx="11" type="ftr"/>
          </p:nvPr>
        </p:nvSpPr>
        <p:spPr>
          <a:xfrm>
            <a:off x="2895600" y="6553200"/>
            <a:ext cx="3581400" cy="304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4"/>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3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6" name="Google Shape;66;p3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7" name="Google Shape;67;p3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8" name="Google Shape;68;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35"/>
          <p:cNvSpPr txBox="1"/>
          <p:nvPr>
            <p:ph idx="11" type="ftr"/>
          </p:nvPr>
        </p:nvSpPr>
        <p:spPr>
          <a:xfrm>
            <a:off x="2819400" y="6492875"/>
            <a:ext cx="34290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5"/>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3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3" name="Google Shape;73;p36"/>
          <p:cNvSpPr/>
          <p:nvPr>
            <p:ph idx="2" type="pic"/>
          </p:nvPr>
        </p:nvSpPr>
        <p:spPr>
          <a:xfrm>
            <a:off x="1792288" y="612775"/>
            <a:ext cx="5486400" cy="4114800"/>
          </a:xfrm>
          <a:prstGeom prst="rect">
            <a:avLst/>
          </a:prstGeom>
          <a:noFill/>
          <a:ln>
            <a:noFill/>
          </a:ln>
        </p:spPr>
        <p:txBody>
          <a:bodyPr anchorCtr="0" anchor="t" bIns="45700" lIns="91425" spcFirstLastPara="1" rIns="91425" wrap="square" tIns="45700">
            <a:normAutofit/>
          </a:bodyPr>
          <a:lstStyle>
            <a:lvl1pPr lvl="0" marR="0" rtl="0" algn="l">
              <a:spcBef>
                <a:spcPts val="640"/>
              </a:spcBef>
              <a:spcAft>
                <a:spcPts val="0"/>
              </a:spcAft>
              <a:buClr>
                <a:schemeClr val="dk1"/>
              </a:buClr>
              <a:buSzPts val="3200"/>
              <a:buFont typeface="Arial"/>
              <a:buNone/>
              <a:defRPr b="0" i="0" sz="3200" u="none" cap="none" strike="noStrike">
                <a:solidFill>
                  <a:schemeClr val="dk1"/>
                </a:solidFill>
                <a:latin typeface="Times New Roman"/>
                <a:ea typeface="Times New Roman"/>
                <a:cs typeface="Times New Roman"/>
                <a:sym typeface="Times New Roman"/>
              </a:defRPr>
            </a:lvl1pPr>
            <a:lvl2pPr lvl="1" marR="0" rtl="0" algn="l">
              <a:spcBef>
                <a:spcPts val="560"/>
              </a:spcBef>
              <a:spcAft>
                <a:spcPts val="0"/>
              </a:spcAft>
              <a:buClr>
                <a:schemeClr val="dk1"/>
              </a:buClr>
              <a:buSzPts val="2800"/>
              <a:buFont typeface="Arial"/>
              <a:buNone/>
              <a:defRPr b="0" i="0" sz="2800" u="none" cap="none" strike="noStrike">
                <a:solidFill>
                  <a:schemeClr val="dk1"/>
                </a:solidFill>
                <a:latin typeface="Times New Roman"/>
                <a:ea typeface="Times New Roman"/>
                <a:cs typeface="Times New Roman"/>
                <a:sym typeface="Times New Roman"/>
              </a:defRPr>
            </a:lvl2pPr>
            <a:lvl3pPr lvl="2" marR="0" rtl="0" algn="l">
              <a:spcBef>
                <a:spcPts val="480"/>
              </a:spcBef>
              <a:spcAft>
                <a:spcPts val="0"/>
              </a:spcAft>
              <a:buClr>
                <a:schemeClr val="dk1"/>
              </a:buClr>
              <a:buSzPts val="2400"/>
              <a:buFont typeface="Arial"/>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4pPr>
            <a:lvl5pPr lvl="4"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9pPr>
          </a:lstStyle>
          <a:p/>
        </p:txBody>
      </p:sp>
      <p:sp>
        <p:nvSpPr>
          <p:cNvPr id="74" name="Google Shape;74;p3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5" name="Google Shape;75;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6"/>
          <p:cNvSpPr txBox="1"/>
          <p:nvPr>
            <p:ph idx="11" type="ftr"/>
          </p:nvPr>
        </p:nvSpPr>
        <p:spPr>
          <a:xfrm>
            <a:off x="2895600" y="6613525"/>
            <a:ext cx="3429000" cy="2444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6"/>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p:cSld name="Title, Text, and 2 Content">
    <p:spTree>
      <p:nvGrpSpPr>
        <p:cNvPr id="78" name="Shape 78"/>
        <p:cNvGrpSpPr/>
        <p:nvPr/>
      </p:nvGrpSpPr>
      <p:grpSpPr>
        <a:xfrm>
          <a:off x="0" y="0"/>
          <a:ext cx="0" cy="0"/>
          <a:chOff x="0" y="0"/>
          <a:chExt cx="0" cy="0"/>
        </a:xfrm>
      </p:grpSpPr>
      <p:sp>
        <p:nvSpPr>
          <p:cNvPr id="79" name="Google Shape;79;p37"/>
          <p:cNvSpPr txBox="1"/>
          <p:nvPr>
            <p:ph idx="1" type="body"/>
          </p:nvPr>
        </p:nvSpPr>
        <p:spPr>
          <a:xfrm>
            <a:off x="304800" y="381000"/>
            <a:ext cx="3962400" cy="58674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0" name="Google Shape;80;p37"/>
          <p:cNvSpPr txBox="1"/>
          <p:nvPr>
            <p:ph idx="2" type="body"/>
          </p:nvPr>
        </p:nvSpPr>
        <p:spPr>
          <a:xfrm>
            <a:off x="4419600" y="381000"/>
            <a:ext cx="3962400" cy="28575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37"/>
          <p:cNvSpPr txBox="1"/>
          <p:nvPr>
            <p:ph idx="3" type="body"/>
          </p:nvPr>
        </p:nvSpPr>
        <p:spPr>
          <a:xfrm>
            <a:off x="4419600" y="3390900"/>
            <a:ext cx="3962400" cy="28575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2" name="Google Shape;82;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7"/>
          <p:cNvSpPr txBox="1"/>
          <p:nvPr>
            <p:ph idx="11" type="ftr"/>
          </p:nvPr>
        </p:nvSpPr>
        <p:spPr>
          <a:xfrm>
            <a:off x="2743200" y="6492875"/>
            <a:ext cx="3962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37"/>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blipFill>
          <a:blip r:embed="rId2">
            <a:alphaModFix/>
          </a:blip>
          <a:stretch>
            <a:fillRect/>
          </a:stretch>
        </a:blipFill>
      </p:bgPr>
    </p:bg>
    <p:spTree>
      <p:nvGrpSpPr>
        <p:cNvPr id="93" name="Shape 93"/>
        <p:cNvGrpSpPr/>
        <p:nvPr/>
      </p:nvGrpSpPr>
      <p:grpSpPr>
        <a:xfrm>
          <a:off x="0" y="0"/>
          <a:ext cx="0" cy="0"/>
          <a:chOff x="0" y="0"/>
          <a:chExt cx="0" cy="0"/>
        </a:xfrm>
      </p:grpSpPr>
      <p:sp>
        <p:nvSpPr>
          <p:cNvPr id="94" name="Google Shape;94;g1180483e876_0_68"/>
          <p:cNvSpPr txBox="1"/>
          <p:nvPr>
            <p:ph idx="1" type="body"/>
          </p:nvPr>
        </p:nvSpPr>
        <p:spPr>
          <a:xfrm>
            <a:off x="493776" y="3968497"/>
            <a:ext cx="4978800" cy="1650300"/>
          </a:xfrm>
          <a:prstGeom prst="rect">
            <a:avLst/>
          </a:prstGeom>
          <a:noFill/>
          <a:ln>
            <a:noFill/>
          </a:ln>
        </p:spPr>
        <p:txBody>
          <a:bodyPr anchorCtr="0" anchor="t" bIns="45700" lIns="0" spcFirstLastPara="1" rIns="91425" wrap="square" tIns="45700">
            <a:noAutofit/>
          </a:bodyPr>
          <a:lstStyle>
            <a:lvl1pPr indent="-228600" lvl="0" marL="457200" rtl="0" algn="l">
              <a:lnSpc>
                <a:spcPct val="130000"/>
              </a:lnSpc>
              <a:spcBef>
                <a:spcPts val="600"/>
              </a:spcBef>
              <a:spcAft>
                <a:spcPts val="0"/>
              </a:spcAft>
              <a:buSzPts val="3360"/>
              <a:buNone/>
              <a:defRPr b="0" i="0" sz="2800">
                <a:solidFill>
                  <a:schemeClr val="lt1"/>
                </a:solidFill>
                <a:latin typeface="Georgia"/>
                <a:ea typeface="Georgia"/>
                <a:cs typeface="Georgia"/>
                <a:sym typeface="Georgia"/>
              </a:defRPr>
            </a:lvl1pPr>
            <a:lvl2pPr indent="-365760" lvl="1" marL="914400" rtl="0" algn="l">
              <a:lnSpc>
                <a:spcPct val="130000"/>
              </a:lnSpc>
              <a:spcBef>
                <a:spcPts val="600"/>
              </a:spcBef>
              <a:spcAft>
                <a:spcPts val="0"/>
              </a:spcAft>
              <a:buSzPts val="2160"/>
              <a:buChar char="-"/>
              <a:defRPr/>
            </a:lvl2pPr>
            <a:lvl3pPr indent="-365760" lvl="2" marL="1371600" rtl="0" algn="l">
              <a:lnSpc>
                <a:spcPct val="130000"/>
              </a:lnSpc>
              <a:spcBef>
                <a:spcPts val="600"/>
              </a:spcBef>
              <a:spcAft>
                <a:spcPts val="0"/>
              </a:spcAft>
              <a:buSzPts val="2160"/>
              <a:buChar char="-"/>
              <a:defRPr/>
            </a:lvl3pPr>
            <a:lvl4pPr indent="-365760" lvl="3" marL="1828800" rtl="0" algn="l">
              <a:lnSpc>
                <a:spcPct val="130000"/>
              </a:lnSpc>
              <a:spcBef>
                <a:spcPts val="600"/>
              </a:spcBef>
              <a:spcAft>
                <a:spcPts val="0"/>
              </a:spcAft>
              <a:buSzPts val="2160"/>
              <a:buChar char="-"/>
              <a:defRPr/>
            </a:lvl4pPr>
            <a:lvl5pPr indent="-365760" lvl="4" marL="2286000" rtl="0" algn="l">
              <a:lnSpc>
                <a:spcPct val="130000"/>
              </a:lnSpc>
              <a:spcBef>
                <a:spcPts val="600"/>
              </a:spcBef>
              <a:spcAft>
                <a:spcPts val="0"/>
              </a:spcAft>
              <a:buSzPts val="216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95" name="Google Shape;95;g1180483e876_0_68"/>
          <p:cNvSpPr txBox="1"/>
          <p:nvPr>
            <p:ph type="ctrTitle"/>
          </p:nvPr>
        </p:nvSpPr>
        <p:spPr>
          <a:xfrm>
            <a:off x="493776" y="1239123"/>
            <a:ext cx="4978800" cy="2386500"/>
          </a:xfrm>
          <a:prstGeom prst="rect">
            <a:avLst/>
          </a:prstGeom>
          <a:noFill/>
          <a:ln>
            <a:noFill/>
          </a:ln>
        </p:spPr>
        <p:txBody>
          <a:bodyPr anchorCtr="0" anchor="b" bIns="45700" lIns="0" spcFirstLastPara="1" rIns="91425" wrap="square" tIns="45700">
            <a:noAutofit/>
          </a:bodyPr>
          <a:lstStyle>
            <a:lvl1pPr lvl="0" rtl="0" algn="l">
              <a:lnSpc>
                <a:spcPct val="161111"/>
              </a:lnSpc>
              <a:spcBef>
                <a:spcPts val="0"/>
              </a:spcBef>
              <a:spcAft>
                <a:spcPts val="0"/>
              </a:spcAft>
              <a:buClr>
                <a:schemeClr val="lt1"/>
              </a:buClr>
              <a:buSzPts val="3600"/>
              <a:buFont typeface="Arial"/>
              <a:buNone/>
              <a:defRPr b="1" i="0" sz="3600" cap="none">
                <a:solidFill>
                  <a:schemeClr val="lt1"/>
                </a:solidFill>
                <a:latin typeface="Arial"/>
                <a:ea typeface="Arial"/>
                <a:cs typeface="Arial"/>
                <a:sym typeface="Arial"/>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cxnSp>
        <p:nvCxnSpPr>
          <p:cNvPr id="96" name="Google Shape;96;g1180483e876_0_68"/>
          <p:cNvCxnSpPr/>
          <p:nvPr/>
        </p:nvCxnSpPr>
        <p:spPr>
          <a:xfrm>
            <a:off x="276359" y="2216727"/>
            <a:ext cx="0" cy="3402300"/>
          </a:xfrm>
          <a:prstGeom prst="straightConnector1">
            <a:avLst/>
          </a:prstGeom>
          <a:noFill/>
          <a:ln cap="flat" cmpd="sng" w="28575">
            <a:solidFill>
              <a:schemeClr val="lt1"/>
            </a:solidFill>
            <a:prstDash val="dash"/>
            <a:miter lim="800000"/>
            <a:headEnd len="sm" w="sm" type="none"/>
            <a:tailEnd len="sm" w="sm" type="none"/>
          </a:ln>
        </p:spPr>
      </p:cxnSp>
      <p:pic>
        <p:nvPicPr>
          <p:cNvPr id="97" name="Google Shape;97;g1180483e876_0_68"/>
          <p:cNvPicPr preferRelativeResize="0"/>
          <p:nvPr/>
        </p:nvPicPr>
        <p:blipFill rotWithShape="1">
          <a:blip r:embed="rId3">
            <a:alphaModFix/>
          </a:blip>
          <a:srcRect b="0" l="0" r="0" t="0"/>
          <a:stretch/>
        </p:blipFill>
        <p:spPr>
          <a:xfrm>
            <a:off x="137569" y="129505"/>
            <a:ext cx="5210288" cy="1109618"/>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
  <p:cSld name="Divider Slide">
    <p:bg>
      <p:bgPr>
        <a:blipFill>
          <a:blip r:embed="rId2">
            <a:alphaModFix/>
          </a:blip>
          <a:stretch>
            <a:fillRect/>
          </a:stretch>
        </a:blipFill>
      </p:bgPr>
    </p:bg>
    <p:spTree>
      <p:nvGrpSpPr>
        <p:cNvPr id="98" name="Shape 98"/>
        <p:cNvGrpSpPr/>
        <p:nvPr/>
      </p:nvGrpSpPr>
      <p:grpSpPr>
        <a:xfrm>
          <a:off x="0" y="0"/>
          <a:ext cx="0" cy="0"/>
          <a:chOff x="0" y="0"/>
          <a:chExt cx="0" cy="0"/>
        </a:xfrm>
      </p:grpSpPr>
      <p:sp>
        <p:nvSpPr>
          <p:cNvPr id="99" name="Google Shape;99;g1180483e876_0_73"/>
          <p:cNvSpPr txBox="1"/>
          <p:nvPr>
            <p:ph type="ctrTitle"/>
          </p:nvPr>
        </p:nvSpPr>
        <p:spPr>
          <a:xfrm>
            <a:off x="493776" y="1490663"/>
            <a:ext cx="4978800" cy="2387700"/>
          </a:xfrm>
          <a:prstGeom prst="rect">
            <a:avLst/>
          </a:prstGeom>
          <a:noFill/>
          <a:ln>
            <a:noFill/>
          </a:ln>
        </p:spPr>
        <p:txBody>
          <a:bodyPr anchorCtr="0" anchor="b" bIns="45700" lIns="0" spcFirstLastPara="1" rIns="91425" wrap="square" tIns="45700">
            <a:noAutofit/>
          </a:bodyPr>
          <a:lstStyle>
            <a:lvl1pPr lvl="0" rtl="0" algn="l">
              <a:lnSpc>
                <a:spcPct val="107407"/>
              </a:lnSpc>
              <a:spcBef>
                <a:spcPts val="0"/>
              </a:spcBef>
              <a:spcAft>
                <a:spcPts val="0"/>
              </a:spcAft>
              <a:buClr>
                <a:schemeClr val="lt1"/>
              </a:buClr>
              <a:buSzPts val="5400"/>
              <a:buFont typeface="Arial"/>
              <a:buNone/>
              <a:defRPr b="1" i="0" sz="3600" cap="none">
                <a:solidFill>
                  <a:schemeClr val="lt1"/>
                </a:solidFill>
                <a:latin typeface="Georgia"/>
                <a:ea typeface="Georgia"/>
                <a:cs typeface="Georgia"/>
                <a:sym typeface="Georgia"/>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00" name="Google Shape;100;g1180483e876_0_73"/>
          <p:cNvSpPr txBox="1"/>
          <p:nvPr>
            <p:ph idx="1" type="subTitle"/>
          </p:nvPr>
        </p:nvSpPr>
        <p:spPr>
          <a:xfrm>
            <a:off x="493776" y="3970337"/>
            <a:ext cx="4978800" cy="2213100"/>
          </a:xfrm>
          <a:prstGeom prst="rect">
            <a:avLst/>
          </a:prstGeom>
          <a:noFill/>
          <a:ln>
            <a:noFill/>
          </a:ln>
        </p:spPr>
        <p:txBody>
          <a:bodyPr anchorCtr="0" anchor="t" bIns="45700" lIns="0" spcFirstLastPara="1" rIns="91425" wrap="square" tIns="45700">
            <a:noAutofit/>
          </a:bodyPr>
          <a:lstStyle>
            <a:lvl1pPr lvl="0" rtl="0" algn="l">
              <a:lnSpc>
                <a:spcPct val="130000"/>
              </a:lnSpc>
              <a:spcBef>
                <a:spcPts val="600"/>
              </a:spcBef>
              <a:spcAft>
                <a:spcPts val="0"/>
              </a:spcAft>
              <a:buSzPts val="3360"/>
              <a:buNone/>
              <a:defRPr b="0" sz="2800">
                <a:solidFill>
                  <a:schemeClr val="lt1"/>
                </a:solidFill>
                <a:latin typeface="Georgia"/>
                <a:ea typeface="Georgia"/>
                <a:cs typeface="Georgia"/>
                <a:sym typeface="Georgia"/>
              </a:defRPr>
            </a:lvl1pPr>
            <a:lvl2pPr lvl="1" rtl="0" algn="ctr">
              <a:lnSpc>
                <a:spcPct val="130000"/>
              </a:lnSpc>
              <a:spcBef>
                <a:spcPts val="600"/>
              </a:spcBef>
              <a:spcAft>
                <a:spcPts val="0"/>
              </a:spcAft>
              <a:buSzPts val="2400"/>
              <a:buNone/>
              <a:defRPr sz="2000"/>
            </a:lvl2pPr>
            <a:lvl3pPr lvl="2" rtl="0" algn="ctr">
              <a:lnSpc>
                <a:spcPct val="130000"/>
              </a:lnSpc>
              <a:spcBef>
                <a:spcPts val="600"/>
              </a:spcBef>
              <a:spcAft>
                <a:spcPts val="0"/>
              </a:spcAft>
              <a:buSzPts val="2160"/>
              <a:buNone/>
              <a:defRPr sz="1800"/>
            </a:lvl3pPr>
            <a:lvl4pPr lvl="3" rtl="0" algn="ctr">
              <a:lnSpc>
                <a:spcPct val="130000"/>
              </a:lnSpc>
              <a:spcBef>
                <a:spcPts val="600"/>
              </a:spcBef>
              <a:spcAft>
                <a:spcPts val="0"/>
              </a:spcAft>
              <a:buSzPts val="1920"/>
              <a:buNone/>
              <a:defRPr sz="1600"/>
            </a:lvl4pPr>
            <a:lvl5pPr lvl="4" rtl="0" algn="ctr">
              <a:lnSpc>
                <a:spcPct val="130000"/>
              </a:lnSpc>
              <a:spcBef>
                <a:spcPts val="600"/>
              </a:spcBef>
              <a:spcAft>
                <a:spcPts val="0"/>
              </a:spcAft>
              <a:buSzPts val="1920"/>
              <a:buNone/>
              <a:defRPr sz="1600"/>
            </a:lvl5pPr>
            <a:lvl6pPr lvl="5" rtl="0" algn="ctr">
              <a:lnSpc>
                <a:spcPct val="90000"/>
              </a:lnSpc>
              <a:spcBef>
                <a:spcPts val="500"/>
              </a:spcBef>
              <a:spcAft>
                <a:spcPts val="0"/>
              </a:spcAft>
              <a:buClr>
                <a:schemeClr val="dk1"/>
              </a:buClr>
              <a:buSzPts val="1600"/>
              <a:buNone/>
              <a:defRPr sz="1600"/>
            </a:lvl6pPr>
            <a:lvl7pPr lvl="6" rtl="0" algn="ctr">
              <a:lnSpc>
                <a:spcPct val="90000"/>
              </a:lnSpc>
              <a:spcBef>
                <a:spcPts val="500"/>
              </a:spcBef>
              <a:spcAft>
                <a:spcPts val="0"/>
              </a:spcAft>
              <a:buClr>
                <a:schemeClr val="dk1"/>
              </a:buClr>
              <a:buSzPts val="1600"/>
              <a:buNone/>
              <a:defRPr sz="1600"/>
            </a:lvl7pPr>
            <a:lvl8pPr lvl="7" rtl="0" algn="ctr">
              <a:lnSpc>
                <a:spcPct val="90000"/>
              </a:lnSpc>
              <a:spcBef>
                <a:spcPts val="500"/>
              </a:spcBef>
              <a:spcAft>
                <a:spcPts val="0"/>
              </a:spcAft>
              <a:buClr>
                <a:schemeClr val="dk1"/>
              </a:buClr>
              <a:buSzPts val="1600"/>
              <a:buNone/>
              <a:defRPr sz="1600"/>
            </a:lvl8pPr>
            <a:lvl9pPr lvl="8" rtl="0"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blipFill>
          <a:blip r:embed="rId2">
            <a:alphaModFix/>
          </a:blip>
          <a:stretch>
            <a:fillRect/>
          </a:stretch>
        </a:blipFill>
      </p:bgPr>
    </p:bg>
    <p:spTree>
      <p:nvGrpSpPr>
        <p:cNvPr id="101" name="Shape 101"/>
        <p:cNvGrpSpPr/>
        <p:nvPr/>
      </p:nvGrpSpPr>
      <p:grpSpPr>
        <a:xfrm>
          <a:off x="0" y="0"/>
          <a:ext cx="0" cy="0"/>
          <a:chOff x="0" y="0"/>
          <a:chExt cx="0" cy="0"/>
        </a:xfrm>
      </p:grpSpPr>
      <p:sp>
        <p:nvSpPr>
          <p:cNvPr id="102" name="Google Shape;102;g1180483e876_0_76"/>
          <p:cNvSpPr txBox="1"/>
          <p:nvPr>
            <p:ph type="title"/>
          </p:nvPr>
        </p:nvSpPr>
        <p:spPr>
          <a:xfrm>
            <a:off x="425196" y="1001018"/>
            <a:ext cx="7850100" cy="1089600"/>
          </a:xfrm>
          <a:prstGeom prst="rect">
            <a:avLst/>
          </a:prstGeom>
          <a:noFill/>
          <a:ln>
            <a:noFill/>
          </a:ln>
        </p:spPr>
        <p:txBody>
          <a:bodyPr anchorCtr="0" anchor="b" bIns="45700" lIns="91425" spcFirstLastPara="1" rIns="91425" wrap="square" tIns="45700">
            <a:noAutofit/>
          </a:bodyPr>
          <a:lstStyle>
            <a:lvl1pPr lvl="0" rtl="0" algn="l">
              <a:lnSpc>
                <a:spcPct val="90000"/>
              </a:lnSpc>
              <a:spcBef>
                <a:spcPts val="0"/>
              </a:spcBef>
              <a:spcAft>
                <a:spcPts val="0"/>
              </a:spcAft>
              <a:buClr>
                <a:schemeClr val="dk2"/>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03" name="Google Shape;103;g1180483e876_0_76"/>
          <p:cNvSpPr txBox="1"/>
          <p:nvPr>
            <p:ph idx="1" type="body"/>
          </p:nvPr>
        </p:nvSpPr>
        <p:spPr>
          <a:xfrm>
            <a:off x="425196" y="2185417"/>
            <a:ext cx="7770000" cy="3968100"/>
          </a:xfrm>
          <a:prstGeom prst="rect">
            <a:avLst/>
          </a:prstGeom>
          <a:noFill/>
          <a:ln>
            <a:noFill/>
          </a:ln>
        </p:spPr>
        <p:txBody>
          <a:bodyPr anchorCtr="0" anchor="t" bIns="45700" lIns="91425" spcFirstLastPara="1" rIns="91425" wrap="square" tIns="45700">
            <a:noAutofit/>
          </a:bodyPr>
          <a:lstStyle>
            <a:lvl1pPr indent="-365760" lvl="0" marL="457200" rtl="0" algn="l">
              <a:lnSpc>
                <a:spcPct val="130000"/>
              </a:lnSpc>
              <a:spcBef>
                <a:spcPts val="600"/>
              </a:spcBef>
              <a:spcAft>
                <a:spcPts val="0"/>
              </a:spcAft>
              <a:buSzPts val="2160"/>
              <a:buChar char="•"/>
              <a:defRPr>
                <a:solidFill>
                  <a:srgbClr val="333333"/>
                </a:solidFill>
                <a:latin typeface="Times New Roman"/>
                <a:ea typeface="Times New Roman"/>
                <a:cs typeface="Times New Roman"/>
                <a:sym typeface="Times New Roman"/>
              </a:defRPr>
            </a:lvl1pPr>
            <a:lvl2pPr indent="-365760" lvl="1" marL="914400" rtl="0" algn="l">
              <a:lnSpc>
                <a:spcPct val="130000"/>
              </a:lnSpc>
              <a:spcBef>
                <a:spcPts val="600"/>
              </a:spcBef>
              <a:spcAft>
                <a:spcPts val="0"/>
              </a:spcAft>
              <a:buSzPts val="2160"/>
              <a:buChar char="-"/>
              <a:defRPr/>
            </a:lvl2pPr>
            <a:lvl3pPr indent="-365760" lvl="2" marL="1371600" rtl="0" algn="l">
              <a:lnSpc>
                <a:spcPct val="130000"/>
              </a:lnSpc>
              <a:spcBef>
                <a:spcPts val="600"/>
              </a:spcBef>
              <a:spcAft>
                <a:spcPts val="0"/>
              </a:spcAft>
              <a:buSzPts val="2160"/>
              <a:buChar char="-"/>
              <a:defRPr/>
            </a:lvl3pPr>
            <a:lvl4pPr indent="-365760" lvl="3" marL="1828800" rtl="0" algn="l">
              <a:lnSpc>
                <a:spcPct val="130000"/>
              </a:lnSpc>
              <a:spcBef>
                <a:spcPts val="600"/>
              </a:spcBef>
              <a:spcAft>
                <a:spcPts val="0"/>
              </a:spcAft>
              <a:buSzPts val="2160"/>
              <a:buChar char="-"/>
              <a:defRPr/>
            </a:lvl4pPr>
            <a:lvl5pPr indent="-365760" lvl="4" marL="2286000" rtl="0" algn="l">
              <a:lnSpc>
                <a:spcPct val="130000"/>
              </a:lnSpc>
              <a:spcBef>
                <a:spcPts val="600"/>
              </a:spcBef>
              <a:spcAft>
                <a:spcPts val="0"/>
              </a:spcAft>
              <a:buSzPts val="216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104" name="Google Shape;104;g1180483e876_0_76"/>
          <p:cNvSpPr txBox="1"/>
          <p:nvPr>
            <p:ph idx="11" type="ftr"/>
          </p:nvPr>
        </p:nvSpPr>
        <p:spPr>
          <a:xfrm>
            <a:off x="5680710" y="6319775"/>
            <a:ext cx="3086100" cy="365100"/>
          </a:xfrm>
          <a:prstGeom prst="rect">
            <a:avLst/>
          </a:prstGeom>
          <a:noFill/>
          <a:ln>
            <a:noFill/>
          </a:ln>
        </p:spPr>
        <p:txBody>
          <a:bodyPr anchorCtr="0" anchor="ctr" bIns="45700" lIns="91425" spcFirstLastPara="1" rIns="91425" wrap="square" tIns="45700">
            <a:noAutofit/>
          </a:bodyPr>
          <a:lstStyle>
            <a:lvl1pPr lvl="0" rtl="0" algn="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05" name="Shape 105"/>
        <p:cNvGrpSpPr/>
        <p:nvPr/>
      </p:nvGrpSpPr>
      <p:grpSpPr>
        <a:xfrm>
          <a:off x="0" y="0"/>
          <a:ext cx="0" cy="0"/>
          <a:chOff x="0" y="0"/>
          <a:chExt cx="0" cy="0"/>
        </a:xfrm>
      </p:grpSpPr>
      <p:sp>
        <p:nvSpPr>
          <p:cNvPr id="106" name="Google Shape;106;g1180483e876_0_80"/>
          <p:cNvSpPr txBox="1"/>
          <p:nvPr>
            <p:ph type="title"/>
          </p:nvPr>
        </p:nvSpPr>
        <p:spPr>
          <a:xfrm>
            <a:off x="425196" y="1499616"/>
            <a:ext cx="7886700" cy="591000"/>
          </a:xfrm>
          <a:prstGeom prst="rect">
            <a:avLst/>
          </a:prstGeom>
          <a:noFill/>
          <a:ln>
            <a:noFill/>
          </a:ln>
        </p:spPr>
        <p:txBody>
          <a:bodyPr anchorCtr="0" anchor="b" bIns="45700" lIns="91425" spcFirstLastPara="1" rIns="91425" wrap="square" tIns="45700">
            <a:noAutofit/>
          </a:bodyPr>
          <a:lstStyle>
            <a:lvl1pPr lvl="0" rtl="0" algn="l">
              <a:lnSpc>
                <a:spcPct val="90000"/>
              </a:lnSpc>
              <a:spcBef>
                <a:spcPts val="0"/>
              </a:spcBef>
              <a:spcAft>
                <a:spcPts val="0"/>
              </a:spcAft>
              <a:buSzPts val="36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07" name="Google Shape;107;g1180483e876_0_80"/>
          <p:cNvSpPr txBox="1"/>
          <p:nvPr>
            <p:ph idx="11" type="ftr"/>
          </p:nvPr>
        </p:nvSpPr>
        <p:spPr>
          <a:xfrm>
            <a:off x="5680710" y="6319775"/>
            <a:ext cx="3086100" cy="365100"/>
          </a:xfrm>
          <a:prstGeom prst="rect">
            <a:avLst/>
          </a:prstGeom>
          <a:noFill/>
          <a:ln>
            <a:noFill/>
          </a:ln>
        </p:spPr>
        <p:txBody>
          <a:bodyPr anchorCtr="0" anchor="ctr" bIns="45700" lIns="91425" spcFirstLastPara="1" rIns="91425" wrap="square" tIns="45700">
            <a:noAutofit/>
          </a:bodyPr>
          <a:lstStyle>
            <a:lvl1pPr lvl="0" rtl="0" algn="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ouble Content" type="twoObj">
  <p:cSld name="TWO_OBJECTS">
    <p:bg>
      <p:bgPr>
        <a:blipFill>
          <a:blip r:embed="rId2">
            <a:alphaModFix/>
          </a:blip>
          <a:stretch>
            <a:fillRect/>
          </a:stretch>
        </a:blipFill>
      </p:bgPr>
    </p:bg>
    <p:spTree>
      <p:nvGrpSpPr>
        <p:cNvPr id="108" name="Shape 108"/>
        <p:cNvGrpSpPr/>
        <p:nvPr/>
      </p:nvGrpSpPr>
      <p:grpSpPr>
        <a:xfrm>
          <a:off x="0" y="0"/>
          <a:ext cx="0" cy="0"/>
          <a:chOff x="0" y="0"/>
          <a:chExt cx="0" cy="0"/>
        </a:xfrm>
      </p:grpSpPr>
      <p:sp>
        <p:nvSpPr>
          <p:cNvPr id="109" name="Google Shape;109;g1180483e876_0_83"/>
          <p:cNvSpPr txBox="1"/>
          <p:nvPr>
            <p:ph type="title"/>
          </p:nvPr>
        </p:nvSpPr>
        <p:spPr>
          <a:xfrm>
            <a:off x="425196" y="1499616"/>
            <a:ext cx="7886700" cy="591000"/>
          </a:xfrm>
          <a:prstGeom prst="rect">
            <a:avLst/>
          </a:prstGeom>
          <a:noFill/>
          <a:ln>
            <a:noFill/>
          </a:ln>
        </p:spPr>
        <p:txBody>
          <a:bodyPr anchorCtr="0" anchor="b" bIns="45700" lIns="91425" spcFirstLastPara="1" rIns="91425" wrap="square" tIns="45700">
            <a:noAutofit/>
          </a:bodyPr>
          <a:lstStyle>
            <a:lvl1pPr lvl="0" rtl="0" algn="l">
              <a:lnSpc>
                <a:spcPct val="90000"/>
              </a:lnSpc>
              <a:spcBef>
                <a:spcPts val="0"/>
              </a:spcBef>
              <a:spcAft>
                <a:spcPts val="0"/>
              </a:spcAft>
              <a:buClr>
                <a:schemeClr val="dk2"/>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10" name="Google Shape;110;g1180483e876_0_83"/>
          <p:cNvSpPr txBox="1"/>
          <p:nvPr>
            <p:ph idx="1" type="body"/>
          </p:nvPr>
        </p:nvSpPr>
        <p:spPr>
          <a:xfrm>
            <a:off x="425196" y="2185416"/>
            <a:ext cx="3792600" cy="3948600"/>
          </a:xfrm>
          <a:prstGeom prst="rect">
            <a:avLst/>
          </a:prstGeom>
          <a:noFill/>
          <a:ln>
            <a:noFill/>
          </a:ln>
        </p:spPr>
        <p:txBody>
          <a:bodyPr anchorCtr="0" anchor="t" bIns="45700" lIns="91425" spcFirstLastPara="1" rIns="91425" wrap="square" tIns="45700">
            <a:noAutofit/>
          </a:bodyPr>
          <a:lstStyle>
            <a:lvl1pPr indent="-365760" lvl="0" marL="457200" rtl="0" algn="l">
              <a:lnSpc>
                <a:spcPct val="130000"/>
              </a:lnSpc>
              <a:spcBef>
                <a:spcPts val="600"/>
              </a:spcBef>
              <a:spcAft>
                <a:spcPts val="0"/>
              </a:spcAft>
              <a:buSzPts val="2160"/>
              <a:buChar char="•"/>
              <a:defRPr>
                <a:solidFill>
                  <a:srgbClr val="333333"/>
                </a:solidFill>
              </a:defRPr>
            </a:lvl1pPr>
            <a:lvl2pPr indent="-365760" lvl="1" marL="914400" rtl="0" algn="l">
              <a:lnSpc>
                <a:spcPct val="130000"/>
              </a:lnSpc>
              <a:spcBef>
                <a:spcPts val="600"/>
              </a:spcBef>
              <a:spcAft>
                <a:spcPts val="0"/>
              </a:spcAft>
              <a:buSzPts val="2160"/>
              <a:buChar char="-"/>
              <a:defRPr/>
            </a:lvl2pPr>
            <a:lvl3pPr indent="-365760" lvl="2" marL="1371600" rtl="0" algn="l">
              <a:lnSpc>
                <a:spcPct val="130000"/>
              </a:lnSpc>
              <a:spcBef>
                <a:spcPts val="600"/>
              </a:spcBef>
              <a:spcAft>
                <a:spcPts val="0"/>
              </a:spcAft>
              <a:buSzPts val="2160"/>
              <a:buChar char="-"/>
              <a:defRPr/>
            </a:lvl3pPr>
            <a:lvl4pPr indent="-365760" lvl="3" marL="1828800" rtl="0" algn="l">
              <a:lnSpc>
                <a:spcPct val="130000"/>
              </a:lnSpc>
              <a:spcBef>
                <a:spcPts val="600"/>
              </a:spcBef>
              <a:spcAft>
                <a:spcPts val="0"/>
              </a:spcAft>
              <a:buSzPts val="2160"/>
              <a:buChar char="-"/>
              <a:defRPr/>
            </a:lvl4pPr>
            <a:lvl5pPr indent="-365760" lvl="4" marL="2286000" rtl="0" algn="l">
              <a:lnSpc>
                <a:spcPct val="130000"/>
              </a:lnSpc>
              <a:spcBef>
                <a:spcPts val="600"/>
              </a:spcBef>
              <a:spcAft>
                <a:spcPts val="0"/>
              </a:spcAft>
              <a:buSzPts val="216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111" name="Google Shape;111;g1180483e876_0_83"/>
          <p:cNvSpPr txBox="1"/>
          <p:nvPr>
            <p:ph idx="2" type="body"/>
          </p:nvPr>
        </p:nvSpPr>
        <p:spPr>
          <a:xfrm>
            <a:off x="4389120" y="2185416"/>
            <a:ext cx="3922800" cy="3950100"/>
          </a:xfrm>
          <a:prstGeom prst="rect">
            <a:avLst/>
          </a:prstGeom>
          <a:noFill/>
          <a:ln>
            <a:noFill/>
          </a:ln>
        </p:spPr>
        <p:txBody>
          <a:bodyPr anchorCtr="0" anchor="t" bIns="45700" lIns="91425" spcFirstLastPara="1" rIns="91425" wrap="square" tIns="45700">
            <a:noAutofit/>
          </a:bodyPr>
          <a:lstStyle>
            <a:lvl1pPr indent="-365760" lvl="0" marL="457200" rtl="0" algn="l">
              <a:lnSpc>
                <a:spcPct val="130000"/>
              </a:lnSpc>
              <a:spcBef>
                <a:spcPts val="600"/>
              </a:spcBef>
              <a:spcAft>
                <a:spcPts val="0"/>
              </a:spcAft>
              <a:buSzPts val="2160"/>
              <a:buChar char="•"/>
              <a:defRPr>
                <a:solidFill>
                  <a:srgbClr val="333333"/>
                </a:solidFill>
              </a:defRPr>
            </a:lvl1pPr>
            <a:lvl2pPr indent="-365760" lvl="1" marL="914400" rtl="0" algn="l">
              <a:lnSpc>
                <a:spcPct val="130000"/>
              </a:lnSpc>
              <a:spcBef>
                <a:spcPts val="600"/>
              </a:spcBef>
              <a:spcAft>
                <a:spcPts val="0"/>
              </a:spcAft>
              <a:buSzPts val="2160"/>
              <a:buChar char="-"/>
              <a:defRPr/>
            </a:lvl2pPr>
            <a:lvl3pPr indent="-365760" lvl="2" marL="1371600" rtl="0" algn="l">
              <a:lnSpc>
                <a:spcPct val="130000"/>
              </a:lnSpc>
              <a:spcBef>
                <a:spcPts val="600"/>
              </a:spcBef>
              <a:spcAft>
                <a:spcPts val="0"/>
              </a:spcAft>
              <a:buSzPts val="2160"/>
              <a:buChar char="-"/>
              <a:defRPr/>
            </a:lvl3pPr>
            <a:lvl4pPr indent="-365760" lvl="3" marL="1828800" rtl="0" algn="l">
              <a:lnSpc>
                <a:spcPct val="130000"/>
              </a:lnSpc>
              <a:spcBef>
                <a:spcPts val="600"/>
              </a:spcBef>
              <a:spcAft>
                <a:spcPts val="0"/>
              </a:spcAft>
              <a:buSzPts val="2160"/>
              <a:buChar char="-"/>
              <a:defRPr/>
            </a:lvl4pPr>
            <a:lvl5pPr indent="-365760" lvl="4" marL="2286000" rtl="0" algn="l">
              <a:lnSpc>
                <a:spcPct val="130000"/>
              </a:lnSpc>
              <a:spcBef>
                <a:spcPts val="600"/>
              </a:spcBef>
              <a:spcAft>
                <a:spcPts val="0"/>
              </a:spcAft>
              <a:buSzPts val="216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112" name="Google Shape;112;g1180483e876_0_83"/>
          <p:cNvSpPr txBox="1"/>
          <p:nvPr>
            <p:ph idx="11" type="ftr"/>
          </p:nvPr>
        </p:nvSpPr>
        <p:spPr>
          <a:xfrm>
            <a:off x="5680710" y="6319775"/>
            <a:ext cx="3086100" cy="365100"/>
          </a:xfrm>
          <a:prstGeom prst="rect">
            <a:avLst/>
          </a:prstGeom>
          <a:noFill/>
          <a:ln>
            <a:noFill/>
          </a:ln>
        </p:spPr>
        <p:txBody>
          <a:bodyPr anchorCtr="0" anchor="ctr" bIns="45700" lIns="91425" spcFirstLastPara="1" rIns="91425" wrap="square" tIns="45700">
            <a:noAutofit/>
          </a:bodyPr>
          <a:lstStyle>
            <a:lvl1pPr lvl="0" rtl="0" algn="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bg>
      <p:bgPr>
        <a:blipFill>
          <a:blip r:embed="rId2">
            <a:alphaModFix/>
          </a:blip>
          <a:stretch>
            <a:fillRect/>
          </a:stretch>
        </a:blipFill>
      </p:bgPr>
    </p:bg>
    <p:spTree>
      <p:nvGrpSpPr>
        <p:cNvPr id="113" name="Shape 113"/>
        <p:cNvGrpSpPr/>
        <p:nvPr/>
      </p:nvGrpSpPr>
      <p:grpSpPr>
        <a:xfrm>
          <a:off x="0" y="0"/>
          <a:ext cx="0" cy="0"/>
          <a:chOff x="0" y="0"/>
          <a:chExt cx="0" cy="0"/>
        </a:xfrm>
      </p:grpSpPr>
      <p:sp>
        <p:nvSpPr>
          <p:cNvPr id="114" name="Google Shape;114;g1180483e876_0_88"/>
          <p:cNvSpPr txBox="1"/>
          <p:nvPr>
            <p:ph type="title"/>
          </p:nvPr>
        </p:nvSpPr>
        <p:spPr>
          <a:xfrm>
            <a:off x="425196" y="1499616"/>
            <a:ext cx="7886700" cy="591000"/>
          </a:xfrm>
          <a:prstGeom prst="rect">
            <a:avLst/>
          </a:prstGeom>
          <a:noFill/>
          <a:ln>
            <a:noFill/>
          </a:ln>
        </p:spPr>
        <p:txBody>
          <a:bodyPr anchorCtr="0" anchor="b" bIns="45700" lIns="91425" spcFirstLastPara="1" rIns="91425" wrap="square" tIns="45700">
            <a:noAutofit/>
          </a:bodyPr>
          <a:lstStyle>
            <a:lvl1pPr lvl="0" rtl="0" algn="l">
              <a:lnSpc>
                <a:spcPct val="90000"/>
              </a:lnSpc>
              <a:spcBef>
                <a:spcPts val="0"/>
              </a:spcBef>
              <a:spcAft>
                <a:spcPts val="0"/>
              </a:spcAft>
              <a:buClr>
                <a:schemeClr val="dk2"/>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15" name="Google Shape;115;g1180483e876_0_88"/>
          <p:cNvSpPr txBox="1"/>
          <p:nvPr>
            <p:ph idx="1" type="body"/>
          </p:nvPr>
        </p:nvSpPr>
        <p:spPr>
          <a:xfrm>
            <a:off x="425196" y="2185416"/>
            <a:ext cx="3854100" cy="393300"/>
          </a:xfrm>
          <a:prstGeom prst="rect">
            <a:avLst/>
          </a:prstGeom>
          <a:noFill/>
          <a:ln>
            <a:noFill/>
          </a:ln>
        </p:spPr>
        <p:txBody>
          <a:bodyPr anchorCtr="0" anchor="t" bIns="45700" lIns="91425" spcFirstLastPara="1" rIns="91425" wrap="square" tIns="45700">
            <a:noAutofit/>
          </a:bodyPr>
          <a:lstStyle>
            <a:lvl1pPr indent="-228600" lvl="0" marL="457200" rtl="0" algn="l">
              <a:lnSpc>
                <a:spcPct val="130000"/>
              </a:lnSpc>
              <a:spcBef>
                <a:spcPts val="600"/>
              </a:spcBef>
              <a:spcAft>
                <a:spcPts val="0"/>
              </a:spcAft>
              <a:buSzPts val="1920"/>
              <a:buNone/>
              <a:defRPr b="1" sz="1600" cap="none">
                <a:solidFill>
                  <a:schemeClr val="dk2"/>
                </a:solidFill>
              </a:defRPr>
            </a:lvl1pPr>
            <a:lvl2pPr indent="-228600" lvl="1" marL="914400" rtl="0" algn="l">
              <a:lnSpc>
                <a:spcPct val="130000"/>
              </a:lnSpc>
              <a:spcBef>
                <a:spcPts val="600"/>
              </a:spcBef>
              <a:spcAft>
                <a:spcPts val="0"/>
              </a:spcAft>
              <a:buSzPts val="2400"/>
              <a:buNone/>
              <a:defRPr b="1" sz="2000"/>
            </a:lvl2pPr>
            <a:lvl3pPr indent="-228600" lvl="2" marL="1371600" rtl="0" algn="l">
              <a:lnSpc>
                <a:spcPct val="130000"/>
              </a:lnSpc>
              <a:spcBef>
                <a:spcPts val="600"/>
              </a:spcBef>
              <a:spcAft>
                <a:spcPts val="0"/>
              </a:spcAft>
              <a:buSzPts val="2160"/>
              <a:buNone/>
              <a:defRPr b="1" sz="1800"/>
            </a:lvl3pPr>
            <a:lvl4pPr indent="-228600" lvl="3" marL="1828800" rtl="0" algn="l">
              <a:lnSpc>
                <a:spcPct val="130000"/>
              </a:lnSpc>
              <a:spcBef>
                <a:spcPts val="600"/>
              </a:spcBef>
              <a:spcAft>
                <a:spcPts val="0"/>
              </a:spcAft>
              <a:buSzPts val="1920"/>
              <a:buNone/>
              <a:defRPr b="1" sz="1600"/>
            </a:lvl4pPr>
            <a:lvl5pPr indent="-228600" lvl="4" marL="2286000" rtl="0" algn="l">
              <a:lnSpc>
                <a:spcPct val="130000"/>
              </a:lnSpc>
              <a:spcBef>
                <a:spcPts val="600"/>
              </a:spcBef>
              <a:spcAft>
                <a:spcPts val="0"/>
              </a:spcAft>
              <a:buSzPts val="1920"/>
              <a:buNone/>
              <a:defRPr b="1" sz="1600"/>
            </a:lvl5pPr>
            <a:lvl6pPr indent="-228600" lvl="5" marL="2743200" rtl="0" algn="l">
              <a:lnSpc>
                <a:spcPct val="90000"/>
              </a:lnSpc>
              <a:spcBef>
                <a:spcPts val="500"/>
              </a:spcBef>
              <a:spcAft>
                <a:spcPts val="0"/>
              </a:spcAft>
              <a:buClr>
                <a:schemeClr val="dk1"/>
              </a:buClr>
              <a:buSzPts val="1600"/>
              <a:buNone/>
              <a:defRPr b="1" sz="1600"/>
            </a:lvl6pPr>
            <a:lvl7pPr indent="-228600" lvl="6" marL="3200400" rtl="0" algn="l">
              <a:lnSpc>
                <a:spcPct val="90000"/>
              </a:lnSpc>
              <a:spcBef>
                <a:spcPts val="500"/>
              </a:spcBef>
              <a:spcAft>
                <a:spcPts val="0"/>
              </a:spcAft>
              <a:buClr>
                <a:schemeClr val="dk1"/>
              </a:buClr>
              <a:buSzPts val="1600"/>
              <a:buNone/>
              <a:defRPr b="1" sz="1600"/>
            </a:lvl7pPr>
            <a:lvl8pPr indent="-228600" lvl="7" marL="3657600" rtl="0" algn="l">
              <a:lnSpc>
                <a:spcPct val="90000"/>
              </a:lnSpc>
              <a:spcBef>
                <a:spcPts val="500"/>
              </a:spcBef>
              <a:spcAft>
                <a:spcPts val="0"/>
              </a:spcAft>
              <a:buClr>
                <a:schemeClr val="dk1"/>
              </a:buClr>
              <a:buSzPts val="1600"/>
              <a:buNone/>
              <a:defRPr b="1" sz="1600"/>
            </a:lvl8pPr>
            <a:lvl9pPr indent="-228600" lvl="8" marL="4114800" rtl="0" algn="l">
              <a:lnSpc>
                <a:spcPct val="90000"/>
              </a:lnSpc>
              <a:spcBef>
                <a:spcPts val="500"/>
              </a:spcBef>
              <a:spcAft>
                <a:spcPts val="0"/>
              </a:spcAft>
              <a:buClr>
                <a:schemeClr val="dk1"/>
              </a:buClr>
              <a:buSzPts val="1600"/>
              <a:buNone/>
              <a:defRPr b="1" sz="1600"/>
            </a:lvl9pPr>
          </a:lstStyle>
          <a:p/>
        </p:txBody>
      </p:sp>
      <p:sp>
        <p:nvSpPr>
          <p:cNvPr id="116" name="Google Shape;116;g1180483e876_0_88"/>
          <p:cNvSpPr txBox="1"/>
          <p:nvPr>
            <p:ph idx="2" type="body"/>
          </p:nvPr>
        </p:nvSpPr>
        <p:spPr>
          <a:xfrm>
            <a:off x="425197" y="2593340"/>
            <a:ext cx="3855300" cy="3535800"/>
          </a:xfrm>
          <a:prstGeom prst="rect">
            <a:avLst/>
          </a:prstGeom>
          <a:noFill/>
          <a:ln>
            <a:noFill/>
          </a:ln>
        </p:spPr>
        <p:txBody>
          <a:bodyPr anchorCtr="0" anchor="t" bIns="45700" lIns="91425" spcFirstLastPara="1" rIns="91425" wrap="square" tIns="45700">
            <a:noAutofit/>
          </a:bodyPr>
          <a:lstStyle>
            <a:lvl1pPr indent="-365760" lvl="0" marL="457200" rtl="0" algn="l">
              <a:lnSpc>
                <a:spcPct val="130000"/>
              </a:lnSpc>
              <a:spcBef>
                <a:spcPts val="600"/>
              </a:spcBef>
              <a:spcAft>
                <a:spcPts val="0"/>
              </a:spcAft>
              <a:buClr>
                <a:schemeClr val="dk2"/>
              </a:buClr>
              <a:buSzPts val="2160"/>
              <a:buFont typeface="Arial"/>
              <a:buChar char="•"/>
              <a:defRPr>
                <a:solidFill>
                  <a:srgbClr val="333333"/>
                </a:solidFill>
              </a:defRPr>
            </a:lvl1pPr>
            <a:lvl2pPr indent="-365760" lvl="1" marL="914400" rtl="0" algn="l">
              <a:lnSpc>
                <a:spcPct val="130000"/>
              </a:lnSpc>
              <a:spcBef>
                <a:spcPts val="600"/>
              </a:spcBef>
              <a:spcAft>
                <a:spcPts val="0"/>
              </a:spcAft>
              <a:buSzPts val="2160"/>
              <a:buChar char="-"/>
              <a:defRPr/>
            </a:lvl2pPr>
            <a:lvl3pPr indent="-365760" lvl="2" marL="1371600" rtl="0" algn="l">
              <a:lnSpc>
                <a:spcPct val="130000"/>
              </a:lnSpc>
              <a:spcBef>
                <a:spcPts val="600"/>
              </a:spcBef>
              <a:spcAft>
                <a:spcPts val="0"/>
              </a:spcAft>
              <a:buSzPts val="2160"/>
              <a:buChar char="-"/>
              <a:defRPr/>
            </a:lvl3pPr>
            <a:lvl4pPr indent="-365760" lvl="3" marL="1828800" rtl="0" algn="l">
              <a:lnSpc>
                <a:spcPct val="130000"/>
              </a:lnSpc>
              <a:spcBef>
                <a:spcPts val="600"/>
              </a:spcBef>
              <a:spcAft>
                <a:spcPts val="0"/>
              </a:spcAft>
              <a:buSzPts val="2160"/>
              <a:buChar char="-"/>
              <a:defRPr/>
            </a:lvl4pPr>
            <a:lvl5pPr indent="-365760" lvl="4" marL="2286000" rtl="0" algn="l">
              <a:lnSpc>
                <a:spcPct val="130000"/>
              </a:lnSpc>
              <a:spcBef>
                <a:spcPts val="600"/>
              </a:spcBef>
              <a:spcAft>
                <a:spcPts val="0"/>
              </a:spcAft>
              <a:buSzPts val="216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117" name="Google Shape;117;g1180483e876_0_88"/>
          <p:cNvSpPr txBox="1"/>
          <p:nvPr>
            <p:ph idx="3" type="body"/>
          </p:nvPr>
        </p:nvSpPr>
        <p:spPr>
          <a:xfrm>
            <a:off x="4629150" y="2185416"/>
            <a:ext cx="3854100" cy="379200"/>
          </a:xfrm>
          <a:prstGeom prst="rect">
            <a:avLst/>
          </a:prstGeom>
          <a:noFill/>
          <a:ln>
            <a:noFill/>
          </a:ln>
        </p:spPr>
        <p:txBody>
          <a:bodyPr anchorCtr="0" anchor="t" bIns="45700" lIns="91425" spcFirstLastPara="1" rIns="91425" wrap="square" tIns="45700">
            <a:noAutofit/>
          </a:bodyPr>
          <a:lstStyle>
            <a:lvl1pPr indent="-228600" lvl="0" marL="457200" rtl="0" algn="l">
              <a:lnSpc>
                <a:spcPct val="130000"/>
              </a:lnSpc>
              <a:spcBef>
                <a:spcPts val="600"/>
              </a:spcBef>
              <a:spcAft>
                <a:spcPts val="0"/>
              </a:spcAft>
              <a:buSzPts val="1920"/>
              <a:buNone/>
              <a:defRPr b="1" sz="1600" cap="none">
                <a:solidFill>
                  <a:schemeClr val="dk2"/>
                </a:solidFill>
              </a:defRPr>
            </a:lvl1pPr>
            <a:lvl2pPr indent="-228600" lvl="1" marL="914400" rtl="0" algn="l">
              <a:lnSpc>
                <a:spcPct val="130000"/>
              </a:lnSpc>
              <a:spcBef>
                <a:spcPts val="600"/>
              </a:spcBef>
              <a:spcAft>
                <a:spcPts val="0"/>
              </a:spcAft>
              <a:buSzPts val="2400"/>
              <a:buNone/>
              <a:defRPr b="1" sz="2000"/>
            </a:lvl2pPr>
            <a:lvl3pPr indent="-228600" lvl="2" marL="1371600" rtl="0" algn="l">
              <a:lnSpc>
                <a:spcPct val="130000"/>
              </a:lnSpc>
              <a:spcBef>
                <a:spcPts val="600"/>
              </a:spcBef>
              <a:spcAft>
                <a:spcPts val="0"/>
              </a:spcAft>
              <a:buSzPts val="2160"/>
              <a:buNone/>
              <a:defRPr b="1" sz="1800"/>
            </a:lvl3pPr>
            <a:lvl4pPr indent="-228600" lvl="3" marL="1828800" rtl="0" algn="l">
              <a:lnSpc>
                <a:spcPct val="130000"/>
              </a:lnSpc>
              <a:spcBef>
                <a:spcPts val="600"/>
              </a:spcBef>
              <a:spcAft>
                <a:spcPts val="0"/>
              </a:spcAft>
              <a:buSzPts val="1920"/>
              <a:buNone/>
              <a:defRPr b="1" sz="1600"/>
            </a:lvl4pPr>
            <a:lvl5pPr indent="-228600" lvl="4" marL="2286000" rtl="0" algn="l">
              <a:lnSpc>
                <a:spcPct val="130000"/>
              </a:lnSpc>
              <a:spcBef>
                <a:spcPts val="600"/>
              </a:spcBef>
              <a:spcAft>
                <a:spcPts val="0"/>
              </a:spcAft>
              <a:buSzPts val="1920"/>
              <a:buNone/>
              <a:defRPr b="1" sz="1600"/>
            </a:lvl5pPr>
            <a:lvl6pPr indent="-228600" lvl="5" marL="2743200" rtl="0" algn="l">
              <a:lnSpc>
                <a:spcPct val="90000"/>
              </a:lnSpc>
              <a:spcBef>
                <a:spcPts val="500"/>
              </a:spcBef>
              <a:spcAft>
                <a:spcPts val="0"/>
              </a:spcAft>
              <a:buClr>
                <a:schemeClr val="dk1"/>
              </a:buClr>
              <a:buSzPts val="1600"/>
              <a:buNone/>
              <a:defRPr b="1" sz="1600"/>
            </a:lvl6pPr>
            <a:lvl7pPr indent="-228600" lvl="6" marL="3200400" rtl="0" algn="l">
              <a:lnSpc>
                <a:spcPct val="90000"/>
              </a:lnSpc>
              <a:spcBef>
                <a:spcPts val="500"/>
              </a:spcBef>
              <a:spcAft>
                <a:spcPts val="0"/>
              </a:spcAft>
              <a:buClr>
                <a:schemeClr val="dk1"/>
              </a:buClr>
              <a:buSzPts val="1600"/>
              <a:buNone/>
              <a:defRPr b="1" sz="1600"/>
            </a:lvl7pPr>
            <a:lvl8pPr indent="-228600" lvl="7" marL="3657600" rtl="0" algn="l">
              <a:lnSpc>
                <a:spcPct val="90000"/>
              </a:lnSpc>
              <a:spcBef>
                <a:spcPts val="500"/>
              </a:spcBef>
              <a:spcAft>
                <a:spcPts val="0"/>
              </a:spcAft>
              <a:buClr>
                <a:schemeClr val="dk1"/>
              </a:buClr>
              <a:buSzPts val="1600"/>
              <a:buNone/>
              <a:defRPr b="1" sz="1600"/>
            </a:lvl8pPr>
            <a:lvl9pPr indent="-228600" lvl="8" marL="4114800" rtl="0" algn="l">
              <a:lnSpc>
                <a:spcPct val="90000"/>
              </a:lnSpc>
              <a:spcBef>
                <a:spcPts val="500"/>
              </a:spcBef>
              <a:spcAft>
                <a:spcPts val="0"/>
              </a:spcAft>
              <a:buClr>
                <a:schemeClr val="dk1"/>
              </a:buClr>
              <a:buSzPts val="1600"/>
              <a:buNone/>
              <a:defRPr b="1" sz="1600"/>
            </a:lvl9pPr>
          </a:lstStyle>
          <a:p/>
        </p:txBody>
      </p:sp>
      <p:sp>
        <p:nvSpPr>
          <p:cNvPr id="118" name="Google Shape;118;g1180483e876_0_88"/>
          <p:cNvSpPr txBox="1"/>
          <p:nvPr>
            <p:ph idx="4" type="body"/>
          </p:nvPr>
        </p:nvSpPr>
        <p:spPr>
          <a:xfrm>
            <a:off x="4629150" y="2590800"/>
            <a:ext cx="3854100" cy="3538800"/>
          </a:xfrm>
          <a:prstGeom prst="rect">
            <a:avLst/>
          </a:prstGeom>
          <a:noFill/>
          <a:ln>
            <a:noFill/>
          </a:ln>
        </p:spPr>
        <p:txBody>
          <a:bodyPr anchorCtr="0" anchor="t" bIns="45700" lIns="91425" spcFirstLastPara="1" rIns="91425" wrap="square" tIns="45700">
            <a:noAutofit/>
          </a:bodyPr>
          <a:lstStyle>
            <a:lvl1pPr indent="-365760" lvl="0" marL="457200" rtl="0" algn="l">
              <a:lnSpc>
                <a:spcPct val="130000"/>
              </a:lnSpc>
              <a:spcBef>
                <a:spcPts val="600"/>
              </a:spcBef>
              <a:spcAft>
                <a:spcPts val="0"/>
              </a:spcAft>
              <a:buClr>
                <a:schemeClr val="dk2"/>
              </a:buClr>
              <a:buSzPts val="2160"/>
              <a:buFont typeface="Arial"/>
              <a:buChar char="•"/>
              <a:defRPr>
                <a:solidFill>
                  <a:srgbClr val="333333"/>
                </a:solidFill>
              </a:defRPr>
            </a:lvl1pPr>
            <a:lvl2pPr indent="-365760" lvl="1" marL="914400" rtl="0" algn="l">
              <a:lnSpc>
                <a:spcPct val="130000"/>
              </a:lnSpc>
              <a:spcBef>
                <a:spcPts val="600"/>
              </a:spcBef>
              <a:spcAft>
                <a:spcPts val="0"/>
              </a:spcAft>
              <a:buSzPts val="2160"/>
              <a:buChar char="-"/>
              <a:defRPr/>
            </a:lvl2pPr>
            <a:lvl3pPr indent="-365760" lvl="2" marL="1371600" rtl="0" algn="l">
              <a:lnSpc>
                <a:spcPct val="130000"/>
              </a:lnSpc>
              <a:spcBef>
                <a:spcPts val="600"/>
              </a:spcBef>
              <a:spcAft>
                <a:spcPts val="0"/>
              </a:spcAft>
              <a:buSzPts val="2160"/>
              <a:buChar char="-"/>
              <a:defRPr/>
            </a:lvl3pPr>
            <a:lvl4pPr indent="-365760" lvl="3" marL="1828800" rtl="0" algn="l">
              <a:lnSpc>
                <a:spcPct val="130000"/>
              </a:lnSpc>
              <a:spcBef>
                <a:spcPts val="600"/>
              </a:spcBef>
              <a:spcAft>
                <a:spcPts val="0"/>
              </a:spcAft>
              <a:buSzPts val="2160"/>
              <a:buChar char="-"/>
              <a:defRPr/>
            </a:lvl4pPr>
            <a:lvl5pPr indent="-365760" lvl="4" marL="2286000" rtl="0" algn="l">
              <a:lnSpc>
                <a:spcPct val="130000"/>
              </a:lnSpc>
              <a:spcBef>
                <a:spcPts val="600"/>
              </a:spcBef>
              <a:spcAft>
                <a:spcPts val="0"/>
              </a:spcAft>
              <a:buSzPts val="216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119" name="Google Shape;119;g1180483e876_0_88"/>
          <p:cNvSpPr txBox="1"/>
          <p:nvPr>
            <p:ph idx="11" type="ftr"/>
          </p:nvPr>
        </p:nvSpPr>
        <p:spPr>
          <a:xfrm>
            <a:off x="5680710" y="6319775"/>
            <a:ext cx="3086100" cy="365100"/>
          </a:xfrm>
          <a:prstGeom prst="rect">
            <a:avLst/>
          </a:prstGeom>
          <a:noFill/>
          <a:ln>
            <a:noFill/>
          </a:ln>
        </p:spPr>
        <p:txBody>
          <a:bodyPr anchorCtr="0" anchor="ctr" bIns="45700" lIns="91425" spcFirstLastPara="1" rIns="91425" wrap="square" tIns="45700">
            <a:noAutofit/>
          </a:bodyPr>
          <a:lstStyle>
            <a:lvl1pPr lvl="0" rtl="0" algn="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0" Type="http://schemas.openxmlformats.org/officeDocument/2006/relationships/theme" Target="../theme/theme2.xml"/><Relationship Id="rId1" Type="http://schemas.openxmlformats.org/officeDocument/2006/relationships/image" Target="../media/image5.png"/><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slideLayout" Target="../slideLayouts/slideLayout12.xml"/><Relationship Id="rId9" Type="http://schemas.openxmlformats.org/officeDocument/2006/relationships/slideLayout" Target="../slideLayouts/slideLayout17.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9pPr>
          </a:lstStyle>
          <a:p/>
        </p:txBody>
      </p:sp>
      <p:sp>
        <p:nvSpPr>
          <p:cNvPr id="11" name="Google Shape;11;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2" name="Google Shape;12;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3" name="Google Shape;13;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4" name="Google Shape;14;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1pPr>
            <a:lvl2pPr indent="0" lvl="1"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2pPr>
            <a:lvl3pPr indent="0" lvl="2"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3pPr>
            <a:lvl4pPr indent="0" lvl="3"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4pPr>
            <a:lvl5pPr indent="0" lvl="4"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5pPr>
            <a:lvl6pPr indent="0" lvl="5"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6pPr>
            <a:lvl7pPr indent="0" lvl="6"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7pPr>
            <a:lvl8pPr indent="0" lvl="7"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8pPr>
            <a:lvl9pPr indent="0" lvl="8"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pic>
        <p:nvPicPr>
          <p:cNvPr descr="Picture1.png" id="15" name="Google Shape;15;p26"/>
          <p:cNvPicPr preferRelativeResize="0"/>
          <p:nvPr/>
        </p:nvPicPr>
        <p:blipFill rotWithShape="1">
          <a:blip r:embed="rId1">
            <a:alphaModFix/>
          </a:blip>
          <a:srcRect b="0" l="0" r="0" t="0"/>
          <a:stretch/>
        </p:blipFill>
        <p:spPr>
          <a:xfrm>
            <a:off x="3175" y="0"/>
            <a:ext cx="9137650" cy="68580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85" name="Shape 85"/>
        <p:cNvGrpSpPr/>
        <p:nvPr/>
      </p:nvGrpSpPr>
      <p:grpSpPr>
        <a:xfrm>
          <a:off x="0" y="0"/>
          <a:ext cx="0" cy="0"/>
          <a:chOff x="0" y="0"/>
          <a:chExt cx="0" cy="0"/>
        </a:xfrm>
      </p:grpSpPr>
      <p:sp>
        <p:nvSpPr>
          <p:cNvPr id="86" name="Google Shape;86;g1180483e876_0_60"/>
          <p:cNvSpPr txBox="1"/>
          <p:nvPr>
            <p:ph type="title"/>
          </p:nvPr>
        </p:nvSpPr>
        <p:spPr>
          <a:xfrm>
            <a:off x="425196" y="1499616"/>
            <a:ext cx="7886700" cy="5910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2"/>
              </a:buClr>
              <a:buSzPts val="3600"/>
              <a:buFont typeface="Georgia"/>
              <a:buNone/>
              <a:defRPr b="0" i="0" sz="3600" u="none" cap="none" strike="noStrike">
                <a:solidFill>
                  <a:schemeClr val="dk2"/>
                </a:solidFill>
                <a:latin typeface="Georgia"/>
                <a:ea typeface="Georgia"/>
                <a:cs typeface="Georgia"/>
                <a:sym typeface="Georg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7" name="Google Shape;87;g1180483e876_0_60"/>
          <p:cNvSpPr txBox="1"/>
          <p:nvPr>
            <p:ph idx="1" type="body"/>
          </p:nvPr>
        </p:nvSpPr>
        <p:spPr>
          <a:xfrm>
            <a:off x="425196" y="2185417"/>
            <a:ext cx="7886700" cy="3968100"/>
          </a:xfrm>
          <a:prstGeom prst="rect">
            <a:avLst/>
          </a:prstGeom>
          <a:noFill/>
          <a:ln>
            <a:noFill/>
          </a:ln>
        </p:spPr>
        <p:txBody>
          <a:bodyPr anchorCtr="0" anchor="t" bIns="45700" lIns="91425" spcFirstLastPara="1" rIns="91425" wrap="square" tIns="45700">
            <a:noAutofit/>
          </a:bodyPr>
          <a:lstStyle>
            <a:lvl1pPr indent="-365760" lvl="0" marL="457200" marR="0" rtl="0" algn="l">
              <a:lnSpc>
                <a:spcPct val="130000"/>
              </a:lnSpc>
              <a:spcBef>
                <a:spcPts val="600"/>
              </a:spcBef>
              <a:spcAft>
                <a:spcPts val="0"/>
              </a:spcAft>
              <a:buClr>
                <a:schemeClr val="dk2"/>
              </a:buClr>
              <a:buSzPts val="2160"/>
              <a:buFont typeface="Arial"/>
              <a:buChar char="•"/>
              <a:defRPr b="0" i="0" sz="1800" u="none" cap="none" strike="noStrike">
                <a:solidFill>
                  <a:schemeClr val="dk1"/>
                </a:solidFill>
                <a:latin typeface="Arial"/>
                <a:ea typeface="Arial"/>
                <a:cs typeface="Arial"/>
                <a:sym typeface="Arial"/>
              </a:defRPr>
            </a:lvl1pPr>
            <a:lvl2pPr indent="-365760" lvl="1" marL="914400" marR="0" rtl="0" algn="l">
              <a:lnSpc>
                <a:spcPct val="130000"/>
              </a:lnSpc>
              <a:spcBef>
                <a:spcPts val="600"/>
              </a:spcBef>
              <a:spcAft>
                <a:spcPts val="0"/>
              </a:spcAft>
              <a:buClr>
                <a:schemeClr val="dk2"/>
              </a:buClr>
              <a:buSzPts val="2160"/>
              <a:buFont typeface="NTR"/>
              <a:buChar char="-"/>
              <a:defRPr b="0" i="0" sz="1800" u="none" cap="none" strike="noStrike">
                <a:solidFill>
                  <a:schemeClr val="dk1"/>
                </a:solidFill>
                <a:latin typeface="Arial"/>
                <a:ea typeface="Arial"/>
                <a:cs typeface="Arial"/>
                <a:sym typeface="Arial"/>
              </a:defRPr>
            </a:lvl2pPr>
            <a:lvl3pPr indent="-365760" lvl="2" marL="1371600" marR="0" rtl="0" algn="l">
              <a:lnSpc>
                <a:spcPct val="130000"/>
              </a:lnSpc>
              <a:spcBef>
                <a:spcPts val="600"/>
              </a:spcBef>
              <a:spcAft>
                <a:spcPts val="0"/>
              </a:spcAft>
              <a:buClr>
                <a:schemeClr val="dk2"/>
              </a:buClr>
              <a:buSzPts val="2160"/>
              <a:buFont typeface="NTR"/>
              <a:buChar char="-"/>
              <a:defRPr b="0" i="0" sz="1800" u="none" cap="none" strike="noStrike">
                <a:solidFill>
                  <a:schemeClr val="dk1"/>
                </a:solidFill>
                <a:latin typeface="Arial"/>
                <a:ea typeface="Arial"/>
                <a:cs typeface="Arial"/>
                <a:sym typeface="Arial"/>
              </a:defRPr>
            </a:lvl3pPr>
            <a:lvl4pPr indent="-365760" lvl="3" marL="1828800" marR="0" rtl="0" algn="l">
              <a:lnSpc>
                <a:spcPct val="130000"/>
              </a:lnSpc>
              <a:spcBef>
                <a:spcPts val="600"/>
              </a:spcBef>
              <a:spcAft>
                <a:spcPts val="0"/>
              </a:spcAft>
              <a:buClr>
                <a:schemeClr val="dk2"/>
              </a:buClr>
              <a:buSzPts val="2160"/>
              <a:buFont typeface="NTR"/>
              <a:buChar char="-"/>
              <a:defRPr b="0" i="0" sz="1800" u="none" cap="none" strike="noStrike">
                <a:solidFill>
                  <a:schemeClr val="dk1"/>
                </a:solidFill>
                <a:latin typeface="Arial"/>
                <a:ea typeface="Arial"/>
                <a:cs typeface="Arial"/>
                <a:sym typeface="Arial"/>
              </a:defRPr>
            </a:lvl4pPr>
            <a:lvl5pPr indent="-365760" lvl="4" marL="2286000" marR="0" rtl="0" algn="l">
              <a:lnSpc>
                <a:spcPct val="130000"/>
              </a:lnSpc>
              <a:spcBef>
                <a:spcPts val="600"/>
              </a:spcBef>
              <a:spcAft>
                <a:spcPts val="0"/>
              </a:spcAft>
              <a:buClr>
                <a:schemeClr val="dk2"/>
              </a:buClr>
              <a:buSzPts val="2160"/>
              <a:buFont typeface="NTR"/>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8" name="Google Shape;88;g1180483e876_0_60"/>
          <p:cNvSpPr txBox="1"/>
          <p:nvPr>
            <p:ph idx="11" type="ftr"/>
          </p:nvPr>
        </p:nvSpPr>
        <p:spPr>
          <a:xfrm>
            <a:off x="5680710" y="6319775"/>
            <a:ext cx="3086100" cy="36510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1" i="0" sz="16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9" name="Google Shape;89;g1180483e876_0_60"/>
          <p:cNvSpPr txBox="1"/>
          <p:nvPr/>
        </p:nvSpPr>
        <p:spPr>
          <a:xfrm>
            <a:off x="5542161" y="217021"/>
            <a:ext cx="2769300" cy="48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Arial"/>
                <a:ea typeface="Arial"/>
                <a:cs typeface="Arial"/>
                <a:sym typeface="Arial"/>
              </a:rPr>
              <a:t>Khoa Công Nghệ Thông Tin</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200"/>
              </a:spcBef>
              <a:spcAft>
                <a:spcPts val="0"/>
              </a:spcAft>
              <a:buClr>
                <a:srgbClr val="000000"/>
              </a:buClr>
              <a:buSzPts val="1200"/>
              <a:buFont typeface="Arial"/>
              <a:buNone/>
            </a:pPr>
            <a:r>
              <a:rPr b="1" i="0" lang="en-US" sz="1200" u="none" cap="none" strike="noStrike">
                <a:solidFill>
                  <a:schemeClr val="lt1"/>
                </a:solidFill>
                <a:latin typeface="Arial"/>
                <a:ea typeface="Arial"/>
                <a:cs typeface="Arial"/>
                <a:sym typeface="Arial"/>
              </a:rPr>
              <a:t>TS. Nguyễn Văn Hiệu</a:t>
            </a:r>
            <a:endParaRPr b="1" i="0" sz="1200" u="none" cap="none" strike="noStrike">
              <a:solidFill>
                <a:schemeClr val="lt1"/>
              </a:solidFill>
              <a:latin typeface="Arial"/>
              <a:ea typeface="Arial"/>
              <a:cs typeface="Arial"/>
              <a:sym typeface="Arial"/>
            </a:endParaRPr>
          </a:p>
        </p:txBody>
      </p:sp>
      <p:sp>
        <p:nvSpPr>
          <p:cNvPr id="90" name="Google Shape;90;g1180483e876_0_60"/>
          <p:cNvSpPr/>
          <p:nvPr/>
        </p:nvSpPr>
        <p:spPr>
          <a:xfrm>
            <a:off x="8311897" y="134971"/>
            <a:ext cx="645300" cy="595800"/>
          </a:xfrm>
          <a:prstGeom prst="roundRect">
            <a:avLst>
              <a:gd fmla="val 16667" name="adj"/>
            </a:avLst>
          </a:prstGeom>
          <a:solidFill>
            <a:schemeClr val="lt1"/>
          </a:solid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chemeClr val="dk1"/>
                </a:solidFill>
                <a:latin typeface="Arial"/>
                <a:ea typeface="Arial"/>
                <a:cs typeface="Arial"/>
                <a:sym typeface="Arial"/>
              </a:rPr>
              <a:t>LOGO KHOA</a:t>
            </a:r>
            <a:endParaRPr b="0" i="0" sz="1400" u="none" cap="none" strike="noStrike">
              <a:solidFill>
                <a:srgbClr val="000000"/>
              </a:solidFill>
              <a:latin typeface="Arial"/>
              <a:ea typeface="Arial"/>
              <a:cs typeface="Arial"/>
              <a:sym typeface="Arial"/>
            </a:endParaRPr>
          </a:p>
        </p:txBody>
      </p:sp>
      <p:pic>
        <p:nvPicPr>
          <p:cNvPr id="91" name="Google Shape;91;g1180483e876_0_60"/>
          <p:cNvPicPr preferRelativeResize="0"/>
          <p:nvPr/>
        </p:nvPicPr>
        <p:blipFill rotWithShape="1">
          <a:blip r:embed="rId2">
            <a:alphaModFix/>
          </a:blip>
          <a:srcRect b="0" l="0" r="0" t="0"/>
          <a:stretch/>
        </p:blipFill>
        <p:spPr>
          <a:xfrm>
            <a:off x="-102631" y="-33229"/>
            <a:ext cx="4323646" cy="920794"/>
          </a:xfrm>
          <a:prstGeom prst="rect">
            <a:avLst/>
          </a:prstGeom>
          <a:noFill/>
          <a:ln>
            <a:noFill/>
          </a:ln>
        </p:spPr>
      </p:pic>
      <p:pic>
        <p:nvPicPr>
          <p:cNvPr descr="A close up of a sign&#10;&#10;Description automatically generated" id="92" name="Google Shape;92;g1180483e876_0_60"/>
          <p:cNvPicPr preferRelativeResize="0"/>
          <p:nvPr/>
        </p:nvPicPr>
        <p:blipFill rotWithShape="1">
          <a:blip r:embed="rId3">
            <a:alphaModFix/>
          </a:blip>
          <a:srcRect b="0" l="0" r="0" t="0"/>
          <a:stretch/>
        </p:blipFill>
        <p:spPr>
          <a:xfrm>
            <a:off x="8311555" y="140531"/>
            <a:ext cx="702733" cy="6223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4"/>
    <p:sldLayoutId id="2147483662" r:id="rId5"/>
    <p:sldLayoutId id="2147483663" r:id="rId6"/>
    <p:sldLayoutId id="2147483664" r:id="rId7"/>
    <p:sldLayoutId id="2147483665" r:id="rId8"/>
    <p:sldLayoutId id="2147483666"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1180483e876_0_49"/>
          <p:cNvSpPr txBox="1"/>
          <p:nvPr>
            <p:ph type="ctrTitle"/>
          </p:nvPr>
        </p:nvSpPr>
        <p:spPr>
          <a:xfrm>
            <a:off x="493776" y="1490663"/>
            <a:ext cx="4978800" cy="2387700"/>
          </a:xfrm>
          <a:prstGeom prst="rect">
            <a:avLst/>
          </a:prstGeom>
          <a:noFill/>
          <a:ln>
            <a:noFill/>
          </a:ln>
        </p:spPr>
        <p:txBody>
          <a:bodyPr anchorCtr="0" anchor="b" bIns="45700" lIns="0" spcFirstLastPara="1" rIns="91425" wrap="square" tIns="45700">
            <a:noAutofit/>
          </a:bodyPr>
          <a:lstStyle/>
          <a:p>
            <a:pPr indent="0" lvl="0" marL="0" rtl="0" algn="l">
              <a:lnSpc>
                <a:spcPct val="207142"/>
              </a:lnSpc>
              <a:spcBef>
                <a:spcPts val="0"/>
              </a:spcBef>
              <a:spcAft>
                <a:spcPts val="0"/>
              </a:spcAft>
              <a:buClr>
                <a:schemeClr val="lt1"/>
              </a:buClr>
              <a:buSzPts val="2800"/>
              <a:buFont typeface="Arial"/>
              <a:buNone/>
            </a:pPr>
            <a:r>
              <a:rPr lang="en-US" sz="2800"/>
              <a:t>TOÁN RỜI RẠC</a:t>
            </a:r>
            <a:endParaRPr/>
          </a:p>
        </p:txBody>
      </p:sp>
      <p:sp>
        <p:nvSpPr>
          <p:cNvPr id="125" name="Google Shape;125;g1180483e876_0_49"/>
          <p:cNvSpPr txBox="1"/>
          <p:nvPr>
            <p:ph idx="1" type="subTitle"/>
          </p:nvPr>
        </p:nvSpPr>
        <p:spPr>
          <a:xfrm>
            <a:off x="493776" y="3793356"/>
            <a:ext cx="4978800" cy="2213100"/>
          </a:xfrm>
          <a:prstGeom prst="rect">
            <a:avLst/>
          </a:prstGeom>
          <a:noFill/>
          <a:ln>
            <a:noFill/>
          </a:ln>
        </p:spPr>
        <p:txBody>
          <a:bodyPr anchorCtr="0" anchor="t" bIns="45700" lIns="0" spcFirstLastPara="1" rIns="91425" wrap="square" tIns="45700">
            <a:noAutofit/>
          </a:bodyPr>
          <a:lstStyle/>
          <a:p>
            <a:pPr indent="0" lvl="0" marL="0" rtl="0" algn="l">
              <a:lnSpc>
                <a:spcPct val="130000"/>
              </a:lnSpc>
              <a:spcBef>
                <a:spcPts val="0"/>
              </a:spcBef>
              <a:spcAft>
                <a:spcPts val="0"/>
              </a:spcAft>
              <a:buSzPts val="3360"/>
              <a:buNone/>
            </a:pPr>
            <a:r>
              <a:rPr lang="en-US"/>
              <a:t>Bài 4: BÀI TOÁN </a:t>
            </a:r>
            <a:r>
              <a:rPr lang="en-US"/>
              <a:t>TỒN TẠI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9" name="Shape 129"/>
        <p:cNvGrpSpPr/>
        <p:nvPr/>
      </p:nvGrpSpPr>
      <p:grpSpPr>
        <a:xfrm>
          <a:off x="0" y="0"/>
          <a:ext cx="0" cy="0"/>
          <a:chOff x="0" y="0"/>
          <a:chExt cx="0" cy="0"/>
        </a:xfrm>
      </p:grpSpPr>
      <p:sp>
        <p:nvSpPr>
          <p:cNvPr id="130" name="Google Shape;130;g1180483e876_0_54"/>
          <p:cNvSpPr txBox="1"/>
          <p:nvPr>
            <p:ph type="title"/>
          </p:nvPr>
        </p:nvSpPr>
        <p:spPr>
          <a:xfrm>
            <a:off x="425196" y="1499616"/>
            <a:ext cx="5213700" cy="591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2"/>
              </a:buClr>
              <a:buSzPts val="3600"/>
              <a:buFont typeface="Georgia"/>
              <a:buNone/>
            </a:pPr>
            <a:r>
              <a:rPr lang="en-US"/>
              <a:t>Nội dung</a:t>
            </a:r>
            <a:endParaRPr/>
          </a:p>
        </p:txBody>
      </p:sp>
      <p:sp>
        <p:nvSpPr>
          <p:cNvPr id="131" name="Google Shape;131;g1180483e876_0_54"/>
          <p:cNvSpPr txBox="1"/>
          <p:nvPr>
            <p:ph idx="1" type="body"/>
          </p:nvPr>
        </p:nvSpPr>
        <p:spPr>
          <a:xfrm>
            <a:off x="425200" y="2185425"/>
            <a:ext cx="8504400" cy="3968100"/>
          </a:xfrm>
          <a:prstGeom prst="rect">
            <a:avLst/>
          </a:prstGeom>
          <a:noFill/>
          <a:ln>
            <a:noFill/>
          </a:ln>
        </p:spPr>
        <p:txBody>
          <a:bodyPr anchorCtr="0" anchor="t" bIns="45700" lIns="91425" spcFirstLastPara="1" rIns="91425" wrap="square" tIns="45700">
            <a:noAutofit/>
          </a:bodyPr>
          <a:lstStyle/>
          <a:p>
            <a:pPr indent="-342900" lvl="0" marL="800100" rtl="0" algn="l">
              <a:lnSpc>
                <a:spcPct val="130000"/>
              </a:lnSpc>
              <a:spcBef>
                <a:spcPts val="0"/>
              </a:spcBef>
              <a:spcAft>
                <a:spcPts val="0"/>
              </a:spcAft>
              <a:buSzPts val="2160"/>
              <a:buFont typeface="Noto Sans Symbols"/>
              <a:buAutoNum type="arabicPeriod"/>
            </a:pPr>
            <a:r>
              <a:rPr lang="en-US" sz="2400"/>
              <a:t>GIỚI THIỆU</a:t>
            </a:r>
            <a:endParaRPr sz="2400"/>
          </a:p>
          <a:p>
            <a:pPr indent="-358140" lvl="0" marL="800100" rtl="0" algn="l">
              <a:lnSpc>
                <a:spcPct val="130000"/>
              </a:lnSpc>
              <a:spcBef>
                <a:spcPts val="0"/>
              </a:spcBef>
              <a:spcAft>
                <a:spcPts val="0"/>
              </a:spcAft>
              <a:buSzPts val="2400"/>
              <a:buAutoNum type="arabicPeriod"/>
            </a:pPr>
            <a:r>
              <a:rPr lang="en-US" sz="2400"/>
              <a:t>NGUYÊN LÝ  DIRICHLET</a:t>
            </a:r>
            <a:endParaRPr sz="2400"/>
          </a:p>
          <a:p>
            <a:pPr indent="-358140" lvl="0" marL="800100" rtl="0" algn="l">
              <a:lnSpc>
                <a:spcPct val="130000"/>
              </a:lnSpc>
              <a:spcBef>
                <a:spcPts val="0"/>
              </a:spcBef>
              <a:spcAft>
                <a:spcPts val="0"/>
              </a:spcAft>
              <a:buSzPts val="2400"/>
              <a:buAutoNum type="arabicPeriod"/>
            </a:pPr>
            <a:r>
              <a:rPr lang="en-US" sz="2400"/>
              <a:t>BÀI TẬP ỨNG DỤNG</a:t>
            </a:r>
            <a:endParaRPr sz="2400"/>
          </a:p>
        </p:txBody>
      </p:sp>
      <p:sp>
        <p:nvSpPr>
          <p:cNvPr id="132" name="Google Shape;132;g1180483e876_0_54"/>
          <p:cNvSpPr txBox="1"/>
          <p:nvPr>
            <p:ph idx="11" type="ftr"/>
          </p:nvPr>
        </p:nvSpPr>
        <p:spPr>
          <a:xfrm>
            <a:off x="5680710" y="6319775"/>
            <a:ext cx="30861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1180483e876_0_95"/>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GIỚI THIỆU</a:t>
            </a:r>
            <a:endParaRPr/>
          </a:p>
        </p:txBody>
      </p:sp>
      <p:sp>
        <p:nvSpPr>
          <p:cNvPr id="139" name="Google Shape;139;g1180483e876_0_95"/>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000000"/>
              </a:buClr>
              <a:buSzPts val="3200"/>
              <a:buFont typeface="Noto Sans Symbols"/>
              <a:buChar char="●"/>
            </a:pPr>
            <a:r>
              <a:rPr lang="en-US" sz="3200">
                <a:solidFill>
                  <a:srgbClr val="000000"/>
                </a:solidFill>
              </a:rPr>
              <a:t> </a:t>
            </a:r>
            <a:r>
              <a:rPr lang="en-US" sz="3000">
                <a:solidFill>
                  <a:srgbClr val="000000"/>
                </a:solidFill>
              </a:rPr>
              <a:t>Giải thành công bài toán tồn tại</a:t>
            </a:r>
            <a:endParaRPr sz="3000">
              <a:solidFill>
                <a:srgbClr val="000000"/>
              </a:solidFill>
            </a:endParaRPr>
          </a:p>
          <a:p>
            <a:pPr indent="-273050" lvl="1" marL="742950" rtl="0" algn="l">
              <a:lnSpc>
                <a:spcPct val="100000"/>
              </a:lnSpc>
              <a:spcBef>
                <a:spcPts val="560"/>
              </a:spcBef>
              <a:spcAft>
                <a:spcPts val="0"/>
              </a:spcAft>
              <a:buClr>
                <a:srgbClr val="000000"/>
              </a:buClr>
              <a:buSzPts val="2600"/>
              <a:buFont typeface="Noto Sans Symbols"/>
              <a:buChar char="○"/>
            </a:pPr>
            <a:r>
              <a:rPr lang="en-US" sz="2600">
                <a:solidFill>
                  <a:srgbClr val="000000"/>
                </a:solidFill>
                <a:latin typeface="Times New Roman"/>
                <a:ea typeface="Times New Roman"/>
                <a:cs typeface="Times New Roman"/>
                <a:sym typeface="Times New Roman"/>
              </a:rPr>
              <a:t> Chỉ ra 1 cách xây dựng được cấu hình</a:t>
            </a:r>
            <a:endParaRPr sz="2600">
              <a:solidFill>
                <a:srgbClr val="000000"/>
              </a:solidFill>
              <a:latin typeface="Times New Roman"/>
              <a:ea typeface="Times New Roman"/>
              <a:cs typeface="Times New Roman"/>
              <a:sym typeface="Times New Roman"/>
            </a:endParaRPr>
          </a:p>
          <a:p>
            <a:pPr indent="-273050" lvl="1" marL="742950" rtl="0" algn="l">
              <a:lnSpc>
                <a:spcPct val="100000"/>
              </a:lnSpc>
              <a:spcBef>
                <a:spcPts val="560"/>
              </a:spcBef>
              <a:spcAft>
                <a:spcPts val="0"/>
              </a:spcAft>
              <a:buClr>
                <a:srgbClr val="000000"/>
              </a:buClr>
              <a:buSzPts val="2600"/>
              <a:buFont typeface="Noto Sans Symbols"/>
              <a:buChar char="○"/>
            </a:pPr>
            <a:r>
              <a:rPr lang="en-US" sz="2600">
                <a:solidFill>
                  <a:srgbClr val="000000"/>
                </a:solidFill>
                <a:latin typeface="Times New Roman"/>
                <a:ea typeface="Times New Roman"/>
                <a:cs typeface="Times New Roman"/>
                <a:sym typeface="Times New Roman"/>
              </a:rPr>
              <a:t> Chứng minh cấu hình không tồn tại</a:t>
            </a:r>
            <a:endParaRPr sz="2600">
              <a:solidFill>
                <a:srgbClr val="000000"/>
              </a:solidFill>
              <a:latin typeface="Times New Roman"/>
              <a:ea typeface="Times New Roman"/>
              <a:cs typeface="Times New Roman"/>
              <a:sym typeface="Times New Roman"/>
            </a:endParaRPr>
          </a:p>
          <a:p>
            <a:pPr indent="-330200" lvl="0" marL="342900" rtl="0" algn="l">
              <a:lnSpc>
                <a:spcPct val="100000"/>
              </a:lnSpc>
              <a:spcBef>
                <a:spcPts val="640"/>
              </a:spcBef>
              <a:spcAft>
                <a:spcPts val="0"/>
              </a:spcAft>
              <a:buClr>
                <a:srgbClr val="000000"/>
              </a:buClr>
              <a:buSzPts val="3000"/>
              <a:buFont typeface="Noto Sans Symbols"/>
              <a:buChar char="●"/>
            </a:pPr>
            <a:r>
              <a:rPr lang="en-US" sz="3000">
                <a:solidFill>
                  <a:srgbClr val="000000"/>
                </a:solidFill>
              </a:rPr>
              <a:t> Bài toán minh họa</a:t>
            </a:r>
            <a:endParaRPr sz="3000">
              <a:solidFill>
                <a:srgbClr val="000000"/>
              </a:solidFill>
            </a:endParaRPr>
          </a:p>
          <a:p>
            <a:pPr indent="-273050" lvl="1" marL="742950" rtl="0" algn="l">
              <a:lnSpc>
                <a:spcPct val="100000"/>
              </a:lnSpc>
              <a:spcBef>
                <a:spcPts val="560"/>
              </a:spcBef>
              <a:spcAft>
                <a:spcPts val="0"/>
              </a:spcAft>
              <a:buClr>
                <a:srgbClr val="000000"/>
              </a:buClr>
              <a:buSzPts val="2600"/>
              <a:buFont typeface="Noto Sans Symbols"/>
              <a:buChar char="○"/>
            </a:pPr>
            <a:r>
              <a:rPr lang="en-US" sz="2600">
                <a:solidFill>
                  <a:srgbClr val="000000"/>
                </a:solidFill>
                <a:latin typeface="Times New Roman"/>
                <a:ea typeface="Times New Roman"/>
                <a:cs typeface="Times New Roman"/>
                <a:sym typeface="Times New Roman"/>
              </a:rPr>
              <a:t> </a:t>
            </a:r>
            <a:r>
              <a:rPr i="1" lang="en-US" sz="2600" u="sng">
                <a:solidFill>
                  <a:srgbClr val="000000"/>
                </a:solidFill>
                <a:latin typeface="Times New Roman"/>
                <a:ea typeface="Times New Roman"/>
                <a:cs typeface="Times New Roman"/>
                <a:sym typeface="Times New Roman"/>
              </a:rPr>
              <a:t>Bài toán 1</a:t>
            </a:r>
            <a:r>
              <a:rPr lang="en-US" sz="2600">
                <a:solidFill>
                  <a:srgbClr val="000000"/>
                </a:solidFill>
                <a:latin typeface="Times New Roman"/>
                <a:ea typeface="Times New Roman"/>
                <a:cs typeface="Times New Roman"/>
                <a:sym typeface="Times New Roman"/>
              </a:rPr>
              <a:t>: Bài toán 36 sĩ quan</a:t>
            </a:r>
            <a:endParaRPr sz="2600">
              <a:solidFill>
                <a:srgbClr val="000000"/>
              </a:solidFill>
              <a:latin typeface="Times New Roman"/>
              <a:ea typeface="Times New Roman"/>
              <a:cs typeface="Times New Roman"/>
              <a:sym typeface="Times New Roman"/>
            </a:endParaRPr>
          </a:p>
          <a:p>
            <a:pPr indent="-273050" lvl="1" marL="742950" rtl="0" algn="l">
              <a:lnSpc>
                <a:spcPct val="100000"/>
              </a:lnSpc>
              <a:spcBef>
                <a:spcPts val="560"/>
              </a:spcBef>
              <a:spcAft>
                <a:spcPts val="0"/>
              </a:spcAft>
              <a:buClr>
                <a:srgbClr val="000000"/>
              </a:buClr>
              <a:buSzPts val="2600"/>
              <a:buFont typeface="Noto Sans Symbols"/>
              <a:buChar char="○"/>
            </a:pPr>
            <a:r>
              <a:rPr lang="en-US" sz="2600">
                <a:solidFill>
                  <a:srgbClr val="000000"/>
                </a:solidFill>
                <a:latin typeface="Times New Roman"/>
                <a:ea typeface="Times New Roman"/>
                <a:cs typeface="Times New Roman"/>
                <a:sym typeface="Times New Roman"/>
              </a:rPr>
              <a:t> </a:t>
            </a:r>
            <a:r>
              <a:rPr i="1" lang="en-US" sz="2600" u="sng">
                <a:solidFill>
                  <a:srgbClr val="000000"/>
                </a:solidFill>
                <a:latin typeface="Times New Roman"/>
                <a:ea typeface="Times New Roman"/>
                <a:cs typeface="Times New Roman"/>
                <a:sym typeface="Times New Roman"/>
              </a:rPr>
              <a:t>Bài toán 2</a:t>
            </a:r>
            <a:r>
              <a:rPr lang="en-US" sz="2600">
                <a:solidFill>
                  <a:srgbClr val="000000"/>
                </a:solidFill>
                <a:latin typeface="Times New Roman"/>
                <a:ea typeface="Times New Roman"/>
                <a:cs typeface="Times New Roman"/>
                <a:sym typeface="Times New Roman"/>
              </a:rPr>
              <a:t>: Bài toán 4 màu</a:t>
            </a:r>
            <a:endParaRPr sz="2600">
              <a:solidFill>
                <a:srgbClr val="000000"/>
              </a:solidFill>
              <a:latin typeface="Times New Roman"/>
              <a:ea typeface="Times New Roman"/>
              <a:cs typeface="Times New Roman"/>
              <a:sym typeface="Times New Roman"/>
            </a:endParaRPr>
          </a:p>
          <a:p>
            <a:pPr indent="-273050" lvl="1" marL="742950" rtl="0" algn="l">
              <a:lnSpc>
                <a:spcPct val="100000"/>
              </a:lnSpc>
              <a:spcBef>
                <a:spcPts val="560"/>
              </a:spcBef>
              <a:spcAft>
                <a:spcPts val="0"/>
              </a:spcAft>
              <a:buClr>
                <a:srgbClr val="000000"/>
              </a:buClr>
              <a:buSzPts val="2600"/>
              <a:buFont typeface="Noto Sans Symbols"/>
              <a:buChar char="○"/>
            </a:pPr>
            <a:r>
              <a:rPr lang="en-US" sz="2600">
                <a:solidFill>
                  <a:srgbClr val="000000"/>
                </a:solidFill>
                <a:latin typeface="Times New Roman"/>
                <a:ea typeface="Times New Roman"/>
                <a:cs typeface="Times New Roman"/>
                <a:sym typeface="Times New Roman"/>
              </a:rPr>
              <a:t> </a:t>
            </a:r>
            <a:r>
              <a:rPr i="1" lang="en-US" sz="2600" u="sng">
                <a:solidFill>
                  <a:srgbClr val="000000"/>
                </a:solidFill>
                <a:latin typeface="Times New Roman"/>
                <a:ea typeface="Times New Roman"/>
                <a:cs typeface="Times New Roman"/>
                <a:sym typeface="Times New Roman"/>
              </a:rPr>
              <a:t>Bài toán 3</a:t>
            </a:r>
            <a:r>
              <a:rPr lang="en-US" sz="2600">
                <a:solidFill>
                  <a:srgbClr val="000000"/>
                </a:solidFill>
                <a:latin typeface="Times New Roman"/>
                <a:ea typeface="Times New Roman"/>
                <a:cs typeface="Times New Roman"/>
                <a:sym typeface="Times New Roman"/>
              </a:rPr>
              <a:t>: Hình lục giác thần bí</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1180483e876_0_101"/>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GIỚI THIỆU</a:t>
            </a:r>
            <a:endParaRPr/>
          </a:p>
        </p:txBody>
      </p:sp>
      <p:sp>
        <p:nvSpPr>
          <p:cNvPr id="146" name="Google Shape;146;g1180483e876_0_101"/>
          <p:cNvSpPr txBox="1"/>
          <p:nvPr>
            <p:ph idx="1" type="body"/>
          </p:nvPr>
        </p:nvSpPr>
        <p:spPr>
          <a:xfrm>
            <a:off x="425200" y="2185425"/>
            <a:ext cx="7850100" cy="3968100"/>
          </a:xfrm>
          <a:prstGeom prst="rect">
            <a:avLst/>
          </a:prstGeom>
        </p:spPr>
        <p:txBody>
          <a:bodyPr anchorCtr="0" anchor="t" bIns="45700" lIns="91425" spcFirstLastPara="1" rIns="91425" wrap="square" tIns="45700">
            <a:noAutofit/>
          </a:bodyPr>
          <a:lstStyle/>
          <a:p>
            <a:pPr indent="-330200" lvl="0" marL="342900" rtl="0" algn="l">
              <a:lnSpc>
                <a:spcPct val="100000"/>
              </a:lnSpc>
              <a:spcBef>
                <a:spcPts val="0"/>
              </a:spcBef>
              <a:spcAft>
                <a:spcPts val="0"/>
              </a:spcAft>
              <a:buClr>
                <a:srgbClr val="000000"/>
              </a:buClr>
              <a:buSzPts val="3000"/>
              <a:buFont typeface="Noto Sans Symbols"/>
              <a:buChar char="●"/>
            </a:pPr>
            <a:r>
              <a:rPr lang="en-US" sz="3000">
                <a:solidFill>
                  <a:srgbClr val="000000"/>
                </a:solidFill>
              </a:rPr>
              <a:t>Bài toán 36 sĩ quan</a:t>
            </a:r>
            <a:endParaRPr sz="3000">
              <a:solidFill>
                <a:srgbClr val="000000"/>
              </a:solidFill>
            </a:endParaRPr>
          </a:p>
          <a:p>
            <a:pPr indent="-336550" lvl="1" marL="742950" rtl="0" algn="l">
              <a:lnSpc>
                <a:spcPct val="115000"/>
              </a:lnSpc>
              <a:spcBef>
                <a:spcPts val="0"/>
              </a:spcBef>
              <a:spcAft>
                <a:spcPts val="0"/>
              </a:spcAft>
              <a:buClr>
                <a:srgbClr val="000000"/>
              </a:buClr>
              <a:buSzPts val="2600"/>
              <a:buFont typeface="Noto Sans Symbols"/>
              <a:buChar char="○"/>
            </a:pPr>
            <a:r>
              <a:rPr lang="en-US" sz="2600">
                <a:solidFill>
                  <a:srgbClr val="000000"/>
                </a:solidFill>
              </a:rPr>
              <a:t>Triệu tập 6 trung đoàn, mỗi trung đoàn chọn 6 người với 6 cấp bậc: (1)thiếu úy; (2) trung úy; (3)thượng úy; (4) thiếu tá; (5) trung tá và (6) thượng tá.</a:t>
            </a:r>
            <a:endParaRPr sz="2600">
              <a:solidFill>
                <a:srgbClr val="000000"/>
              </a:solidFill>
            </a:endParaRPr>
          </a:p>
          <a:p>
            <a:pPr indent="-336550" lvl="1" marL="742950" rtl="0" algn="l">
              <a:lnSpc>
                <a:spcPct val="115000"/>
              </a:lnSpc>
              <a:spcBef>
                <a:spcPts val="0"/>
              </a:spcBef>
              <a:spcAft>
                <a:spcPts val="0"/>
              </a:spcAft>
              <a:buClr>
                <a:srgbClr val="000000"/>
              </a:buClr>
              <a:buSzPts val="2600"/>
              <a:buFont typeface="Noto Sans Symbols"/>
              <a:buChar char="○"/>
            </a:pPr>
            <a:r>
              <a:rPr b="1" lang="en-US" sz="2600">
                <a:solidFill>
                  <a:srgbClr val="000000"/>
                </a:solidFill>
              </a:rPr>
              <a:t>Vấn đề</a:t>
            </a:r>
            <a:r>
              <a:rPr lang="en-US" sz="2600">
                <a:solidFill>
                  <a:srgbClr val="000000"/>
                </a:solidFill>
              </a:rPr>
              <a:t>: xếp các sĩ quan trên thành hình vuông sao cho mỗi hàng, mỗi cột đều chứa 6 trung đoàn và chứa 6 cấp bậc.</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1180483e876_0_114"/>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GIỚI THIỆU</a:t>
            </a:r>
            <a:endParaRPr/>
          </a:p>
        </p:txBody>
      </p:sp>
      <p:sp>
        <p:nvSpPr>
          <p:cNvPr id="153" name="Google Shape;153;g1180483e876_0_114"/>
          <p:cNvSpPr txBox="1"/>
          <p:nvPr>
            <p:ph idx="1" type="body"/>
          </p:nvPr>
        </p:nvSpPr>
        <p:spPr>
          <a:xfrm>
            <a:off x="425200" y="2185425"/>
            <a:ext cx="7850100" cy="537600"/>
          </a:xfrm>
          <a:prstGeom prst="rect">
            <a:avLst/>
          </a:prstGeom>
        </p:spPr>
        <p:txBody>
          <a:bodyPr anchorCtr="0" anchor="t" bIns="45700" lIns="91425" spcFirstLastPara="1" rIns="91425" wrap="square" tIns="45700">
            <a:noAutofit/>
          </a:bodyPr>
          <a:lstStyle/>
          <a:p>
            <a:pPr indent="-330200" lvl="0" marL="342900" rtl="0" algn="l">
              <a:lnSpc>
                <a:spcPct val="100000"/>
              </a:lnSpc>
              <a:spcBef>
                <a:spcPts val="0"/>
              </a:spcBef>
              <a:spcAft>
                <a:spcPts val="0"/>
              </a:spcAft>
              <a:buClr>
                <a:srgbClr val="000000"/>
              </a:buClr>
              <a:buSzPts val="3000"/>
              <a:buFont typeface="Noto Sans Symbols"/>
              <a:buChar char="●"/>
            </a:pPr>
            <a:r>
              <a:rPr lang="en-US" sz="3000">
                <a:solidFill>
                  <a:srgbClr val="000000"/>
                </a:solidFill>
              </a:rPr>
              <a:t>Bài toán 16 sĩ quan</a:t>
            </a:r>
            <a:endParaRPr sz="3000">
              <a:solidFill>
                <a:srgbClr val="000000"/>
              </a:solidFill>
            </a:endParaRPr>
          </a:p>
          <a:p>
            <a:pPr indent="0" lvl="0" marL="742950" rtl="0" algn="l">
              <a:lnSpc>
                <a:spcPct val="115000"/>
              </a:lnSpc>
              <a:spcBef>
                <a:spcPts val="0"/>
              </a:spcBef>
              <a:spcAft>
                <a:spcPts val="0"/>
              </a:spcAft>
              <a:buNone/>
            </a:pPr>
            <a:r>
              <a:t/>
            </a:r>
            <a:endParaRPr sz="1600"/>
          </a:p>
        </p:txBody>
      </p:sp>
      <p:graphicFrame>
        <p:nvGraphicFramePr>
          <p:cNvPr id="154" name="Google Shape;154;g1180483e876_0_114"/>
          <p:cNvGraphicFramePr/>
          <p:nvPr/>
        </p:nvGraphicFramePr>
        <p:xfrm>
          <a:off x="1266100" y="3021425"/>
          <a:ext cx="3000000" cy="3000000"/>
        </p:xfrm>
        <a:graphic>
          <a:graphicData uri="http://schemas.openxmlformats.org/drawingml/2006/table">
            <a:tbl>
              <a:tblPr bandRow="1" firstRow="1">
                <a:noFill/>
                <a:tableStyleId>{5A9A14DB-4E49-4F70-93F4-B7DB222A2C28}</a:tableStyleId>
              </a:tblPr>
              <a:tblGrid>
                <a:gridCol w="899400"/>
                <a:gridCol w="899400"/>
                <a:gridCol w="899400"/>
                <a:gridCol w="899400"/>
              </a:tblGrid>
              <a:tr h="619850">
                <a:tc>
                  <a:txBody>
                    <a:bodyPr/>
                    <a:lstStyle/>
                    <a:p>
                      <a:pPr indent="0" lvl="0" marL="0" marR="0" rtl="0" algn="ctr">
                        <a:lnSpc>
                          <a:spcPct val="100000"/>
                        </a:lnSpc>
                        <a:spcBef>
                          <a:spcPts val="0"/>
                        </a:spcBef>
                        <a:spcAft>
                          <a:spcPts val="0"/>
                        </a:spcAft>
                        <a:buNone/>
                      </a:pPr>
                      <a:r>
                        <a:rPr lang="en-US" sz="1800">
                          <a:solidFill>
                            <a:schemeClr val="dk2"/>
                          </a:solidFill>
                        </a:rPr>
                        <a:t>Ab</a:t>
                      </a:r>
                      <a:endParaRPr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US" sz="1800">
                          <a:solidFill>
                            <a:schemeClr val="dk2"/>
                          </a:solidFill>
                        </a:rPr>
                        <a:t>Dd</a:t>
                      </a:r>
                      <a:endParaRPr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US" sz="1800">
                          <a:solidFill>
                            <a:schemeClr val="dk2"/>
                          </a:solidFill>
                        </a:rPr>
                        <a:t>Ba</a:t>
                      </a:r>
                      <a:endParaRPr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US" sz="1800">
                          <a:solidFill>
                            <a:schemeClr val="dk2"/>
                          </a:solidFill>
                        </a:rPr>
                        <a:t>Cc</a:t>
                      </a:r>
                      <a:endParaRPr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r>
              <a:tr h="619850">
                <a:tc>
                  <a:txBody>
                    <a:bodyPr/>
                    <a:lstStyle/>
                    <a:p>
                      <a:pPr indent="0" lvl="0" marL="0" marR="0" rtl="0" algn="ctr">
                        <a:lnSpc>
                          <a:spcPct val="100000"/>
                        </a:lnSpc>
                        <a:spcBef>
                          <a:spcPts val="0"/>
                        </a:spcBef>
                        <a:spcAft>
                          <a:spcPts val="0"/>
                        </a:spcAft>
                        <a:buNone/>
                      </a:pPr>
                      <a:r>
                        <a:rPr b="1" lang="en-US" sz="1800">
                          <a:solidFill>
                            <a:schemeClr val="dk2"/>
                          </a:solidFill>
                        </a:rPr>
                        <a:t>Bc</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US" sz="1800">
                          <a:solidFill>
                            <a:schemeClr val="dk2"/>
                          </a:solidFill>
                        </a:rPr>
                        <a:t>Ca</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US" sz="1800">
                          <a:solidFill>
                            <a:schemeClr val="dk2"/>
                          </a:solidFill>
                        </a:rPr>
                        <a:t>Ad</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US" sz="1800">
                          <a:solidFill>
                            <a:schemeClr val="dk2"/>
                          </a:solidFill>
                        </a:rPr>
                        <a:t>Db</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r>
              <a:tr h="619850">
                <a:tc>
                  <a:txBody>
                    <a:bodyPr/>
                    <a:lstStyle/>
                    <a:p>
                      <a:pPr indent="0" lvl="0" marL="0" marR="0" rtl="0" algn="ctr">
                        <a:lnSpc>
                          <a:spcPct val="100000"/>
                        </a:lnSpc>
                        <a:spcBef>
                          <a:spcPts val="0"/>
                        </a:spcBef>
                        <a:spcAft>
                          <a:spcPts val="0"/>
                        </a:spcAft>
                        <a:buNone/>
                      </a:pPr>
                      <a:r>
                        <a:rPr b="1" lang="en-US" sz="1800">
                          <a:solidFill>
                            <a:schemeClr val="dk2"/>
                          </a:solidFill>
                        </a:rPr>
                        <a:t>Cd</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US" sz="1800">
                          <a:solidFill>
                            <a:schemeClr val="dk2"/>
                          </a:solidFill>
                        </a:rPr>
                        <a:t>Bb</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US" sz="1800">
                          <a:solidFill>
                            <a:schemeClr val="dk2"/>
                          </a:solidFill>
                        </a:rPr>
                        <a:t>Dc</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US" sz="1800">
                          <a:solidFill>
                            <a:schemeClr val="dk2"/>
                          </a:solidFill>
                        </a:rPr>
                        <a:t>Aa</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r>
              <a:tr h="619850">
                <a:tc>
                  <a:txBody>
                    <a:bodyPr/>
                    <a:lstStyle/>
                    <a:p>
                      <a:pPr indent="0" lvl="0" marL="0" marR="0" rtl="0" algn="ctr">
                        <a:lnSpc>
                          <a:spcPct val="100000"/>
                        </a:lnSpc>
                        <a:spcBef>
                          <a:spcPts val="0"/>
                        </a:spcBef>
                        <a:spcAft>
                          <a:spcPts val="0"/>
                        </a:spcAft>
                        <a:buNone/>
                      </a:pPr>
                      <a:r>
                        <a:rPr b="1" lang="en-US" sz="1800">
                          <a:solidFill>
                            <a:schemeClr val="dk2"/>
                          </a:solidFill>
                        </a:rPr>
                        <a:t>Da</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US" sz="1800">
                          <a:solidFill>
                            <a:schemeClr val="dk2"/>
                          </a:solidFill>
                        </a:rPr>
                        <a:t>Ac</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US" sz="1800">
                          <a:solidFill>
                            <a:schemeClr val="dk2"/>
                          </a:solidFill>
                        </a:rPr>
                        <a:t>Cb</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US" sz="1800">
                          <a:solidFill>
                            <a:schemeClr val="dk2"/>
                          </a:solidFill>
                        </a:rPr>
                        <a:t>Bd</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r>
            </a:tbl>
          </a:graphicData>
        </a:graphic>
      </p:graphicFrame>
      <p:sp>
        <p:nvSpPr>
          <p:cNvPr id="155" name="Google Shape;155;g1180483e876_0_114"/>
          <p:cNvSpPr txBox="1"/>
          <p:nvPr/>
        </p:nvSpPr>
        <p:spPr>
          <a:xfrm>
            <a:off x="6119450" y="3904525"/>
            <a:ext cx="2018100" cy="15393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Font typeface="Arial"/>
              <a:buNone/>
            </a:pPr>
            <a:r>
              <a:rPr i="1" lang="en-US" sz="2200">
                <a:solidFill>
                  <a:schemeClr val="dk2"/>
                </a:solidFill>
                <a:latin typeface="Times New Roman"/>
                <a:ea typeface="Times New Roman"/>
                <a:cs typeface="Times New Roman"/>
                <a:sym typeface="Times New Roman"/>
              </a:rPr>
              <a:t> </a:t>
            </a:r>
            <a:r>
              <a:rPr i="1" lang="en-US" sz="2200">
                <a:solidFill>
                  <a:schemeClr val="dk2"/>
                </a:solidFill>
                <a:latin typeface="Times New Roman"/>
                <a:ea typeface="Times New Roman"/>
                <a:cs typeface="Times New Roman"/>
                <a:sym typeface="Times New Roman"/>
              </a:rPr>
              <a:t>(a)-thiếu úy;</a:t>
            </a:r>
            <a:endParaRPr i="1" sz="2200">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i="1" lang="en-US" sz="2200">
                <a:solidFill>
                  <a:schemeClr val="dk2"/>
                </a:solidFill>
                <a:latin typeface="Times New Roman"/>
                <a:ea typeface="Times New Roman"/>
                <a:cs typeface="Times New Roman"/>
                <a:sym typeface="Times New Roman"/>
              </a:rPr>
              <a:t>(b) -trung úy; </a:t>
            </a:r>
            <a:endParaRPr i="1" sz="2200">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Font typeface="Arial"/>
              <a:buNone/>
            </a:pPr>
            <a:r>
              <a:rPr i="1" lang="en-US" sz="2200">
                <a:solidFill>
                  <a:schemeClr val="dk2"/>
                </a:solidFill>
                <a:latin typeface="Times New Roman"/>
                <a:ea typeface="Times New Roman"/>
                <a:cs typeface="Times New Roman"/>
                <a:sym typeface="Times New Roman"/>
              </a:rPr>
              <a:t>(c)-thượng úy; </a:t>
            </a:r>
            <a:endParaRPr i="1" sz="2200">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Font typeface="Arial"/>
              <a:buNone/>
            </a:pPr>
            <a:r>
              <a:rPr i="1" lang="en-US" sz="2200">
                <a:solidFill>
                  <a:schemeClr val="dk2"/>
                </a:solidFill>
                <a:latin typeface="Times New Roman"/>
                <a:ea typeface="Times New Roman"/>
                <a:cs typeface="Times New Roman"/>
                <a:sym typeface="Times New Roman"/>
              </a:rPr>
              <a:t>(d) -thiếu tá.</a:t>
            </a:r>
            <a:endParaRPr i="1" sz="2200">
              <a:solidFill>
                <a:schemeClr val="dk2"/>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1180483e876_0_121"/>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GIỚI THIỆU</a:t>
            </a:r>
            <a:endParaRPr/>
          </a:p>
        </p:txBody>
      </p:sp>
      <p:sp>
        <p:nvSpPr>
          <p:cNvPr id="162" name="Google Shape;162;g1180483e876_0_121"/>
          <p:cNvSpPr txBox="1"/>
          <p:nvPr>
            <p:ph idx="1" type="body"/>
          </p:nvPr>
        </p:nvSpPr>
        <p:spPr>
          <a:xfrm>
            <a:off x="425200" y="2185425"/>
            <a:ext cx="7850100" cy="537600"/>
          </a:xfrm>
          <a:prstGeom prst="rect">
            <a:avLst/>
          </a:prstGeom>
        </p:spPr>
        <p:txBody>
          <a:bodyPr anchorCtr="0" anchor="t" bIns="45700" lIns="91425" spcFirstLastPara="1" rIns="91425" wrap="square" tIns="45700">
            <a:noAutofit/>
          </a:bodyPr>
          <a:lstStyle/>
          <a:p>
            <a:pPr indent="-330200" lvl="0" marL="342900" rtl="0" algn="l">
              <a:lnSpc>
                <a:spcPct val="100000"/>
              </a:lnSpc>
              <a:spcBef>
                <a:spcPts val="0"/>
              </a:spcBef>
              <a:spcAft>
                <a:spcPts val="0"/>
              </a:spcAft>
              <a:buClr>
                <a:srgbClr val="000000"/>
              </a:buClr>
              <a:buSzPts val="3000"/>
              <a:buFont typeface="Noto Sans Symbols"/>
              <a:buChar char="●"/>
            </a:pPr>
            <a:r>
              <a:rPr lang="en-US" sz="3000">
                <a:solidFill>
                  <a:srgbClr val="000000"/>
                </a:solidFill>
              </a:rPr>
              <a:t>Bài toán 25 sĩ quan</a:t>
            </a:r>
            <a:endParaRPr sz="3000">
              <a:solidFill>
                <a:srgbClr val="000000"/>
              </a:solidFill>
            </a:endParaRPr>
          </a:p>
          <a:p>
            <a:pPr indent="0" lvl="0" marL="742950" rtl="0" algn="l">
              <a:lnSpc>
                <a:spcPct val="115000"/>
              </a:lnSpc>
              <a:spcBef>
                <a:spcPts val="0"/>
              </a:spcBef>
              <a:spcAft>
                <a:spcPts val="0"/>
              </a:spcAft>
              <a:buNone/>
            </a:pPr>
            <a:r>
              <a:t/>
            </a:r>
            <a:endParaRPr sz="1600"/>
          </a:p>
        </p:txBody>
      </p:sp>
      <p:graphicFrame>
        <p:nvGraphicFramePr>
          <p:cNvPr id="163" name="Google Shape;163;g1180483e876_0_121"/>
          <p:cNvGraphicFramePr/>
          <p:nvPr/>
        </p:nvGraphicFramePr>
        <p:xfrm>
          <a:off x="1529850" y="2849975"/>
          <a:ext cx="3000000" cy="3000000"/>
        </p:xfrm>
        <a:graphic>
          <a:graphicData uri="http://schemas.openxmlformats.org/drawingml/2006/table">
            <a:tbl>
              <a:tblPr bandRow="1" firstRow="1">
                <a:noFill/>
                <a:tableStyleId>{5A9A14DB-4E49-4F70-93F4-B7DB222A2C28}</a:tableStyleId>
              </a:tblPr>
              <a:tblGrid>
                <a:gridCol w="899400"/>
                <a:gridCol w="899400"/>
                <a:gridCol w="899400"/>
                <a:gridCol w="899400"/>
                <a:gridCol w="899400"/>
              </a:tblGrid>
              <a:tr h="619850">
                <a:tc>
                  <a:txBody>
                    <a:bodyPr/>
                    <a:lstStyle/>
                    <a:p>
                      <a:pPr indent="0" lvl="0" marL="0" marR="0" rtl="0" algn="ctr">
                        <a:lnSpc>
                          <a:spcPct val="100000"/>
                        </a:lnSpc>
                        <a:spcBef>
                          <a:spcPts val="0"/>
                        </a:spcBef>
                        <a:spcAft>
                          <a:spcPts val="0"/>
                        </a:spcAft>
                        <a:buClr>
                          <a:srgbClr val="000000"/>
                        </a:buClr>
                        <a:buFont typeface="Arial"/>
                        <a:buNone/>
                      </a:pPr>
                      <a:r>
                        <a:rPr lang="en-US" sz="1800">
                          <a:solidFill>
                            <a:schemeClr val="dk2"/>
                          </a:solidFill>
                        </a:rPr>
                        <a:t>Aa</a:t>
                      </a:r>
                      <a:endParaRPr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lang="en-US" sz="1800">
                          <a:solidFill>
                            <a:schemeClr val="dk2"/>
                          </a:solidFill>
                        </a:rPr>
                        <a:t>Bb</a:t>
                      </a:r>
                      <a:endParaRPr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lang="en-US" sz="1800">
                          <a:solidFill>
                            <a:schemeClr val="dk2"/>
                          </a:solidFill>
                        </a:rPr>
                        <a:t>Cc</a:t>
                      </a:r>
                      <a:endParaRPr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lang="en-US" sz="1800">
                          <a:solidFill>
                            <a:schemeClr val="dk2"/>
                          </a:solidFill>
                        </a:rPr>
                        <a:t>Dd</a:t>
                      </a:r>
                      <a:endParaRPr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lang="en-US" sz="1800">
                          <a:solidFill>
                            <a:schemeClr val="dk2"/>
                          </a:solidFill>
                        </a:rPr>
                        <a:t>Ee</a:t>
                      </a:r>
                      <a:endParaRPr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r>
              <a:tr h="619850">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Cd</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De</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Ea</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Ab</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Bc</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r>
              <a:tr h="619850">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Eb</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Ac</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Bd</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Ce</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Da</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r>
              <a:tr h="619850">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Be</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Ca</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Db</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Ec </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 Ad</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r>
              <a:tr h="619850">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Dc</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Ed</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Ae</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Ba</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Font typeface="Arial"/>
                        <a:buNone/>
                      </a:pPr>
                      <a:r>
                        <a:rPr b="1" lang="en-US" sz="1800">
                          <a:solidFill>
                            <a:schemeClr val="dk2"/>
                          </a:solidFill>
                        </a:rPr>
                        <a:t>  </a:t>
                      </a:r>
                      <a:r>
                        <a:rPr b="1" lang="en-US" sz="1800">
                          <a:solidFill>
                            <a:schemeClr val="dk2"/>
                          </a:solidFill>
                        </a:rPr>
                        <a:t>Cb	</a:t>
                      </a:r>
                      <a:endParaRPr b="1" sz="1800">
                        <a:solidFill>
                          <a:schemeClr val="dk2"/>
                        </a:solidFill>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r>
            </a:tbl>
          </a:graphicData>
        </a:graphic>
      </p:graphicFrame>
      <p:sp>
        <p:nvSpPr>
          <p:cNvPr id="164" name="Google Shape;164;g1180483e876_0_121"/>
          <p:cNvSpPr txBox="1"/>
          <p:nvPr/>
        </p:nvSpPr>
        <p:spPr>
          <a:xfrm>
            <a:off x="6475525" y="3429000"/>
            <a:ext cx="2018100" cy="18777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i="1" lang="en-US" sz="2200">
                <a:solidFill>
                  <a:schemeClr val="dk2"/>
                </a:solidFill>
                <a:latin typeface="Times New Roman"/>
                <a:ea typeface="Times New Roman"/>
                <a:cs typeface="Times New Roman"/>
                <a:sym typeface="Times New Roman"/>
              </a:rPr>
              <a:t> (a)-thiếu úy;</a:t>
            </a:r>
            <a:endParaRPr i="1" sz="2200">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i="1" lang="en-US" sz="2200">
                <a:solidFill>
                  <a:schemeClr val="dk2"/>
                </a:solidFill>
                <a:latin typeface="Times New Roman"/>
                <a:ea typeface="Times New Roman"/>
                <a:cs typeface="Times New Roman"/>
                <a:sym typeface="Times New Roman"/>
              </a:rPr>
              <a:t>(b) -trung úy; </a:t>
            </a:r>
            <a:endParaRPr i="1" sz="2200">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i="1" lang="en-US" sz="2200">
                <a:solidFill>
                  <a:schemeClr val="dk2"/>
                </a:solidFill>
                <a:latin typeface="Times New Roman"/>
                <a:ea typeface="Times New Roman"/>
                <a:cs typeface="Times New Roman"/>
                <a:sym typeface="Times New Roman"/>
              </a:rPr>
              <a:t>(c)-thượng úy; </a:t>
            </a:r>
            <a:endParaRPr i="1" sz="2200">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i="1" lang="en-US" sz="2200">
                <a:solidFill>
                  <a:schemeClr val="dk2"/>
                </a:solidFill>
                <a:latin typeface="Times New Roman"/>
                <a:ea typeface="Times New Roman"/>
                <a:cs typeface="Times New Roman"/>
                <a:sym typeface="Times New Roman"/>
              </a:rPr>
              <a:t>(d) -thiếu tá;</a:t>
            </a:r>
            <a:endParaRPr i="1" sz="2200">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i="1" lang="en-US" sz="2200">
                <a:solidFill>
                  <a:schemeClr val="dk2"/>
                </a:solidFill>
                <a:latin typeface="Times New Roman"/>
                <a:ea typeface="Times New Roman"/>
                <a:cs typeface="Times New Roman"/>
                <a:sym typeface="Times New Roman"/>
              </a:rPr>
              <a:t>(e)-</a:t>
            </a:r>
            <a:r>
              <a:rPr i="1" lang="en-US" sz="2200">
                <a:solidFill>
                  <a:schemeClr val="dk2"/>
                </a:solidFill>
                <a:latin typeface="Times New Roman"/>
                <a:ea typeface="Times New Roman"/>
                <a:cs typeface="Times New Roman"/>
                <a:sym typeface="Times New Roman"/>
              </a:rPr>
              <a:t>thượng tá.</a:t>
            </a:r>
            <a:endParaRPr i="1" sz="2200">
              <a:solidFill>
                <a:schemeClr val="dk2"/>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1180483e876_0_107"/>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GIỚI THIỆU</a:t>
            </a:r>
            <a:endParaRPr/>
          </a:p>
        </p:txBody>
      </p:sp>
      <p:sp>
        <p:nvSpPr>
          <p:cNvPr id="171" name="Google Shape;171;g1180483e876_0_107"/>
          <p:cNvSpPr txBox="1"/>
          <p:nvPr>
            <p:ph idx="1" type="body"/>
          </p:nvPr>
        </p:nvSpPr>
        <p:spPr>
          <a:xfrm>
            <a:off x="425200" y="2185425"/>
            <a:ext cx="7850100" cy="537600"/>
          </a:xfrm>
          <a:prstGeom prst="rect">
            <a:avLst/>
          </a:prstGeom>
        </p:spPr>
        <p:txBody>
          <a:bodyPr anchorCtr="0" anchor="t" bIns="45700" lIns="91425" spcFirstLastPara="1" rIns="91425" wrap="square" tIns="45700">
            <a:noAutofit/>
          </a:bodyPr>
          <a:lstStyle/>
          <a:p>
            <a:pPr indent="-330200" lvl="0" marL="342900" rtl="0" algn="l">
              <a:lnSpc>
                <a:spcPct val="100000"/>
              </a:lnSpc>
              <a:spcBef>
                <a:spcPts val="0"/>
              </a:spcBef>
              <a:spcAft>
                <a:spcPts val="0"/>
              </a:spcAft>
              <a:buClr>
                <a:srgbClr val="000000"/>
              </a:buClr>
              <a:buSzPts val="3000"/>
              <a:buFont typeface="Noto Sans Symbols"/>
              <a:buChar char="●"/>
            </a:pPr>
            <a:r>
              <a:rPr lang="en-US" sz="3000">
                <a:solidFill>
                  <a:srgbClr val="000000"/>
                </a:solidFill>
              </a:rPr>
              <a:t>Bài toán 36 sĩ quan</a:t>
            </a:r>
            <a:endParaRPr sz="3000">
              <a:solidFill>
                <a:srgbClr val="000000"/>
              </a:solidFill>
            </a:endParaRPr>
          </a:p>
          <a:p>
            <a:pPr indent="0" lvl="0" marL="742950" rtl="0" algn="l">
              <a:lnSpc>
                <a:spcPct val="115000"/>
              </a:lnSpc>
              <a:spcBef>
                <a:spcPts val="0"/>
              </a:spcBef>
              <a:spcAft>
                <a:spcPts val="0"/>
              </a:spcAft>
              <a:buNone/>
            </a:pPr>
            <a:r>
              <a:t/>
            </a:r>
            <a:endParaRPr sz="1600"/>
          </a:p>
        </p:txBody>
      </p:sp>
      <p:graphicFrame>
        <p:nvGraphicFramePr>
          <p:cNvPr id="172" name="Google Shape;172;g1180483e876_0_107"/>
          <p:cNvGraphicFramePr/>
          <p:nvPr/>
        </p:nvGraphicFramePr>
        <p:xfrm>
          <a:off x="900025" y="2972425"/>
          <a:ext cx="3000000" cy="3000000"/>
        </p:xfrm>
        <a:graphic>
          <a:graphicData uri="http://schemas.openxmlformats.org/drawingml/2006/table">
            <a:tbl>
              <a:tblPr bandRow="1" firstRow="1">
                <a:noFill/>
                <a:tableStyleId>{5A9A14DB-4E49-4F70-93F4-B7DB222A2C28}</a:tableStyleId>
              </a:tblPr>
              <a:tblGrid>
                <a:gridCol w="752200"/>
                <a:gridCol w="752200"/>
                <a:gridCol w="752200"/>
                <a:gridCol w="752200"/>
                <a:gridCol w="752200"/>
                <a:gridCol w="752200"/>
              </a:tblGrid>
              <a:tr h="504800">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r>
              <a:tr h="504800">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r>
              <a:tr h="504800">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r>
              <a:tr h="504800">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r>
              <a:tr h="504800">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r>
              <a:tr h="504800">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lt1"/>
                    </a:solidFill>
                  </a:tcPr>
                </a:tc>
              </a:tr>
            </a:tbl>
          </a:graphicData>
        </a:graphic>
      </p:graphicFrame>
      <p:sp>
        <p:nvSpPr>
          <p:cNvPr id="173" name="Google Shape;173;g1180483e876_0_107"/>
          <p:cNvSpPr txBox="1"/>
          <p:nvPr/>
        </p:nvSpPr>
        <p:spPr>
          <a:xfrm>
            <a:off x="5616000" y="3552600"/>
            <a:ext cx="3528000" cy="2524200"/>
          </a:xfrm>
          <a:prstGeom prst="rect">
            <a:avLst/>
          </a:prstGeom>
          <a:solidFill>
            <a:schemeClr val="lt1"/>
          </a:solidFill>
          <a:ln>
            <a:noFill/>
          </a:ln>
        </p:spPr>
        <p:txBody>
          <a:bodyPr anchorCtr="0" anchor="t" bIns="91425" lIns="91425" spcFirstLastPara="1" rIns="91425" wrap="square" tIns="91425">
            <a:spAutoFit/>
          </a:bodyPr>
          <a:lstStyle/>
          <a:p>
            <a:pPr indent="-349250" lvl="0" marL="457200" marR="0" rtl="0" algn="l">
              <a:lnSpc>
                <a:spcPct val="100000"/>
              </a:lnSpc>
              <a:spcBef>
                <a:spcPts val="0"/>
              </a:spcBef>
              <a:spcAft>
                <a:spcPts val="0"/>
              </a:spcAft>
              <a:buClr>
                <a:schemeClr val="dk2"/>
              </a:buClr>
              <a:buSzPts val="1900"/>
              <a:buFont typeface="Times New Roman"/>
              <a:buChar char="➔"/>
            </a:pPr>
            <a:r>
              <a:rPr i="1" lang="en-US" sz="1900">
                <a:solidFill>
                  <a:schemeClr val="dk2"/>
                </a:solidFill>
                <a:latin typeface="Times New Roman"/>
                <a:ea typeface="Times New Roman"/>
                <a:cs typeface="Times New Roman"/>
                <a:sym typeface="Times New Roman"/>
              </a:rPr>
              <a:t>Euler “Xây dựng giả thuyết không tồn tại”</a:t>
            </a:r>
            <a:endParaRPr i="1" sz="1900">
              <a:solidFill>
                <a:schemeClr val="dk2"/>
              </a:solidFill>
              <a:latin typeface="Times New Roman"/>
              <a:ea typeface="Times New Roman"/>
              <a:cs typeface="Times New Roman"/>
              <a:sym typeface="Times New Roman"/>
            </a:endParaRPr>
          </a:p>
          <a:p>
            <a:pPr indent="-349250" lvl="0" marL="457200" marR="0" rtl="0" algn="l">
              <a:lnSpc>
                <a:spcPct val="100000"/>
              </a:lnSpc>
              <a:spcBef>
                <a:spcPts val="0"/>
              </a:spcBef>
              <a:spcAft>
                <a:spcPts val="0"/>
              </a:spcAft>
              <a:buClr>
                <a:schemeClr val="dk2"/>
              </a:buClr>
              <a:buSzPts val="1900"/>
              <a:buFont typeface="Times New Roman"/>
              <a:buChar char="➔"/>
            </a:pPr>
            <a:r>
              <a:rPr i="1" lang="en-US" sz="1900">
                <a:solidFill>
                  <a:schemeClr val="dk2"/>
                </a:solidFill>
                <a:latin typeface="Times New Roman"/>
                <a:ea typeface="Times New Roman"/>
                <a:cs typeface="Times New Roman"/>
                <a:sym typeface="Times New Roman"/>
              </a:rPr>
              <a:t>1992 , Tarri  cm không tồn tại với n =2, n = 6 </a:t>
            </a:r>
            <a:endParaRPr i="1" sz="1900">
              <a:solidFill>
                <a:schemeClr val="dk2"/>
              </a:solidFill>
              <a:latin typeface="Times New Roman"/>
              <a:ea typeface="Times New Roman"/>
              <a:cs typeface="Times New Roman"/>
              <a:sym typeface="Times New Roman"/>
            </a:endParaRPr>
          </a:p>
          <a:p>
            <a:pPr indent="-349250" lvl="0" marL="457200" marR="0" rtl="0" algn="l">
              <a:lnSpc>
                <a:spcPct val="100000"/>
              </a:lnSpc>
              <a:spcBef>
                <a:spcPts val="0"/>
              </a:spcBef>
              <a:spcAft>
                <a:spcPts val="0"/>
              </a:spcAft>
              <a:buClr>
                <a:schemeClr val="dk2"/>
              </a:buClr>
              <a:buSzPts val="1900"/>
              <a:buFont typeface="Times New Roman"/>
              <a:buChar char="➔"/>
            </a:pPr>
            <a:r>
              <a:rPr i="1" lang="en-US" sz="1900">
                <a:solidFill>
                  <a:schemeClr val="dk2"/>
                </a:solidFill>
                <a:latin typeface="Times New Roman"/>
                <a:ea typeface="Times New Roman"/>
                <a:cs typeface="Times New Roman"/>
                <a:sym typeface="Times New Roman"/>
              </a:rPr>
              <a:t>1960, nhóm toán học người Mỹ cm với  n = 10.</a:t>
            </a:r>
            <a:endParaRPr i="1" sz="1900">
              <a:solidFill>
                <a:schemeClr val="dk2"/>
              </a:solidFill>
              <a:latin typeface="Times New Roman"/>
              <a:ea typeface="Times New Roman"/>
              <a:cs typeface="Times New Roman"/>
              <a:sym typeface="Times New Roman"/>
            </a:endParaRPr>
          </a:p>
          <a:p>
            <a:pPr indent="-349250" lvl="0" marL="457200" marR="0" rtl="0" algn="l">
              <a:lnSpc>
                <a:spcPct val="100000"/>
              </a:lnSpc>
              <a:spcBef>
                <a:spcPts val="0"/>
              </a:spcBef>
              <a:spcAft>
                <a:spcPts val="0"/>
              </a:spcAft>
              <a:buClr>
                <a:schemeClr val="dk2"/>
              </a:buClr>
              <a:buSzPts val="1900"/>
              <a:buFont typeface="Times New Roman"/>
              <a:buChar char="➔"/>
            </a:pPr>
            <a:r>
              <a:rPr i="1" lang="en-US" sz="1900">
                <a:solidFill>
                  <a:schemeClr val="dk2"/>
                </a:solidFill>
                <a:latin typeface="Times New Roman"/>
                <a:ea typeface="Times New Roman"/>
                <a:cs typeface="Times New Roman"/>
                <a:sym typeface="Times New Roman"/>
              </a:rPr>
              <a:t>Tổng quát</a:t>
            </a:r>
            <a:endParaRPr i="1" sz="1900">
              <a:solidFill>
                <a:schemeClr val="dk2"/>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None/>
            </a:pPr>
            <a:r>
              <a:rPr i="1" lang="en-US" sz="1900">
                <a:solidFill>
                  <a:schemeClr val="dk2"/>
                </a:solidFill>
                <a:latin typeface="Times New Roman"/>
                <a:ea typeface="Times New Roman"/>
                <a:cs typeface="Times New Roman"/>
                <a:sym typeface="Times New Roman"/>
              </a:rPr>
              <a:t>     </a:t>
            </a:r>
            <a:r>
              <a:rPr b="1" i="1" lang="en-US" sz="1900">
                <a:solidFill>
                  <a:schemeClr val="dk2"/>
                </a:solidFill>
                <a:latin typeface="Times New Roman"/>
                <a:ea typeface="Times New Roman"/>
                <a:cs typeface="Times New Roman"/>
                <a:sym typeface="Times New Roman"/>
              </a:rPr>
              <a:t> n = 4*k  + 2, k &gt;1</a:t>
            </a:r>
            <a:endParaRPr b="1" i="1" sz="1900">
              <a:solidFill>
                <a:schemeClr val="dk2"/>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1180483e876_0_139"/>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GIỚI THIỆU</a:t>
            </a:r>
            <a:endParaRPr/>
          </a:p>
        </p:txBody>
      </p:sp>
      <p:sp>
        <p:nvSpPr>
          <p:cNvPr id="180" name="Google Shape;180;g1180483e876_0_139"/>
          <p:cNvSpPr txBox="1"/>
          <p:nvPr>
            <p:ph idx="1" type="body"/>
          </p:nvPr>
        </p:nvSpPr>
        <p:spPr>
          <a:xfrm>
            <a:off x="425200" y="2185425"/>
            <a:ext cx="7850100" cy="1961700"/>
          </a:xfrm>
          <a:prstGeom prst="rect">
            <a:avLst/>
          </a:prstGeom>
        </p:spPr>
        <p:txBody>
          <a:bodyPr anchorCtr="0" anchor="t" bIns="45700" lIns="91425" spcFirstLastPara="1" rIns="91425" wrap="square" tIns="45700">
            <a:noAutofit/>
          </a:bodyPr>
          <a:lstStyle/>
          <a:p>
            <a:pPr indent="-330200" lvl="0" marL="342900" rtl="0" algn="l">
              <a:lnSpc>
                <a:spcPct val="100000"/>
              </a:lnSpc>
              <a:spcBef>
                <a:spcPts val="0"/>
              </a:spcBef>
              <a:spcAft>
                <a:spcPts val="0"/>
              </a:spcAft>
              <a:buClr>
                <a:srgbClr val="000000"/>
              </a:buClr>
              <a:buSzPts val="3000"/>
              <a:buFont typeface="Noto Sans Symbols"/>
              <a:buChar char="●"/>
            </a:pPr>
            <a:r>
              <a:rPr lang="en-US" sz="3000">
                <a:solidFill>
                  <a:srgbClr val="000000"/>
                </a:solidFill>
              </a:rPr>
              <a:t>Bài toán 4 </a:t>
            </a:r>
            <a:r>
              <a:rPr lang="en-US" sz="3000">
                <a:solidFill>
                  <a:srgbClr val="000000"/>
                </a:solidFill>
              </a:rPr>
              <a:t>màu</a:t>
            </a:r>
            <a:endParaRPr sz="3000">
              <a:solidFill>
                <a:srgbClr val="000000"/>
              </a:solidFill>
            </a:endParaRPr>
          </a:p>
          <a:p>
            <a:pPr indent="-336550" lvl="1" marL="742950" marR="0" rtl="0" algn="l">
              <a:lnSpc>
                <a:spcPct val="115000"/>
              </a:lnSpc>
              <a:spcBef>
                <a:spcPts val="0"/>
              </a:spcBef>
              <a:spcAft>
                <a:spcPts val="0"/>
              </a:spcAft>
              <a:buClr>
                <a:srgbClr val="000000"/>
              </a:buClr>
              <a:buSzPts val="2600"/>
              <a:buFont typeface="Noto Sans Symbols"/>
              <a:buChar char="○"/>
            </a:pPr>
            <a:r>
              <a:rPr lang="en-US" sz="2600">
                <a:solidFill>
                  <a:srgbClr val="000000"/>
                </a:solidFill>
              </a:rPr>
              <a:t>Mọi bản đồ đều có thể tô bằng 4 màu sao cho hai nước nằm kề nhau phải được tô bằng hai màu khác nhau.</a:t>
            </a:r>
            <a:endParaRPr sz="2600">
              <a:solidFill>
                <a:srgbClr val="000000"/>
              </a:solidFill>
            </a:endParaRPr>
          </a:p>
          <a:p>
            <a:pPr indent="-323850" lvl="1" marL="742950" marR="0" rtl="0" algn="l">
              <a:lnSpc>
                <a:spcPct val="115000"/>
              </a:lnSpc>
              <a:spcBef>
                <a:spcPts val="0"/>
              </a:spcBef>
              <a:spcAft>
                <a:spcPts val="0"/>
              </a:spcAft>
              <a:buClr>
                <a:srgbClr val="000000"/>
              </a:buClr>
              <a:buSzPts val="2400"/>
              <a:buFont typeface="Arial"/>
              <a:buChar char="○"/>
            </a:pPr>
            <a:r>
              <a:t/>
            </a:r>
            <a:endParaRPr sz="2400">
              <a:solidFill>
                <a:srgbClr val="000000"/>
              </a:solidFill>
            </a:endParaRPr>
          </a:p>
        </p:txBody>
      </p:sp>
      <p:pic>
        <p:nvPicPr>
          <p:cNvPr id="181" name="Google Shape;181;g1180483e876_0_139"/>
          <p:cNvPicPr preferRelativeResize="0"/>
          <p:nvPr/>
        </p:nvPicPr>
        <p:blipFill>
          <a:blip r:embed="rId3">
            <a:alphaModFix/>
          </a:blip>
          <a:stretch>
            <a:fillRect/>
          </a:stretch>
        </p:blipFill>
        <p:spPr>
          <a:xfrm>
            <a:off x="1482050" y="4381900"/>
            <a:ext cx="5271225" cy="24060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1180483e876_0_149"/>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GIỚI THIỆU</a:t>
            </a:r>
            <a:endParaRPr/>
          </a:p>
        </p:txBody>
      </p:sp>
      <p:sp>
        <p:nvSpPr>
          <p:cNvPr id="188" name="Google Shape;188;g1180483e876_0_149"/>
          <p:cNvSpPr txBox="1"/>
          <p:nvPr>
            <p:ph idx="1" type="body"/>
          </p:nvPr>
        </p:nvSpPr>
        <p:spPr>
          <a:xfrm>
            <a:off x="425200" y="2185425"/>
            <a:ext cx="7850100" cy="1961700"/>
          </a:xfrm>
          <a:prstGeom prst="rect">
            <a:avLst/>
          </a:prstGeom>
        </p:spPr>
        <p:txBody>
          <a:bodyPr anchorCtr="0" anchor="t" bIns="45700" lIns="91425" spcFirstLastPara="1" rIns="91425" wrap="square" tIns="45700">
            <a:noAutofit/>
          </a:bodyPr>
          <a:lstStyle/>
          <a:p>
            <a:pPr indent="-330200" lvl="0" marL="342900" rtl="0" algn="l">
              <a:lnSpc>
                <a:spcPct val="100000"/>
              </a:lnSpc>
              <a:spcBef>
                <a:spcPts val="0"/>
              </a:spcBef>
              <a:spcAft>
                <a:spcPts val="0"/>
              </a:spcAft>
              <a:buClr>
                <a:srgbClr val="000000"/>
              </a:buClr>
              <a:buSzPts val="3000"/>
              <a:buFont typeface="Noto Sans Symbols"/>
              <a:buChar char="●"/>
            </a:pPr>
            <a:r>
              <a:rPr lang="en-US" sz="3000">
                <a:solidFill>
                  <a:srgbClr val="000000"/>
                </a:solidFill>
              </a:rPr>
              <a:t>Bài toán 4 màu</a:t>
            </a:r>
            <a:endParaRPr sz="3000">
              <a:solidFill>
                <a:srgbClr val="000000"/>
              </a:solidFill>
            </a:endParaRPr>
          </a:p>
          <a:p>
            <a:pPr indent="-336550" lvl="1" marL="742950" marR="0" rtl="0" algn="l">
              <a:lnSpc>
                <a:spcPct val="115000"/>
              </a:lnSpc>
              <a:spcBef>
                <a:spcPts val="0"/>
              </a:spcBef>
              <a:spcAft>
                <a:spcPts val="0"/>
              </a:spcAft>
              <a:buClr>
                <a:srgbClr val="000000"/>
              </a:buClr>
              <a:buSzPts val="2600"/>
              <a:buFont typeface="Noto Sans Symbols"/>
              <a:buChar char="○"/>
            </a:pPr>
            <a:r>
              <a:rPr lang="en-US" sz="2600">
                <a:solidFill>
                  <a:srgbClr val="000000"/>
                </a:solidFill>
              </a:rPr>
              <a:t>Mọi bản đồ đều có thể tô bằng 4 màu sao cho hai nước nằm kề nhau phải được tô bằng hai màu khác nhau.</a:t>
            </a:r>
            <a:endParaRPr sz="2600">
              <a:solidFill>
                <a:srgbClr val="000000"/>
              </a:solidFill>
            </a:endParaRPr>
          </a:p>
          <a:p>
            <a:pPr indent="-323850" lvl="1" marL="742950" marR="0" rtl="0" algn="l">
              <a:lnSpc>
                <a:spcPct val="115000"/>
              </a:lnSpc>
              <a:spcBef>
                <a:spcPts val="0"/>
              </a:spcBef>
              <a:spcAft>
                <a:spcPts val="0"/>
              </a:spcAft>
              <a:buClr>
                <a:srgbClr val="000000"/>
              </a:buClr>
              <a:buSzPts val="2400"/>
              <a:buFont typeface="Arial"/>
              <a:buChar char="○"/>
            </a:pPr>
            <a:r>
              <a:t/>
            </a:r>
            <a:endParaRPr sz="2400">
              <a:solidFill>
                <a:srgbClr val="000000"/>
              </a:solidFill>
            </a:endParaRPr>
          </a:p>
        </p:txBody>
      </p:sp>
      <p:sp>
        <p:nvSpPr>
          <p:cNvPr id="189" name="Google Shape;189;g1180483e876_0_149"/>
          <p:cNvSpPr txBox="1"/>
          <p:nvPr/>
        </p:nvSpPr>
        <p:spPr>
          <a:xfrm>
            <a:off x="1317850" y="4147125"/>
            <a:ext cx="6718200" cy="1939500"/>
          </a:xfrm>
          <a:prstGeom prst="rect">
            <a:avLst/>
          </a:prstGeom>
          <a:solidFill>
            <a:schemeClr val="lt1"/>
          </a:solidFill>
          <a:ln>
            <a:noFill/>
          </a:ln>
        </p:spPr>
        <p:txBody>
          <a:bodyPr anchorCtr="0" anchor="t" bIns="91425" lIns="91425" spcFirstLastPara="1" rIns="91425" wrap="square" tIns="91425">
            <a:spAutoFit/>
          </a:bodyPr>
          <a:lstStyle/>
          <a:p>
            <a:pPr indent="-349250" lvl="0" marL="457200" marR="0" rtl="0" algn="l">
              <a:lnSpc>
                <a:spcPct val="100000"/>
              </a:lnSpc>
              <a:spcBef>
                <a:spcPts val="0"/>
              </a:spcBef>
              <a:spcAft>
                <a:spcPts val="0"/>
              </a:spcAft>
              <a:buClr>
                <a:schemeClr val="dk2"/>
              </a:buClr>
              <a:buSzPts val="1900"/>
              <a:buFont typeface="Times New Roman"/>
              <a:buChar char="➔"/>
            </a:pPr>
            <a:r>
              <a:rPr i="1" lang="en-US" sz="1900">
                <a:solidFill>
                  <a:schemeClr val="dk2"/>
                </a:solidFill>
                <a:latin typeface="Times New Roman"/>
                <a:ea typeface="Times New Roman"/>
                <a:cs typeface="Times New Roman"/>
                <a:sym typeface="Times New Roman"/>
              </a:rPr>
              <a:t>1879 Alfred Kempe chứng minh </a:t>
            </a:r>
            <a:endParaRPr i="1" sz="1900">
              <a:solidFill>
                <a:schemeClr val="dk2"/>
              </a:solidFill>
              <a:latin typeface="Times New Roman"/>
              <a:ea typeface="Times New Roman"/>
              <a:cs typeface="Times New Roman"/>
              <a:sym typeface="Times New Roman"/>
            </a:endParaRPr>
          </a:p>
          <a:p>
            <a:pPr indent="-349250" lvl="0" marL="457200" marR="0" rtl="0" algn="l">
              <a:lnSpc>
                <a:spcPct val="100000"/>
              </a:lnSpc>
              <a:spcBef>
                <a:spcPts val="0"/>
              </a:spcBef>
              <a:spcAft>
                <a:spcPts val="0"/>
              </a:spcAft>
              <a:buClr>
                <a:schemeClr val="dk2"/>
              </a:buClr>
              <a:buSzPts val="1900"/>
              <a:buFont typeface="Times New Roman"/>
              <a:buChar char="➔"/>
            </a:pPr>
            <a:r>
              <a:rPr i="1" lang="en-US" sz="1900">
                <a:solidFill>
                  <a:schemeClr val="dk2"/>
                </a:solidFill>
                <a:latin typeface="Times New Roman"/>
                <a:ea typeface="Times New Roman"/>
                <a:cs typeface="Times New Roman"/>
                <a:sym typeface="Times New Roman"/>
              </a:rPr>
              <a:t>1889 Peter Guth Tait chứng minh </a:t>
            </a:r>
            <a:endParaRPr i="1" sz="1900">
              <a:solidFill>
                <a:schemeClr val="dk2"/>
              </a:solidFill>
              <a:latin typeface="Times New Roman"/>
              <a:ea typeface="Times New Roman"/>
              <a:cs typeface="Times New Roman"/>
              <a:sym typeface="Times New Roman"/>
            </a:endParaRPr>
          </a:p>
          <a:p>
            <a:pPr indent="-349250" lvl="0" marL="457200" marR="0" rtl="0" algn="l">
              <a:lnSpc>
                <a:spcPct val="100000"/>
              </a:lnSpc>
              <a:spcBef>
                <a:spcPts val="0"/>
              </a:spcBef>
              <a:spcAft>
                <a:spcPts val="0"/>
              </a:spcAft>
              <a:buClr>
                <a:schemeClr val="dk2"/>
              </a:buClr>
              <a:buSzPts val="1900"/>
              <a:buFont typeface="Times New Roman"/>
              <a:buChar char="➔"/>
            </a:pPr>
            <a:r>
              <a:rPr i="1" lang="en-US" sz="1900">
                <a:solidFill>
                  <a:schemeClr val="dk2"/>
                </a:solidFill>
                <a:latin typeface="Times New Roman"/>
                <a:ea typeface="Times New Roman"/>
                <a:cs typeface="Times New Roman"/>
                <a:sym typeface="Times New Roman"/>
              </a:rPr>
              <a:t>1890 Percy Heawood chỉ ra sự sai của Kempe</a:t>
            </a:r>
            <a:endParaRPr i="1" sz="1900">
              <a:solidFill>
                <a:schemeClr val="dk2"/>
              </a:solidFill>
              <a:latin typeface="Times New Roman"/>
              <a:ea typeface="Times New Roman"/>
              <a:cs typeface="Times New Roman"/>
              <a:sym typeface="Times New Roman"/>
            </a:endParaRPr>
          </a:p>
          <a:p>
            <a:pPr indent="-349250" lvl="0" marL="457200" marR="0" rtl="0" algn="l">
              <a:lnSpc>
                <a:spcPct val="100000"/>
              </a:lnSpc>
              <a:spcBef>
                <a:spcPts val="0"/>
              </a:spcBef>
              <a:spcAft>
                <a:spcPts val="0"/>
              </a:spcAft>
              <a:buClr>
                <a:schemeClr val="dk2"/>
              </a:buClr>
              <a:buSzPts val="1900"/>
              <a:buFont typeface="Times New Roman"/>
              <a:buChar char="➔"/>
            </a:pPr>
            <a:r>
              <a:rPr i="1" lang="en-US" sz="1900">
                <a:solidFill>
                  <a:schemeClr val="dk2"/>
                </a:solidFill>
                <a:latin typeface="Times New Roman"/>
                <a:ea typeface="Times New Roman"/>
                <a:cs typeface="Times New Roman"/>
                <a:sym typeface="Times New Roman"/>
              </a:rPr>
              <a:t>1891 Julius Petersen chỉ ra sự sai của Tait</a:t>
            </a:r>
            <a:endParaRPr i="1" sz="1900">
              <a:solidFill>
                <a:schemeClr val="dk2"/>
              </a:solidFill>
              <a:latin typeface="Times New Roman"/>
              <a:ea typeface="Times New Roman"/>
              <a:cs typeface="Times New Roman"/>
              <a:sym typeface="Times New Roman"/>
            </a:endParaRPr>
          </a:p>
          <a:p>
            <a:pPr indent="-349250" lvl="0" marL="457200" marR="0" rtl="0" algn="l">
              <a:lnSpc>
                <a:spcPct val="100000"/>
              </a:lnSpc>
              <a:spcBef>
                <a:spcPts val="0"/>
              </a:spcBef>
              <a:spcAft>
                <a:spcPts val="0"/>
              </a:spcAft>
              <a:buClr>
                <a:schemeClr val="dk2"/>
              </a:buClr>
              <a:buSzPts val="1900"/>
              <a:buFont typeface="Times New Roman"/>
              <a:buChar char="➔"/>
            </a:pPr>
            <a:r>
              <a:rPr b="1" i="1" lang="en-US" sz="1900">
                <a:solidFill>
                  <a:schemeClr val="dk2"/>
                </a:solidFill>
                <a:latin typeface="Times New Roman"/>
                <a:ea typeface="Times New Roman"/>
                <a:cs typeface="Times New Roman"/>
                <a:sym typeface="Times New Roman"/>
              </a:rPr>
              <a:t>1976 Kenneth Appel và Wolfgang Kaken</a:t>
            </a:r>
            <a:r>
              <a:rPr i="1" lang="en-US" sz="1900">
                <a:solidFill>
                  <a:schemeClr val="dk2"/>
                </a:solidFill>
                <a:latin typeface="Times New Roman"/>
                <a:ea typeface="Times New Roman"/>
                <a:cs typeface="Times New Roman"/>
                <a:sym typeface="Times New Roman"/>
              </a:rPr>
              <a:t> chứng minh bằng máy vi tính ( với 1000 giờ)</a:t>
            </a:r>
            <a:endParaRPr i="1" sz="1900">
              <a:solidFill>
                <a:schemeClr val="dk2"/>
              </a:solidFill>
              <a:latin typeface="Times New Roman"/>
              <a:ea typeface="Times New Roman"/>
              <a:cs typeface="Times New Roman"/>
              <a:sym typeface="Times New Roman"/>
            </a:endParaRPr>
          </a:p>
        </p:txBody>
      </p:sp>
      <p:sp>
        <p:nvSpPr>
          <p:cNvPr id="190" name="Google Shape;190;g1180483e876_0_149"/>
          <p:cNvSpPr txBox="1"/>
          <p:nvPr/>
        </p:nvSpPr>
        <p:spPr>
          <a:xfrm>
            <a:off x="1212900" y="6276425"/>
            <a:ext cx="7604700" cy="4770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i="1" lang="en-US" sz="1900">
                <a:solidFill>
                  <a:schemeClr val="dk2"/>
                </a:solidFill>
                <a:latin typeface="Times New Roman"/>
                <a:ea typeface="Times New Roman"/>
                <a:cs typeface="Times New Roman"/>
                <a:sym typeface="Times New Roman"/>
              </a:rPr>
              <a:t>Tóm lại: Mọi bản đồ được tô  với số màu lớn hơn hoặc bằng 4 màu</a:t>
            </a:r>
            <a:endParaRPr b="1" i="1" sz="1900">
              <a:solidFill>
                <a:schemeClr val="dk2"/>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1180483e876_0_160"/>
          <p:cNvSpPr txBox="1"/>
          <p:nvPr>
            <p:ph type="title"/>
          </p:nvPr>
        </p:nvSpPr>
        <p:spPr>
          <a:xfrm>
            <a:off x="425200" y="1001022"/>
            <a:ext cx="7850100" cy="661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GIỚI THIỆU</a:t>
            </a:r>
            <a:endParaRPr/>
          </a:p>
        </p:txBody>
      </p:sp>
      <p:sp>
        <p:nvSpPr>
          <p:cNvPr id="197" name="Google Shape;197;g1180483e876_0_160"/>
          <p:cNvSpPr txBox="1"/>
          <p:nvPr>
            <p:ph idx="1" type="body"/>
          </p:nvPr>
        </p:nvSpPr>
        <p:spPr>
          <a:xfrm>
            <a:off x="512675" y="1783050"/>
            <a:ext cx="8322600" cy="1961700"/>
          </a:xfrm>
          <a:prstGeom prst="rect">
            <a:avLst/>
          </a:prstGeom>
        </p:spPr>
        <p:txBody>
          <a:bodyPr anchorCtr="0" anchor="t" bIns="45700" lIns="91425" spcFirstLastPara="1" rIns="91425" wrap="square" tIns="45700">
            <a:noAutofit/>
          </a:bodyPr>
          <a:lstStyle/>
          <a:p>
            <a:pPr indent="-330200" lvl="0" marL="342900" rtl="0" algn="l">
              <a:lnSpc>
                <a:spcPct val="100000"/>
              </a:lnSpc>
              <a:spcBef>
                <a:spcPts val="0"/>
              </a:spcBef>
              <a:spcAft>
                <a:spcPts val="0"/>
              </a:spcAft>
              <a:buClr>
                <a:srgbClr val="000000"/>
              </a:buClr>
              <a:buSzPts val="3000"/>
              <a:buFont typeface="Noto Sans Symbols"/>
              <a:buChar char="●"/>
            </a:pPr>
            <a:r>
              <a:rPr lang="en-US" sz="3000">
                <a:solidFill>
                  <a:srgbClr val="000000"/>
                </a:solidFill>
              </a:rPr>
              <a:t>Bài toán </a:t>
            </a:r>
            <a:r>
              <a:rPr lang="en-US" sz="3000">
                <a:solidFill>
                  <a:srgbClr val="000000"/>
                </a:solidFill>
              </a:rPr>
              <a:t>hình lục giác thần bí</a:t>
            </a:r>
            <a:endParaRPr sz="3000">
              <a:solidFill>
                <a:srgbClr val="000000"/>
              </a:solidFill>
            </a:endParaRPr>
          </a:p>
          <a:p>
            <a:pPr indent="-355600" lvl="1" marL="742950" rtl="0" algn="l">
              <a:lnSpc>
                <a:spcPct val="100000"/>
              </a:lnSpc>
              <a:spcBef>
                <a:spcPts val="0"/>
              </a:spcBef>
              <a:spcAft>
                <a:spcPts val="0"/>
              </a:spcAft>
              <a:buClr>
                <a:srgbClr val="000000"/>
              </a:buClr>
              <a:buSzPts val="2900"/>
              <a:buFont typeface="Noto Sans Symbols"/>
              <a:buChar char="○"/>
            </a:pPr>
            <a:r>
              <a:rPr lang="en-US" sz="2900">
                <a:solidFill>
                  <a:srgbClr val="000000"/>
                </a:solidFill>
                <a:latin typeface="Times New Roman"/>
                <a:ea typeface="Times New Roman"/>
                <a:cs typeface="Times New Roman"/>
                <a:sym typeface="Times New Roman"/>
              </a:rPr>
              <a:t>Hãy điền các số từ 1 tới 19 vào 19 ô lục giác  sao cho tổng theo 6 hướng của lục giác là bằng nhau và bằng 38</a:t>
            </a:r>
            <a:endParaRPr sz="2900">
              <a:solidFill>
                <a:srgbClr val="000000"/>
              </a:solidFill>
              <a:latin typeface="Times New Roman"/>
              <a:ea typeface="Times New Roman"/>
              <a:cs typeface="Times New Roman"/>
              <a:sym typeface="Times New Roman"/>
            </a:endParaRPr>
          </a:p>
          <a:p>
            <a:pPr indent="0" lvl="0" marL="742950" marR="0" rtl="0" algn="l">
              <a:lnSpc>
                <a:spcPct val="115000"/>
              </a:lnSpc>
              <a:spcBef>
                <a:spcPts val="0"/>
              </a:spcBef>
              <a:spcAft>
                <a:spcPts val="0"/>
              </a:spcAft>
              <a:buNone/>
            </a:pPr>
            <a:r>
              <a:t/>
            </a:r>
            <a:endParaRPr sz="2400">
              <a:solidFill>
                <a:srgbClr val="000000"/>
              </a:solidFill>
            </a:endParaRPr>
          </a:p>
        </p:txBody>
      </p:sp>
      <p:grpSp>
        <p:nvGrpSpPr>
          <p:cNvPr id="198" name="Google Shape;198;g1180483e876_0_160"/>
          <p:cNvGrpSpPr/>
          <p:nvPr/>
        </p:nvGrpSpPr>
        <p:grpSpPr>
          <a:xfrm>
            <a:off x="2128277" y="3639759"/>
            <a:ext cx="3557828" cy="2904238"/>
            <a:chOff x="2128231" y="1400396"/>
            <a:chExt cx="4489940" cy="4613563"/>
          </a:xfrm>
        </p:grpSpPr>
        <p:sp>
          <p:nvSpPr>
            <p:cNvPr id="199" name="Google Shape;199;g1180483e876_0_160"/>
            <p:cNvSpPr/>
            <p:nvPr/>
          </p:nvSpPr>
          <p:spPr>
            <a:xfrm>
              <a:off x="2995457" y="3703021"/>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00" name="Google Shape;200;g1180483e876_0_160"/>
            <p:cNvSpPr/>
            <p:nvPr/>
          </p:nvSpPr>
          <p:spPr>
            <a:xfrm>
              <a:off x="2995457" y="2771996"/>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01" name="Google Shape;201;g1180483e876_0_160"/>
            <p:cNvSpPr/>
            <p:nvPr/>
          </p:nvSpPr>
          <p:spPr>
            <a:xfrm>
              <a:off x="3833657" y="3245821"/>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02" name="Google Shape;202;g1180483e876_0_160"/>
            <p:cNvSpPr/>
            <p:nvPr/>
          </p:nvSpPr>
          <p:spPr>
            <a:xfrm>
              <a:off x="3833657" y="2314796"/>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03" name="Google Shape;203;g1180483e876_0_160"/>
            <p:cNvSpPr/>
            <p:nvPr/>
          </p:nvSpPr>
          <p:spPr>
            <a:xfrm>
              <a:off x="4682941" y="3703021"/>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04" name="Google Shape;204;g1180483e876_0_160"/>
            <p:cNvSpPr/>
            <p:nvPr/>
          </p:nvSpPr>
          <p:spPr>
            <a:xfrm>
              <a:off x="4682941" y="2771996"/>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05" name="Google Shape;205;g1180483e876_0_160"/>
            <p:cNvSpPr/>
            <p:nvPr/>
          </p:nvSpPr>
          <p:spPr>
            <a:xfrm>
              <a:off x="3833657" y="5099559"/>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06" name="Google Shape;206;g1180483e876_0_160"/>
            <p:cNvSpPr/>
            <p:nvPr/>
          </p:nvSpPr>
          <p:spPr>
            <a:xfrm>
              <a:off x="3833657" y="4168534"/>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07" name="Google Shape;207;g1180483e876_0_160"/>
            <p:cNvSpPr/>
            <p:nvPr/>
          </p:nvSpPr>
          <p:spPr>
            <a:xfrm>
              <a:off x="2140631" y="3254133"/>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08" name="Google Shape;208;g1180483e876_0_160"/>
            <p:cNvSpPr/>
            <p:nvPr/>
          </p:nvSpPr>
          <p:spPr>
            <a:xfrm>
              <a:off x="3833657" y="1400396"/>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09" name="Google Shape;209;g1180483e876_0_160"/>
            <p:cNvSpPr/>
            <p:nvPr/>
          </p:nvSpPr>
          <p:spPr>
            <a:xfrm>
              <a:off x="5533194" y="4205941"/>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10" name="Google Shape;210;g1180483e876_0_160"/>
            <p:cNvSpPr/>
            <p:nvPr/>
          </p:nvSpPr>
          <p:spPr>
            <a:xfrm>
              <a:off x="5533194" y="3274916"/>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11" name="Google Shape;211;g1180483e876_0_160"/>
            <p:cNvSpPr/>
            <p:nvPr/>
          </p:nvSpPr>
          <p:spPr>
            <a:xfrm>
              <a:off x="4684257" y="4642201"/>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12" name="Google Shape;212;g1180483e876_0_160"/>
            <p:cNvSpPr/>
            <p:nvPr/>
          </p:nvSpPr>
          <p:spPr>
            <a:xfrm>
              <a:off x="2983057" y="4617421"/>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13" name="Google Shape;213;g1180483e876_0_160"/>
            <p:cNvSpPr/>
            <p:nvPr/>
          </p:nvSpPr>
          <p:spPr>
            <a:xfrm>
              <a:off x="2128231" y="4143596"/>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14" name="Google Shape;214;g1180483e876_0_160"/>
            <p:cNvSpPr/>
            <p:nvPr/>
          </p:nvSpPr>
          <p:spPr>
            <a:xfrm>
              <a:off x="5557371" y="2331263"/>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15" name="Google Shape;215;g1180483e876_0_160"/>
            <p:cNvSpPr/>
            <p:nvPr/>
          </p:nvSpPr>
          <p:spPr>
            <a:xfrm>
              <a:off x="4695514" y="1835113"/>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16" name="Google Shape;216;g1180483e876_0_160"/>
            <p:cNvSpPr/>
            <p:nvPr/>
          </p:nvSpPr>
          <p:spPr>
            <a:xfrm>
              <a:off x="2971800" y="1828800"/>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17" name="Google Shape;217;g1180483e876_0_160"/>
            <p:cNvSpPr/>
            <p:nvPr/>
          </p:nvSpPr>
          <p:spPr>
            <a:xfrm>
              <a:off x="2137376" y="2323108"/>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1180483e876_0_189"/>
          <p:cNvSpPr txBox="1"/>
          <p:nvPr>
            <p:ph type="title"/>
          </p:nvPr>
        </p:nvSpPr>
        <p:spPr>
          <a:xfrm>
            <a:off x="425200" y="1001022"/>
            <a:ext cx="7850100" cy="661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GIỚI THIỆU</a:t>
            </a:r>
            <a:endParaRPr/>
          </a:p>
        </p:txBody>
      </p:sp>
      <p:sp>
        <p:nvSpPr>
          <p:cNvPr id="224" name="Google Shape;224;g1180483e876_0_189"/>
          <p:cNvSpPr txBox="1"/>
          <p:nvPr>
            <p:ph idx="1" type="body"/>
          </p:nvPr>
        </p:nvSpPr>
        <p:spPr>
          <a:xfrm>
            <a:off x="512675" y="1662825"/>
            <a:ext cx="8322600" cy="2082000"/>
          </a:xfrm>
          <a:prstGeom prst="rect">
            <a:avLst/>
          </a:prstGeom>
        </p:spPr>
        <p:txBody>
          <a:bodyPr anchorCtr="0" anchor="t" bIns="45700" lIns="91425" spcFirstLastPara="1" rIns="91425" wrap="square" tIns="45700">
            <a:noAutofit/>
          </a:bodyPr>
          <a:lstStyle/>
          <a:p>
            <a:pPr indent="-330200" lvl="0" marL="342900" rtl="0" algn="l">
              <a:lnSpc>
                <a:spcPct val="100000"/>
              </a:lnSpc>
              <a:spcBef>
                <a:spcPts val="0"/>
              </a:spcBef>
              <a:spcAft>
                <a:spcPts val="0"/>
              </a:spcAft>
              <a:buClr>
                <a:srgbClr val="000000"/>
              </a:buClr>
              <a:buSzPts val="3000"/>
              <a:buFont typeface="Noto Sans Symbols"/>
              <a:buChar char="●"/>
            </a:pPr>
            <a:r>
              <a:rPr lang="en-US" sz="3000">
                <a:solidFill>
                  <a:srgbClr val="000000"/>
                </a:solidFill>
              </a:rPr>
              <a:t>Bài toán hình lục giác thần bí</a:t>
            </a:r>
            <a:endParaRPr sz="3000">
              <a:solidFill>
                <a:srgbClr val="000000"/>
              </a:solidFill>
            </a:endParaRPr>
          </a:p>
          <a:p>
            <a:pPr indent="-355600" lvl="1" marL="742950" rtl="0" algn="l">
              <a:lnSpc>
                <a:spcPct val="100000"/>
              </a:lnSpc>
              <a:spcBef>
                <a:spcPts val="0"/>
              </a:spcBef>
              <a:spcAft>
                <a:spcPts val="0"/>
              </a:spcAft>
              <a:buClr>
                <a:srgbClr val="000000"/>
              </a:buClr>
              <a:buSzPts val="2900"/>
              <a:buFont typeface="Noto Sans Symbols"/>
              <a:buChar char="○"/>
            </a:pPr>
            <a:r>
              <a:rPr lang="en-US" sz="2900">
                <a:solidFill>
                  <a:srgbClr val="000000"/>
                </a:solidFill>
                <a:latin typeface="Times New Roman"/>
                <a:ea typeface="Times New Roman"/>
                <a:cs typeface="Times New Roman"/>
                <a:sym typeface="Times New Roman"/>
              </a:rPr>
              <a:t>Năm 1910 Clifford Adams đề xuất bài toán</a:t>
            </a:r>
            <a:endParaRPr sz="2900">
              <a:solidFill>
                <a:srgbClr val="000000"/>
              </a:solidFill>
              <a:latin typeface="Times New Roman"/>
              <a:ea typeface="Times New Roman"/>
              <a:cs typeface="Times New Roman"/>
              <a:sym typeface="Times New Roman"/>
            </a:endParaRPr>
          </a:p>
          <a:p>
            <a:pPr indent="-355600" lvl="1" marL="742950" rtl="0" algn="l">
              <a:lnSpc>
                <a:spcPct val="100000"/>
              </a:lnSpc>
              <a:spcBef>
                <a:spcPts val="0"/>
              </a:spcBef>
              <a:spcAft>
                <a:spcPts val="0"/>
              </a:spcAft>
              <a:buClr>
                <a:srgbClr val="000000"/>
              </a:buClr>
              <a:buSzPts val="2900"/>
              <a:buFont typeface="Times New Roman"/>
              <a:buChar char="○"/>
            </a:pPr>
            <a:r>
              <a:rPr lang="en-US" sz="2900">
                <a:solidFill>
                  <a:srgbClr val="000000"/>
                </a:solidFill>
                <a:latin typeface="Times New Roman"/>
                <a:ea typeface="Times New Roman"/>
                <a:cs typeface="Times New Roman"/>
                <a:sym typeface="Times New Roman"/>
              </a:rPr>
              <a:t>Năm 1957 chính tác giả đã tìm ra lời giải, nhưng sơ ý đánh mất bản thảo. </a:t>
            </a:r>
            <a:endParaRPr sz="2900">
              <a:solidFill>
                <a:srgbClr val="000000"/>
              </a:solidFill>
              <a:latin typeface="Times New Roman"/>
              <a:ea typeface="Times New Roman"/>
              <a:cs typeface="Times New Roman"/>
              <a:sym typeface="Times New Roman"/>
            </a:endParaRPr>
          </a:p>
          <a:p>
            <a:pPr indent="-355600" lvl="1" marL="742950" rtl="0" algn="l">
              <a:lnSpc>
                <a:spcPct val="100000"/>
              </a:lnSpc>
              <a:spcBef>
                <a:spcPts val="0"/>
              </a:spcBef>
              <a:spcAft>
                <a:spcPts val="0"/>
              </a:spcAft>
              <a:buClr>
                <a:srgbClr val="000000"/>
              </a:buClr>
              <a:buSzPts val="2900"/>
              <a:buFont typeface="Times New Roman"/>
              <a:buChar char="○"/>
            </a:pPr>
            <a:r>
              <a:rPr lang="en-US" sz="2900">
                <a:solidFill>
                  <a:srgbClr val="000000"/>
                </a:solidFill>
                <a:latin typeface="Times New Roman"/>
                <a:ea typeface="Times New Roman"/>
                <a:cs typeface="Times New Roman"/>
                <a:sym typeface="Times New Roman"/>
              </a:rPr>
              <a:t>Năm 1962 Adams công bố lời giải</a:t>
            </a:r>
            <a:endParaRPr sz="2900">
              <a:solidFill>
                <a:srgbClr val="000000"/>
              </a:solidFill>
            </a:endParaRPr>
          </a:p>
          <a:p>
            <a:pPr indent="0" lvl="0" marL="742950" marR="0" rtl="0" algn="l">
              <a:lnSpc>
                <a:spcPct val="115000"/>
              </a:lnSpc>
              <a:spcBef>
                <a:spcPts val="0"/>
              </a:spcBef>
              <a:spcAft>
                <a:spcPts val="0"/>
              </a:spcAft>
              <a:buNone/>
            </a:pPr>
            <a:r>
              <a:t/>
            </a:r>
            <a:endParaRPr sz="2400">
              <a:solidFill>
                <a:srgbClr val="000000"/>
              </a:solidFill>
            </a:endParaRPr>
          </a:p>
        </p:txBody>
      </p:sp>
      <p:grpSp>
        <p:nvGrpSpPr>
          <p:cNvPr id="225" name="Google Shape;225;g1180483e876_0_189"/>
          <p:cNvGrpSpPr/>
          <p:nvPr/>
        </p:nvGrpSpPr>
        <p:grpSpPr>
          <a:xfrm>
            <a:off x="2425613" y="3902085"/>
            <a:ext cx="3470275" cy="2374140"/>
            <a:chOff x="2128231" y="1400396"/>
            <a:chExt cx="4489940" cy="4613563"/>
          </a:xfrm>
        </p:grpSpPr>
        <p:sp>
          <p:nvSpPr>
            <p:cNvPr id="226" name="Google Shape;226;g1180483e876_0_189"/>
            <p:cNvSpPr/>
            <p:nvPr/>
          </p:nvSpPr>
          <p:spPr>
            <a:xfrm>
              <a:off x="2995457" y="3703021"/>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1</a:t>
              </a:r>
              <a:endParaRPr/>
            </a:p>
          </p:txBody>
        </p:sp>
        <p:sp>
          <p:nvSpPr>
            <p:cNvPr id="227" name="Google Shape;227;g1180483e876_0_189"/>
            <p:cNvSpPr/>
            <p:nvPr/>
          </p:nvSpPr>
          <p:spPr>
            <a:xfrm>
              <a:off x="2995457" y="2771996"/>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6</a:t>
              </a:r>
              <a:endParaRPr/>
            </a:p>
          </p:txBody>
        </p:sp>
        <p:sp>
          <p:nvSpPr>
            <p:cNvPr id="228" name="Google Shape;228;g1180483e876_0_189"/>
            <p:cNvSpPr/>
            <p:nvPr/>
          </p:nvSpPr>
          <p:spPr>
            <a:xfrm>
              <a:off x="3833657" y="3245821"/>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5</a:t>
              </a:r>
              <a:endParaRPr/>
            </a:p>
          </p:txBody>
        </p:sp>
        <p:sp>
          <p:nvSpPr>
            <p:cNvPr id="229" name="Google Shape;229;g1180483e876_0_189"/>
            <p:cNvSpPr/>
            <p:nvPr/>
          </p:nvSpPr>
          <p:spPr>
            <a:xfrm>
              <a:off x="3833657" y="2314796"/>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8</a:t>
              </a:r>
              <a:endParaRPr/>
            </a:p>
          </p:txBody>
        </p:sp>
        <p:sp>
          <p:nvSpPr>
            <p:cNvPr id="230" name="Google Shape;230;g1180483e876_0_189"/>
            <p:cNvSpPr/>
            <p:nvPr/>
          </p:nvSpPr>
          <p:spPr>
            <a:xfrm>
              <a:off x="4682941" y="3703021"/>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2</a:t>
              </a:r>
              <a:endParaRPr/>
            </a:p>
          </p:txBody>
        </p:sp>
        <p:sp>
          <p:nvSpPr>
            <p:cNvPr id="231" name="Google Shape;231;g1180483e876_0_189"/>
            <p:cNvSpPr/>
            <p:nvPr/>
          </p:nvSpPr>
          <p:spPr>
            <a:xfrm>
              <a:off x="4682941" y="2767523"/>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4</a:t>
              </a:r>
              <a:endParaRPr/>
            </a:p>
          </p:txBody>
        </p:sp>
        <p:sp>
          <p:nvSpPr>
            <p:cNvPr id="232" name="Google Shape;232;g1180483e876_0_189"/>
            <p:cNvSpPr/>
            <p:nvPr/>
          </p:nvSpPr>
          <p:spPr>
            <a:xfrm>
              <a:off x="3833657" y="5099559"/>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3</a:t>
              </a:r>
              <a:endParaRPr/>
            </a:p>
          </p:txBody>
        </p:sp>
        <p:sp>
          <p:nvSpPr>
            <p:cNvPr id="233" name="Google Shape;233;g1180483e876_0_189"/>
            <p:cNvSpPr/>
            <p:nvPr/>
          </p:nvSpPr>
          <p:spPr>
            <a:xfrm>
              <a:off x="3833657" y="4168534"/>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7</a:t>
              </a:r>
              <a:endParaRPr/>
            </a:p>
          </p:txBody>
        </p:sp>
        <p:sp>
          <p:nvSpPr>
            <p:cNvPr id="234" name="Google Shape;234;g1180483e876_0_189"/>
            <p:cNvSpPr/>
            <p:nvPr/>
          </p:nvSpPr>
          <p:spPr>
            <a:xfrm>
              <a:off x="2140631" y="3254133"/>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11</a:t>
              </a:r>
              <a:endParaRPr/>
            </a:p>
          </p:txBody>
        </p:sp>
        <p:sp>
          <p:nvSpPr>
            <p:cNvPr id="235" name="Google Shape;235;g1180483e876_0_189"/>
            <p:cNvSpPr/>
            <p:nvPr/>
          </p:nvSpPr>
          <p:spPr>
            <a:xfrm>
              <a:off x="3833657" y="1400396"/>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15</a:t>
              </a:r>
              <a:endParaRPr/>
            </a:p>
          </p:txBody>
        </p:sp>
        <p:sp>
          <p:nvSpPr>
            <p:cNvPr id="236" name="Google Shape;236;g1180483e876_0_189"/>
            <p:cNvSpPr/>
            <p:nvPr/>
          </p:nvSpPr>
          <p:spPr>
            <a:xfrm>
              <a:off x="5533194" y="4205941"/>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16</a:t>
              </a:r>
              <a:endParaRPr/>
            </a:p>
          </p:txBody>
        </p:sp>
        <p:sp>
          <p:nvSpPr>
            <p:cNvPr id="237" name="Google Shape;237;g1180483e876_0_189"/>
            <p:cNvSpPr/>
            <p:nvPr/>
          </p:nvSpPr>
          <p:spPr>
            <a:xfrm>
              <a:off x="5521141" y="3256984"/>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12</a:t>
              </a:r>
              <a:endParaRPr/>
            </a:p>
          </p:txBody>
        </p:sp>
        <p:sp>
          <p:nvSpPr>
            <p:cNvPr id="238" name="Google Shape;238;g1180483e876_0_189"/>
            <p:cNvSpPr/>
            <p:nvPr/>
          </p:nvSpPr>
          <p:spPr>
            <a:xfrm>
              <a:off x="4684257" y="4642201"/>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19</a:t>
              </a:r>
              <a:endParaRPr/>
            </a:p>
          </p:txBody>
        </p:sp>
        <p:sp>
          <p:nvSpPr>
            <p:cNvPr id="239" name="Google Shape;239;g1180483e876_0_189"/>
            <p:cNvSpPr/>
            <p:nvPr/>
          </p:nvSpPr>
          <p:spPr>
            <a:xfrm>
              <a:off x="2983057" y="4617421"/>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17</a:t>
              </a:r>
              <a:endParaRPr/>
            </a:p>
          </p:txBody>
        </p:sp>
        <p:sp>
          <p:nvSpPr>
            <p:cNvPr id="240" name="Google Shape;240;g1180483e876_0_189"/>
            <p:cNvSpPr/>
            <p:nvPr/>
          </p:nvSpPr>
          <p:spPr>
            <a:xfrm>
              <a:off x="2128231" y="4143596"/>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18</a:t>
              </a:r>
              <a:endParaRPr/>
            </a:p>
          </p:txBody>
        </p:sp>
        <p:sp>
          <p:nvSpPr>
            <p:cNvPr id="241" name="Google Shape;241;g1180483e876_0_189"/>
            <p:cNvSpPr/>
            <p:nvPr/>
          </p:nvSpPr>
          <p:spPr>
            <a:xfrm>
              <a:off x="5557371" y="2331263"/>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10</a:t>
              </a:r>
              <a:endParaRPr/>
            </a:p>
          </p:txBody>
        </p:sp>
        <p:sp>
          <p:nvSpPr>
            <p:cNvPr id="242" name="Google Shape;242;g1180483e876_0_189"/>
            <p:cNvSpPr/>
            <p:nvPr/>
          </p:nvSpPr>
          <p:spPr>
            <a:xfrm>
              <a:off x="4695514" y="1835113"/>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13</a:t>
              </a:r>
              <a:endParaRPr/>
            </a:p>
          </p:txBody>
        </p:sp>
        <p:sp>
          <p:nvSpPr>
            <p:cNvPr id="243" name="Google Shape;243;g1180483e876_0_189"/>
            <p:cNvSpPr/>
            <p:nvPr/>
          </p:nvSpPr>
          <p:spPr>
            <a:xfrm>
              <a:off x="2971800" y="1828800"/>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14</a:t>
              </a:r>
              <a:endParaRPr/>
            </a:p>
          </p:txBody>
        </p:sp>
        <p:sp>
          <p:nvSpPr>
            <p:cNvPr id="244" name="Google Shape;244;g1180483e876_0_189"/>
            <p:cNvSpPr/>
            <p:nvPr/>
          </p:nvSpPr>
          <p:spPr>
            <a:xfrm>
              <a:off x="2137376" y="2323108"/>
              <a:ext cx="1060800" cy="914400"/>
            </a:xfrm>
            <a:prstGeom prst="hexagon">
              <a:avLst>
                <a:gd fmla="val 25000" name="adj"/>
                <a:gd fmla="val 115470" name="vf"/>
              </a:avLst>
            </a:prstGeom>
            <a:solidFill>
              <a:schemeClr val="lt1"/>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7F7F7F"/>
                  </a:solidFill>
                  <a:latin typeface="Times New Roman"/>
                  <a:ea typeface="Times New Roman"/>
                  <a:cs typeface="Times New Roman"/>
                  <a:sym typeface="Times New Roman"/>
                </a:rPr>
                <a:t>9</a:t>
              </a:r>
              <a:endParaRPr/>
            </a:p>
          </p:txBody>
        </p:sp>
      </p:grpSp>
      <p:sp>
        <p:nvSpPr>
          <p:cNvPr id="245" name="Google Shape;245;g1180483e876_0_189"/>
          <p:cNvSpPr txBox="1"/>
          <p:nvPr/>
        </p:nvSpPr>
        <p:spPr>
          <a:xfrm>
            <a:off x="1212900" y="6363900"/>
            <a:ext cx="5190600" cy="4770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i="1" lang="en-US" sz="1900">
                <a:solidFill>
                  <a:schemeClr val="dk2"/>
                </a:solidFill>
                <a:latin typeface="Times New Roman"/>
                <a:ea typeface="Times New Roman"/>
                <a:cs typeface="Times New Roman"/>
                <a:sym typeface="Times New Roman"/>
              </a:rPr>
              <a:t>Đặc biệt</a:t>
            </a:r>
            <a:r>
              <a:rPr b="1" i="1" lang="en-US" sz="1900">
                <a:solidFill>
                  <a:schemeClr val="dk2"/>
                </a:solidFill>
                <a:latin typeface="Times New Roman"/>
                <a:ea typeface="Times New Roman"/>
                <a:cs typeface="Times New Roman"/>
                <a:sym typeface="Times New Roman"/>
              </a:rPr>
              <a:t>: </a:t>
            </a:r>
            <a:r>
              <a:rPr b="1" i="1" lang="en-US" sz="1900">
                <a:solidFill>
                  <a:schemeClr val="dk2"/>
                </a:solidFill>
                <a:latin typeface="Times New Roman"/>
                <a:ea typeface="Times New Roman"/>
                <a:cs typeface="Times New Roman"/>
                <a:sym typeface="Times New Roman"/>
              </a:rPr>
              <a:t>Trên đây là lời giải duy nhất!</a:t>
            </a:r>
            <a:endParaRPr b="1" i="1" sz="1900">
              <a:solidFill>
                <a:schemeClr val="dk2"/>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g1180483e876_0_237"/>
          <p:cNvSpPr txBox="1"/>
          <p:nvPr>
            <p:ph type="title"/>
          </p:nvPr>
        </p:nvSpPr>
        <p:spPr>
          <a:xfrm>
            <a:off x="425200" y="1001022"/>
            <a:ext cx="7850100" cy="661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GIỚI THIỆU</a:t>
            </a:r>
            <a:endParaRPr/>
          </a:p>
        </p:txBody>
      </p:sp>
      <p:sp>
        <p:nvSpPr>
          <p:cNvPr id="252" name="Google Shape;252;g1180483e876_0_237"/>
          <p:cNvSpPr txBox="1"/>
          <p:nvPr>
            <p:ph idx="1" type="body"/>
          </p:nvPr>
        </p:nvSpPr>
        <p:spPr>
          <a:xfrm>
            <a:off x="512675" y="1837775"/>
            <a:ext cx="8322600" cy="4356300"/>
          </a:xfrm>
          <a:prstGeom prst="rect">
            <a:avLst/>
          </a:prstGeom>
        </p:spPr>
        <p:txBody>
          <a:bodyPr anchorCtr="0" anchor="t" bIns="45700" lIns="91425" spcFirstLastPara="1" rIns="91425" wrap="square" tIns="45700">
            <a:noAutofit/>
          </a:bodyPr>
          <a:lstStyle/>
          <a:p>
            <a:pPr indent="-330200" lvl="0" marL="342900" rtl="0" algn="l">
              <a:lnSpc>
                <a:spcPct val="115000"/>
              </a:lnSpc>
              <a:spcBef>
                <a:spcPts val="0"/>
              </a:spcBef>
              <a:spcAft>
                <a:spcPts val="0"/>
              </a:spcAft>
              <a:buClr>
                <a:srgbClr val="000000"/>
              </a:buClr>
              <a:buSzPts val="3000"/>
              <a:buFont typeface="Noto Sans Symbols"/>
              <a:buChar char="●"/>
            </a:pPr>
            <a:r>
              <a:rPr b="1" lang="en-US" sz="3000">
                <a:solidFill>
                  <a:srgbClr val="000000"/>
                </a:solidFill>
              </a:rPr>
              <a:t>Phương pháp phản chứng</a:t>
            </a:r>
            <a:endParaRPr b="1" sz="3000">
              <a:solidFill>
                <a:srgbClr val="000000"/>
              </a:solidFill>
            </a:endParaRPr>
          </a:p>
          <a:p>
            <a:pPr indent="-361950" lvl="1" marL="742950" rtl="0" algn="l">
              <a:lnSpc>
                <a:spcPct val="115000"/>
              </a:lnSpc>
              <a:spcBef>
                <a:spcPts val="0"/>
              </a:spcBef>
              <a:spcAft>
                <a:spcPts val="0"/>
              </a:spcAft>
              <a:buClr>
                <a:srgbClr val="000000"/>
              </a:buClr>
              <a:buSzPts val="3000"/>
              <a:buFont typeface="Arial"/>
              <a:buChar char="○"/>
            </a:pPr>
            <a:r>
              <a:rPr lang="en-US" sz="3000">
                <a:solidFill>
                  <a:srgbClr val="000000"/>
                </a:solidFill>
              </a:rPr>
              <a:t>Giải bài toán tồi tại </a:t>
            </a:r>
            <a:endParaRPr sz="3000">
              <a:solidFill>
                <a:srgbClr val="000000"/>
              </a:solidFill>
            </a:endParaRPr>
          </a:p>
          <a:p>
            <a:pPr indent="-361950" lvl="1" marL="742950" rtl="0" algn="l">
              <a:lnSpc>
                <a:spcPct val="115000"/>
              </a:lnSpc>
              <a:spcBef>
                <a:spcPts val="0"/>
              </a:spcBef>
              <a:spcAft>
                <a:spcPts val="0"/>
              </a:spcAft>
              <a:buClr>
                <a:srgbClr val="000000"/>
              </a:buClr>
              <a:buSzPts val="3000"/>
              <a:buFont typeface="Arial"/>
              <a:buChar char="○"/>
            </a:pPr>
            <a:r>
              <a:rPr lang="en-US" sz="3000">
                <a:solidFill>
                  <a:srgbClr val="000000"/>
                </a:solidFill>
              </a:rPr>
              <a:t>Giả thiết điều chứng minh là sai, dẫn đến </a:t>
            </a:r>
            <a:r>
              <a:rPr lang="en-US" sz="3000">
                <a:solidFill>
                  <a:srgbClr val="000000"/>
                </a:solidFill>
              </a:rPr>
              <a:t>mâu</a:t>
            </a:r>
            <a:r>
              <a:rPr lang="en-US" sz="3000">
                <a:solidFill>
                  <a:srgbClr val="000000"/>
                </a:solidFill>
              </a:rPr>
              <a:t> </a:t>
            </a:r>
            <a:r>
              <a:rPr lang="en-US" sz="3000">
                <a:solidFill>
                  <a:srgbClr val="000000"/>
                </a:solidFill>
              </a:rPr>
              <a:t>thuẫn</a:t>
            </a:r>
            <a:r>
              <a:rPr lang="en-US" sz="3000">
                <a:solidFill>
                  <a:srgbClr val="000000"/>
                </a:solidFill>
              </a:rPr>
              <a:t>.</a:t>
            </a:r>
            <a:endParaRPr sz="3000">
              <a:solidFill>
                <a:srgbClr val="000000"/>
              </a:solidFill>
            </a:endParaRPr>
          </a:p>
          <a:p>
            <a:pPr indent="-419100" lvl="0" marL="342900" rtl="0" algn="l">
              <a:lnSpc>
                <a:spcPct val="115000"/>
              </a:lnSpc>
              <a:spcBef>
                <a:spcPts val="0"/>
              </a:spcBef>
              <a:spcAft>
                <a:spcPts val="0"/>
              </a:spcAft>
              <a:buClr>
                <a:srgbClr val="000000"/>
              </a:buClr>
              <a:buSzPts val="3000"/>
              <a:buFont typeface="Noto Sans Symbols"/>
              <a:buChar char="●"/>
            </a:pPr>
            <a:r>
              <a:rPr b="1" lang="en-US" sz="3000">
                <a:solidFill>
                  <a:srgbClr val="000000"/>
                </a:solidFill>
              </a:rPr>
              <a:t>Nguyên lý Dirichlet</a:t>
            </a:r>
            <a:endParaRPr b="1" sz="3000">
              <a:solidFill>
                <a:srgbClr val="000000"/>
              </a:solidFill>
            </a:endParaRPr>
          </a:p>
          <a:p>
            <a:pPr indent="-361950" lvl="1" marL="742950" marR="0" rtl="0" algn="l">
              <a:lnSpc>
                <a:spcPct val="115000"/>
              </a:lnSpc>
              <a:spcBef>
                <a:spcPts val="0"/>
              </a:spcBef>
              <a:spcAft>
                <a:spcPts val="0"/>
              </a:spcAft>
              <a:buClr>
                <a:srgbClr val="000000"/>
              </a:buClr>
              <a:buSzPts val="3000"/>
              <a:buFont typeface="Arial"/>
              <a:buChar char="○"/>
            </a:pPr>
            <a:r>
              <a:rPr lang="en-US" sz="3000">
                <a:solidFill>
                  <a:srgbClr val="000000"/>
                </a:solidFill>
              </a:rPr>
              <a:t>Chứng minh sự tồn tại của một cấu hình với điều kiện cho trước</a:t>
            </a:r>
            <a:endParaRPr sz="3000">
              <a:solidFill>
                <a:srgbClr val="000000"/>
              </a:solidFill>
            </a:endParaRPr>
          </a:p>
          <a:p>
            <a:pPr indent="-419100" lvl="0" marL="342900" rtl="0" algn="l">
              <a:lnSpc>
                <a:spcPct val="115000"/>
              </a:lnSpc>
              <a:spcBef>
                <a:spcPts val="0"/>
              </a:spcBef>
              <a:spcAft>
                <a:spcPts val="0"/>
              </a:spcAft>
              <a:buClr>
                <a:srgbClr val="000000"/>
              </a:buClr>
              <a:buSzPts val="3000"/>
              <a:buChar char="●"/>
            </a:pPr>
            <a:r>
              <a:rPr b="1" lang="en-US" sz="3000">
                <a:solidFill>
                  <a:srgbClr val="000000"/>
                </a:solidFill>
              </a:rPr>
              <a:t>Nguyên tắc chung:</a:t>
            </a:r>
            <a:endParaRPr b="1" sz="3000">
              <a:solidFill>
                <a:srgbClr val="000000"/>
              </a:solidFill>
            </a:endParaRPr>
          </a:p>
          <a:p>
            <a:pPr indent="-361950" lvl="1" marL="742950" rtl="0" algn="l">
              <a:lnSpc>
                <a:spcPct val="115000"/>
              </a:lnSpc>
              <a:spcBef>
                <a:spcPts val="0"/>
              </a:spcBef>
              <a:spcAft>
                <a:spcPts val="0"/>
              </a:spcAft>
              <a:buClr>
                <a:srgbClr val="000000"/>
              </a:buClr>
              <a:buSzPts val="3000"/>
              <a:buFont typeface="Arial"/>
              <a:buChar char="○"/>
            </a:pPr>
            <a:r>
              <a:rPr lang="en-US" sz="3000">
                <a:solidFill>
                  <a:srgbClr val="000000"/>
                </a:solidFill>
              </a:rPr>
              <a:t>Không tiến hành liệt kê tất cả cấu hình</a:t>
            </a:r>
            <a:endParaRPr sz="3000">
              <a:solidFill>
                <a:srgbClr val="000000"/>
              </a:solidFill>
            </a:endParaRPr>
          </a:p>
          <a:p>
            <a:pPr indent="0" lvl="0" marL="742950" marR="0" rtl="0" algn="l">
              <a:lnSpc>
                <a:spcPct val="115000"/>
              </a:lnSpc>
              <a:spcBef>
                <a:spcPts val="0"/>
              </a:spcBef>
              <a:spcAft>
                <a:spcPts val="0"/>
              </a:spcAft>
              <a:buNone/>
            </a:pPr>
            <a:r>
              <a:t/>
            </a:r>
            <a:endParaRPr sz="2400">
              <a:solidFill>
                <a:srgbClr val="0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g1180483e876_0_264"/>
          <p:cNvSpPr txBox="1"/>
          <p:nvPr>
            <p:ph type="title"/>
          </p:nvPr>
        </p:nvSpPr>
        <p:spPr>
          <a:xfrm>
            <a:off x="425200" y="1001022"/>
            <a:ext cx="7850100" cy="661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Nguyên lý Dirichlet</a:t>
            </a:r>
            <a:endParaRPr/>
          </a:p>
        </p:txBody>
      </p:sp>
      <p:sp>
        <p:nvSpPr>
          <p:cNvPr id="259" name="Google Shape;259;g1180483e876_0_264"/>
          <p:cNvSpPr txBox="1"/>
          <p:nvPr>
            <p:ph idx="1" type="body"/>
          </p:nvPr>
        </p:nvSpPr>
        <p:spPr>
          <a:xfrm>
            <a:off x="512675" y="1837775"/>
            <a:ext cx="8322600" cy="4356300"/>
          </a:xfrm>
          <a:prstGeom prst="rect">
            <a:avLst/>
          </a:prstGeom>
        </p:spPr>
        <p:txBody>
          <a:bodyPr anchorCtr="0" anchor="t" bIns="45700" lIns="91425" spcFirstLastPara="1" rIns="91425" wrap="square" tIns="45700">
            <a:noAutofit/>
          </a:bodyPr>
          <a:lstStyle/>
          <a:p>
            <a:pPr indent="-330200" lvl="0" marL="342900" rtl="0" algn="l">
              <a:lnSpc>
                <a:spcPct val="115000"/>
              </a:lnSpc>
              <a:spcBef>
                <a:spcPts val="0"/>
              </a:spcBef>
              <a:spcAft>
                <a:spcPts val="0"/>
              </a:spcAft>
              <a:buClr>
                <a:srgbClr val="000000"/>
              </a:buClr>
              <a:buSzPts val="3000"/>
              <a:buFont typeface="Noto Sans Symbols"/>
              <a:buChar char="●"/>
            </a:pPr>
            <a:r>
              <a:rPr b="1" lang="en-US" sz="3000">
                <a:solidFill>
                  <a:srgbClr val="000000"/>
                </a:solidFill>
              </a:rPr>
              <a:t>Nguyên lý: </a:t>
            </a:r>
            <a:r>
              <a:rPr lang="en-US" sz="3000">
                <a:solidFill>
                  <a:srgbClr val="000000"/>
                </a:solidFill>
              </a:rPr>
              <a:t>nếu đem xếp nhiều hơn n đối tượng vào n cái hộp, thì luôn tìm được một cái hộp chứa không ít hơn hai đối tượng.</a:t>
            </a:r>
            <a:endParaRPr sz="3000">
              <a:solidFill>
                <a:srgbClr val="000000"/>
              </a:solidFill>
            </a:endParaRPr>
          </a:p>
          <a:p>
            <a:pPr indent="0" lvl="0" marL="0" rtl="0" algn="l">
              <a:lnSpc>
                <a:spcPct val="115000"/>
              </a:lnSpc>
              <a:spcBef>
                <a:spcPts val="0"/>
              </a:spcBef>
              <a:spcAft>
                <a:spcPts val="0"/>
              </a:spcAft>
              <a:buNone/>
            </a:pPr>
            <a:r>
              <a:t/>
            </a:r>
            <a:endParaRPr sz="3000">
              <a:solidFill>
                <a:srgbClr val="000000"/>
              </a:solidFill>
            </a:endParaRPr>
          </a:p>
          <a:p>
            <a:pPr indent="-419100" lvl="0" marL="342900" rtl="0" algn="l">
              <a:lnSpc>
                <a:spcPct val="115000"/>
              </a:lnSpc>
              <a:spcBef>
                <a:spcPts val="0"/>
              </a:spcBef>
              <a:spcAft>
                <a:spcPts val="0"/>
              </a:spcAft>
              <a:buClr>
                <a:srgbClr val="000000"/>
              </a:buClr>
              <a:buSzPts val="3000"/>
              <a:buFont typeface="Noto Sans Symbols"/>
              <a:buChar char="●"/>
            </a:pPr>
            <a:r>
              <a:rPr b="1" lang="en-US" sz="3000">
                <a:solidFill>
                  <a:srgbClr val="000000"/>
                </a:solidFill>
              </a:rPr>
              <a:t>Nguyên lý tổng quát: </a:t>
            </a:r>
            <a:r>
              <a:rPr lang="en-US" sz="3000">
                <a:solidFill>
                  <a:srgbClr val="000000"/>
                </a:solidFill>
              </a:rPr>
              <a:t>nếu đem xếp nhiều hơn n đối tượng vào k cái hộp, thì luôn tìm được một cái hộp chứa không ít hơn n/k  đối tượng.</a:t>
            </a:r>
            <a:endParaRPr sz="3000">
              <a:solidFill>
                <a:srgbClr val="000000"/>
              </a:solidFill>
            </a:endParaRPr>
          </a:p>
          <a:p>
            <a:pPr indent="0" lvl="0" marL="742950" marR="0" rtl="0" algn="l">
              <a:lnSpc>
                <a:spcPct val="115000"/>
              </a:lnSpc>
              <a:spcBef>
                <a:spcPts val="0"/>
              </a:spcBef>
              <a:spcAft>
                <a:spcPts val="0"/>
              </a:spcAft>
              <a:buNone/>
            </a:pPr>
            <a:r>
              <a:t/>
            </a:r>
            <a:endParaRPr sz="2400">
              <a:solidFill>
                <a:srgbClr val="0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g1180483e876_0_270"/>
          <p:cNvSpPr txBox="1"/>
          <p:nvPr>
            <p:ph type="title"/>
          </p:nvPr>
        </p:nvSpPr>
        <p:spPr>
          <a:xfrm>
            <a:off x="425200" y="1001022"/>
            <a:ext cx="7850100" cy="661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Nguyên lý Dirichlet</a:t>
            </a:r>
            <a:endParaRPr/>
          </a:p>
        </p:txBody>
      </p:sp>
      <p:sp>
        <p:nvSpPr>
          <p:cNvPr id="266" name="Google Shape;266;g1180483e876_0_270"/>
          <p:cNvSpPr txBox="1"/>
          <p:nvPr>
            <p:ph idx="1" type="body"/>
          </p:nvPr>
        </p:nvSpPr>
        <p:spPr>
          <a:xfrm>
            <a:off x="512675" y="1837775"/>
            <a:ext cx="8322600" cy="4356300"/>
          </a:xfrm>
          <a:prstGeom prst="rect">
            <a:avLst/>
          </a:prstGeom>
        </p:spPr>
        <p:txBody>
          <a:bodyPr anchorCtr="0" anchor="t" bIns="45700" lIns="91425" spcFirstLastPara="1" rIns="91425" wrap="square" tIns="45700">
            <a:noAutofit/>
          </a:bodyPr>
          <a:lstStyle/>
          <a:p>
            <a:pPr indent="0" lvl="0" marL="0" marR="0" rtl="0" algn="l">
              <a:lnSpc>
                <a:spcPct val="115000"/>
              </a:lnSpc>
              <a:spcBef>
                <a:spcPts val="0"/>
              </a:spcBef>
              <a:spcAft>
                <a:spcPts val="0"/>
              </a:spcAft>
              <a:buNone/>
            </a:pPr>
            <a:r>
              <a:t/>
            </a:r>
            <a:endParaRPr sz="2400">
              <a:solidFill>
                <a:srgbClr val="000000"/>
              </a:solidFill>
            </a:endParaRPr>
          </a:p>
        </p:txBody>
      </p:sp>
      <p:grpSp>
        <p:nvGrpSpPr>
          <p:cNvPr id="267" name="Google Shape;267;g1180483e876_0_270"/>
          <p:cNvGrpSpPr/>
          <p:nvPr/>
        </p:nvGrpSpPr>
        <p:grpSpPr>
          <a:xfrm>
            <a:off x="685804" y="1719910"/>
            <a:ext cx="8061899" cy="4946264"/>
            <a:chOff x="685800" y="1719942"/>
            <a:chExt cx="7924800" cy="4680859"/>
          </a:xfrm>
        </p:grpSpPr>
        <p:pic>
          <p:nvPicPr>
            <p:cNvPr id="268" name="Google Shape;268;g1180483e876_0_270"/>
            <p:cNvPicPr preferRelativeResize="0"/>
            <p:nvPr/>
          </p:nvPicPr>
          <p:blipFill rotWithShape="1">
            <a:blip r:embed="rId3">
              <a:alphaModFix/>
            </a:blip>
            <a:srcRect b="0" l="0" r="0" t="0"/>
            <a:stretch/>
          </p:blipFill>
          <p:spPr>
            <a:xfrm>
              <a:off x="685800" y="1752601"/>
              <a:ext cx="3810000" cy="4648200"/>
            </a:xfrm>
            <a:prstGeom prst="rect">
              <a:avLst/>
            </a:prstGeom>
            <a:noFill/>
            <a:ln>
              <a:noFill/>
            </a:ln>
          </p:spPr>
        </p:pic>
        <p:pic>
          <p:nvPicPr>
            <p:cNvPr id="269" name="Google Shape;269;g1180483e876_0_270"/>
            <p:cNvPicPr preferRelativeResize="0"/>
            <p:nvPr/>
          </p:nvPicPr>
          <p:blipFill rotWithShape="1">
            <a:blip r:embed="rId4">
              <a:alphaModFix/>
            </a:blip>
            <a:srcRect b="0" l="0" r="0" t="0"/>
            <a:stretch/>
          </p:blipFill>
          <p:spPr>
            <a:xfrm>
              <a:off x="4724400" y="1719942"/>
              <a:ext cx="3886200" cy="4528457"/>
            </a:xfrm>
            <a:prstGeom prst="rect">
              <a:avLst/>
            </a:prstGeom>
            <a:noFill/>
            <a:ln>
              <a:noFill/>
            </a:ln>
          </p:spPr>
        </p:pic>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g1180483e876_0_280"/>
          <p:cNvSpPr txBox="1"/>
          <p:nvPr>
            <p:ph type="title"/>
          </p:nvPr>
        </p:nvSpPr>
        <p:spPr>
          <a:xfrm>
            <a:off x="425200" y="1001023"/>
            <a:ext cx="7850100" cy="7491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Bài tập ứng dụng</a:t>
            </a:r>
            <a:endParaRPr/>
          </a:p>
        </p:txBody>
      </p:sp>
      <p:sp>
        <p:nvSpPr>
          <p:cNvPr id="276" name="Google Shape;276;g1180483e876_0_280"/>
          <p:cNvSpPr txBox="1"/>
          <p:nvPr>
            <p:ph idx="1" type="body"/>
          </p:nvPr>
        </p:nvSpPr>
        <p:spPr>
          <a:xfrm>
            <a:off x="569550" y="1936501"/>
            <a:ext cx="7848600" cy="1371600"/>
          </a:xfrm>
          <a:prstGeom prst="rect">
            <a:avLst/>
          </a:prstGeom>
          <a:solidFill>
            <a:srgbClr val="92D050"/>
          </a:solidFill>
          <a:ln>
            <a:noFill/>
          </a:ln>
        </p:spPr>
        <p:txBody>
          <a:bodyPr anchorCtr="0" anchor="t" bIns="45700" lIns="91425" spcFirstLastPara="1" rIns="91425" wrap="square" tIns="45700">
            <a:noAutofit/>
          </a:bodyPr>
          <a:lstStyle/>
          <a:p>
            <a:pPr indent="0" lvl="0" marL="0" rtl="0" algn="l">
              <a:spcBef>
                <a:spcPts val="0"/>
              </a:spcBef>
              <a:spcAft>
                <a:spcPts val="0"/>
              </a:spcAft>
              <a:buClr>
                <a:srgbClr val="002060"/>
              </a:buClr>
              <a:buSzPts val="3200"/>
              <a:buNone/>
            </a:pPr>
            <a:r>
              <a:rPr lang="en-US" sz="3100">
                <a:solidFill>
                  <a:srgbClr val="002060"/>
                </a:solidFill>
              </a:rPr>
              <a:t>Chứng minh tồn tại số có dạng </a:t>
            </a:r>
            <a:endParaRPr sz="3100"/>
          </a:p>
          <a:p>
            <a:pPr indent="0" lvl="0" marL="0" rtl="0" algn="l">
              <a:spcBef>
                <a:spcPts val="640"/>
              </a:spcBef>
              <a:spcAft>
                <a:spcPts val="0"/>
              </a:spcAft>
              <a:buClr>
                <a:srgbClr val="002060"/>
              </a:buClr>
              <a:buSzPts val="3200"/>
              <a:buNone/>
            </a:pPr>
            <a:r>
              <a:rPr b="1" lang="en-US" sz="3100">
                <a:solidFill>
                  <a:srgbClr val="002060"/>
                </a:solidFill>
              </a:rPr>
              <a:t>20032003…2003200300…0</a:t>
            </a:r>
            <a:r>
              <a:rPr lang="en-US" sz="3100">
                <a:solidFill>
                  <a:srgbClr val="002060"/>
                </a:solidFill>
              </a:rPr>
              <a:t> chia hết 2002</a:t>
            </a:r>
            <a:endParaRPr sz="3100"/>
          </a:p>
          <a:p>
            <a:pPr indent="0" lvl="0" marL="0" rtl="0" algn="l">
              <a:spcBef>
                <a:spcPts val="640"/>
              </a:spcBef>
              <a:spcAft>
                <a:spcPts val="0"/>
              </a:spcAft>
              <a:buClr>
                <a:schemeClr val="dk1"/>
              </a:buClr>
              <a:buSzPts val="3200"/>
              <a:buNone/>
            </a:pPr>
            <a:r>
              <a:t/>
            </a:r>
            <a:endParaRPr>
              <a:solidFill>
                <a:srgbClr val="002060"/>
              </a:solidFill>
            </a:endParaRPr>
          </a:p>
          <a:p>
            <a:pPr indent="-107950" lvl="1" marL="742950" rtl="0" algn="l">
              <a:spcBef>
                <a:spcPts val="560"/>
              </a:spcBef>
              <a:spcAft>
                <a:spcPts val="0"/>
              </a:spcAft>
              <a:buClr>
                <a:schemeClr val="dk1"/>
              </a:buClr>
              <a:buSzPts val="2800"/>
              <a:buFont typeface="Noto Sans Symbols"/>
              <a:buNone/>
            </a:pPr>
            <a:r>
              <a:t/>
            </a:r>
            <a:endParaRPr>
              <a:solidFill>
                <a:srgbClr val="002060"/>
              </a:solidFill>
            </a:endParaRPr>
          </a:p>
        </p:txBody>
      </p:sp>
      <p:sp>
        <p:nvSpPr>
          <p:cNvPr id="277" name="Google Shape;277;g1180483e876_0_280"/>
          <p:cNvSpPr txBox="1"/>
          <p:nvPr/>
        </p:nvSpPr>
        <p:spPr>
          <a:xfrm>
            <a:off x="2362200" y="4371400"/>
            <a:ext cx="6781800" cy="831000"/>
          </a:xfrm>
          <a:prstGeom prst="rect">
            <a:avLst/>
          </a:prstGeom>
          <a:blipFill rotWithShape="1">
            <a:blip r:embed="rId3">
              <a:alphaModFix/>
            </a:blip>
            <a:stretch>
              <a:fillRect b="-15438" l="-1169" r="0" t="-587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1180483e876_0_297"/>
          <p:cNvSpPr txBox="1"/>
          <p:nvPr>
            <p:ph type="title"/>
          </p:nvPr>
        </p:nvSpPr>
        <p:spPr>
          <a:xfrm>
            <a:off x="425200" y="1001023"/>
            <a:ext cx="7850100" cy="7491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Bài tập ứng dụng</a:t>
            </a:r>
            <a:endParaRPr/>
          </a:p>
        </p:txBody>
      </p:sp>
      <p:sp>
        <p:nvSpPr>
          <p:cNvPr id="284" name="Google Shape;284;g1180483e876_0_297"/>
          <p:cNvSpPr txBox="1"/>
          <p:nvPr/>
        </p:nvSpPr>
        <p:spPr>
          <a:xfrm>
            <a:off x="717275" y="1924425"/>
            <a:ext cx="8275200" cy="1908600"/>
          </a:xfrm>
          <a:prstGeom prst="rect">
            <a:avLst/>
          </a:prstGeom>
          <a:noFill/>
          <a:ln>
            <a:noFill/>
          </a:ln>
        </p:spPr>
        <p:txBody>
          <a:bodyPr anchorCtr="0" anchor="t" bIns="91425" lIns="91425" spcFirstLastPara="1" rIns="91425" wrap="square" tIns="91425">
            <a:spAutoFit/>
          </a:bodyPr>
          <a:lstStyle/>
          <a:p>
            <a:pPr indent="0" lvl="1" marL="0" rtl="0" algn="just">
              <a:spcBef>
                <a:spcPts val="0"/>
              </a:spcBef>
              <a:spcAft>
                <a:spcPts val="0"/>
              </a:spcAft>
              <a:buNone/>
            </a:pPr>
            <a:r>
              <a:rPr lang="en-US" sz="2800">
                <a:solidFill>
                  <a:srgbClr val="002060"/>
                </a:solidFill>
                <a:latin typeface="Times New Roman"/>
                <a:ea typeface="Times New Roman"/>
                <a:cs typeface="Times New Roman"/>
                <a:sym typeface="Times New Roman"/>
              </a:rPr>
              <a:t>Trong một tháng gồm 30 ngày, một đội bóng chuyền chơi ít nhất mỗi ngày một trận, nhưng không chơi quá 45 trận. CMR có một  giai đoạn gồm một số ngày liên tiếp trong tháng, đội bóng phải chơi tất cả 14 trận.</a:t>
            </a:r>
            <a:endParaRPr/>
          </a:p>
        </p:txBody>
      </p:sp>
      <p:sp>
        <p:nvSpPr>
          <p:cNvPr id="285" name="Google Shape;285;g1180483e876_0_297"/>
          <p:cNvSpPr txBox="1"/>
          <p:nvPr/>
        </p:nvSpPr>
        <p:spPr>
          <a:xfrm>
            <a:off x="3201275" y="4412750"/>
            <a:ext cx="5791200" cy="523200"/>
          </a:xfrm>
          <a:prstGeom prst="rect">
            <a:avLst/>
          </a:prstGeom>
          <a:blipFill rotWithShape="1">
            <a:blip r:embed="rId3">
              <a:alphaModFix/>
            </a:blip>
            <a:stretch>
              <a:fillRect b="-31388" l="0" r="0" t="-1278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g1180483e876_0_302"/>
          <p:cNvSpPr txBox="1"/>
          <p:nvPr>
            <p:ph type="title"/>
          </p:nvPr>
        </p:nvSpPr>
        <p:spPr>
          <a:xfrm>
            <a:off x="425200" y="1001023"/>
            <a:ext cx="7850100" cy="7491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Bài tập ứng dụng</a:t>
            </a:r>
            <a:endParaRPr/>
          </a:p>
        </p:txBody>
      </p:sp>
      <p:pic>
        <p:nvPicPr>
          <p:cNvPr id="292" name="Google Shape;292;g1180483e876_0_302"/>
          <p:cNvPicPr preferRelativeResize="0"/>
          <p:nvPr/>
        </p:nvPicPr>
        <p:blipFill>
          <a:blip r:embed="rId3">
            <a:alphaModFix/>
          </a:blip>
          <a:stretch>
            <a:fillRect/>
          </a:stretch>
        </p:blipFill>
        <p:spPr>
          <a:xfrm>
            <a:off x="1028700" y="2147448"/>
            <a:ext cx="7086600" cy="11239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g1180483e876_0_316"/>
          <p:cNvSpPr txBox="1"/>
          <p:nvPr>
            <p:ph type="title"/>
          </p:nvPr>
        </p:nvSpPr>
        <p:spPr>
          <a:xfrm>
            <a:off x="425200" y="1001023"/>
            <a:ext cx="7850100" cy="7491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Bài tập ứng dụng</a:t>
            </a:r>
            <a:endParaRPr/>
          </a:p>
        </p:txBody>
      </p:sp>
      <p:sp>
        <p:nvSpPr>
          <p:cNvPr id="299" name="Google Shape;299;g1180483e876_0_316"/>
          <p:cNvSpPr txBox="1"/>
          <p:nvPr/>
        </p:nvSpPr>
        <p:spPr>
          <a:xfrm>
            <a:off x="571500" y="1750125"/>
            <a:ext cx="8001000" cy="1154700"/>
          </a:xfrm>
          <a:prstGeom prst="rect">
            <a:avLst/>
          </a:prstGeom>
          <a:solidFill>
            <a:srgbClr val="92D05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2060"/>
              </a:buClr>
              <a:buSzPts val="2800"/>
              <a:buFont typeface="Arial"/>
              <a:buNone/>
            </a:pPr>
            <a:r>
              <a:t/>
            </a:r>
            <a:endParaRPr/>
          </a:p>
          <a:p>
            <a:pPr indent="-285750" lvl="1" marL="742950" marR="0" rtl="0" algn="l">
              <a:spcBef>
                <a:spcPts val="480"/>
              </a:spcBef>
              <a:spcAft>
                <a:spcPts val="0"/>
              </a:spcAft>
              <a:buClr>
                <a:srgbClr val="002060"/>
              </a:buClr>
              <a:buSzPts val="2400"/>
              <a:buFont typeface="Noto Sans Symbols"/>
              <a:buChar char="▪"/>
            </a:pPr>
            <a:r>
              <a:rPr b="0" i="0" lang="en-US" sz="2400" u="none" cap="none" strike="noStrike">
                <a:solidFill>
                  <a:srgbClr val="002060"/>
                </a:solidFill>
                <a:latin typeface="Times New Roman"/>
                <a:ea typeface="Times New Roman"/>
                <a:cs typeface="Times New Roman"/>
                <a:sym typeface="Times New Roman"/>
              </a:rPr>
              <a:t>5x5 ô vuông, ô (i,j)  = 1||-1||0</a:t>
            </a:r>
            <a:endParaRPr/>
          </a:p>
          <a:p>
            <a:pPr indent="-285750" lvl="1" marL="742950" marR="0" rtl="0" algn="l">
              <a:spcBef>
                <a:spcPts val="480"/>
              </a:spcBef>
              <a:spcAft>
                <a:spcPts val="0"/>
              </a:spcAft>
              <a:buClr>
                <a:srgbClr val="002060"/>
              </a:buClr>
              <a:buSzPts val="2400"/>
              <a:buFont typeface="Noto Sans Symbols"/>
              <a:buChar char="▪"/>
            </a:pPr>
            <a:r>
              <a:rPr b="0" i="0" lang="en-US" sz="2400" u="none" cap="none" strike="noStrike">
                <a:solidFill>
                  <a:srgbClr val="002060"/>
                </a:solidFill>
                <a:latin typeface="Times New Roman"/>
                <a:ea typeface="Times New Roman"/>
                <a:cs typeface="Times New Roman"/>
                <a:sym typeface="Times New Roman"/>
              </a:rPr>
              <a:t>CM: tồn tại S</a:t>
            </a:r>
            <a:r>
              <a:rPr b="0" baseline="-25000" i="0" lang="en-US" sz="2400" u="none" cap="none" strike="noStrike">
                <a:solidFill>
                  <a:srgbClr val="002060"/>
                </a:solidFill>
                <a:latin typeface="Times New Roman"/>
                <a:ea typeface="Times New Roman"/>
                <a:cs typeface="Times New Roman"/>
                <a:sym typeface="Times New Roman"/>
              </a:rPr>
              <a:t>i</a:t>
            </a:r>
            <a:r>
              <a:rPr b="0" i="0" lang="en-US" sz="2400" u="none" cap="none" strike="noStrike">
                <a:solidFill>
                  <a:srgbClr val="002060"/>
                </a:solidFill>
                <a:latin typeface="Times New Roman"/>
                <a:ea typeface="Times New Roman"/>
                <a:cs typeface="Times New Roman"/>
                <a:sym typeface="Times New Roman"/>
              </a:rPr>
              <a:t> = S</a:t>
            </a:r>
            <a:r>
              <a:rPr b="0" baseline="-25000" i="0" lang="en-US" sz="2400" u="none" cap="none" strike="noStrike">
                <a:solidFill>
                  <a:srgbClr val="002060"/>
                </a:solidFill>
                <a:latin typeface="Times New Roman"/>
                <a:ea typeface="Times New Roman"/>
                <a:cs typeface="Times New Roman"/>
                <a:sym typeface="Times New Roman"/>
              </a:rPr>
              <a:t>j</a:t>
            </a:r>
            <a:endParaRPr b="0" i="0" sz="2800" u="none" cap="none" strike="noStrike">
              <a:solidFill>
                <a:schemeClr val="dk1"/>
              </a:solidFill>
              <a:latin typeface="Times New Roman"/>
              <a:ea typeface="Times New Roman"/>
              <a:cs typeface="Times New Roman"/>
              <a:sym typeface="Times New Roman"/>
            </a:endParaRPr>
          </a:p>
        </p:txBody>
      </p:sp>
      <p:graphicFrame>
        <p:nvGraphicFramePr>
          <p:cNvPr id="300" name="Google Shape;300;g1180483e876_0_316"/>
          <p:cNvGraphicFramePr/>
          <p:nvPr/>
        </p:nvGraphicFramePr>
        <p:xfrm>
          <a:off x="2057400" y="3139362"/>
          <a:ext cx="3000000" cy="3000000"/>
        </p:xfrm>
        <a:graphic>
          <a:graphicData uri="http://schemas.openxmlformats.org/drawingml/2006/table">
            <a:tbl>
              <a:tblPr bandRow="1" firstRow="1">
                <a:noFill/>
                <a:tableStyleId>{5A9A14DB-4E49-4F70-93F4-B7DB222A2C28}</a:tableStyleId>
              </a:tblPr>
              <a:tblGrid>
                <a:gridCol w="1101100"/>
                <a:gridCol w="1101100"/>
                <a:gridCol w="1101100"/>
                <a:gridCol w="1101100"/>
                <a:gridCol w="777250"/>
              </a:tblGrid>
              <a:tr h="731525">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31525">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31525">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31525">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31525">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cxnSp>
        <p:nvCxnSpPr>
          <p:cNvPr id="301" name="Google Shape;301;g1180483e876_0_316"/>
          <p:cNvCxnSpPr/>
          <p:nvPr/>
        </p:nvCxnSpPr>
        <p:spPr>
          <a:xfrm flipH="1">
            <a:off x="2133600" y="3139362"/>
            <a:ext cx="5105400" cy="3581400"/>
          </a:xfrm>
          <a:prstGeom prst="straightConnector1">
            <a:avLst/>
          </a:prstGeom>
          <a:noFill/>
          <a:ln cap="flat" cmpd="sng" w="9525">
            <a:solidFill>
              <a:srgbClr val="FF0000"/>
            </a:solidFill>
            <a:prstDash val="solid"/>
            <a:round/>
            <a:headEnd len="sm" w="sm" type="none"/>
            <a:tailEnd len="med" w="med" type="stealth"/>
          </a:ln>
        </p:spPr>
      </p:cxnSp>
      <p:cxnSp>
        <p:nvCxnSpPr>
          <p:cNvPr id="302" name="Google Shape;302;g1180483e876_0_316"/>
          <p:cNvCxnSpPr/>
          <p:nvPr/>
        </p:nvCxnSpPr>
        <p:spPr>
          <a:xfrm>
            <a:off x="2133600" y="3139362"/>
            <a:ext cx="4953000" cy="3581400"/>
          </a:xfrm>
          <a:prstGeom prst="straightConnector1">
            <a:avLst/>
          </a:prstGeom>
          <a:noFill/>
          <a:ln cap="flat" cmpd="sng" w="9525">
            <a:solidFill>
              <a:srgbClr val="FF0000"/>
            </a:solidFill>
            <a:prstDash val="solid"/>
            <a:round/>
            <a:headEnd len="sm" w="sm" type="none"/>
            <a:tailEnd len="med" w="med" type="stealth"/>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1180483e876_0_291"/>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Bài tập</a:t>
            </a:r>
            <a:endParaRPr/>
          </a:p>
        </p:txBody>
      </p:sp>
      <p:sp>
        <p:nvSpPr>
          <p:cNvPr id="309" name="Google Shape;309;g1180483e876_0_291"/>
          <p:cNvSpPr txBox="1"/>
          <p:nvPr>
            <p:ph idx="1" type="body"/>
          </p:nvPr>
        </p:nvSpPr>
        <p:spPr>
          <a:xfrm>
            <a:off x="425196" y="2185417"/>
            <a:ext cx="7770000" cy="39681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t/>
            </a:r>
            <a:endParaRPr/>
          </a:p>
        </p:txBody>
      </p:sp>
      <p:sp>
        <p:nvSpPr>
          <p:cNvPr id="310" name="Google Shape;310;g1180483e876_0_291"/>
          <p:cNvSpPr/>
          <p:nvPr/>
        </p:nvSpPr>
        <p:spPr>
          <a:xfrm>
            <a:off x="557125" y="2293775"/>
            <a:ext cx="7848600" cy="954000"/>
          </a:xfrm>
          <a:prstGeom prst="rect">
            <a:avLst/>
          </a:prstGeom>
          <a:solidFill>
            <a:srgbClr val="92D0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1. Chọn 5 số từ tập X = {1,2,…,8}. Chứng minh tồn tại ít nhất một cặp số có tổng bằng 9</a:t>
            </a:r>
            <a:endParaRPr/>
          </a:p>
        </p:txBody>
      </p:sp>
      <p:sp>
        <p:nvSpPr>
          <p:cNvPr id="311" name="Google Shape;311;g1180483e876_0_291"/>
          <p:cNvSpPr/>
          <p:nvPr/>
        </p:nvSpPr>
        <p:spPr>
          <a:xfrm>
            <a:off x="583276" y="3564091"/>
            <a:ext cx="7848600" cy="954000"/>
          </a:xfrm>
          <a:prstGeom prst="rect">
            <a:avLst/>
          </a:prstGeom>
          <a:solidFill>
            <a:srgbClr val="92D0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2. Chứng tỏ 10 người bất kỳ tồn tại hai người có tổng tuổi chia hết cho 16 hoặc hiệu tuổi chia hết cho 16.</a:t>
            </a:r>
            <a:endParaRPr/>
          </a:p>
        </p:txBody>
      </p:sp>
      <p:sp>
        <p:nvSpPr>
          <p:cNvPr id="312" name="Google Shape;312;g1180483e876_0_291"/>
          <p:cNvSpPr/>
          <p:nvPr/>
        </p:nvSpPr>
        <p:spPr>
          <a:xfrm>
            <a:off x="586047" y="4975398"/>
            <a:ext cx="7848600" cy="954000"/>
          </a:xfrm>
          <a:prstGeom prst="rect">
            <a:avLst/>
          </a:prstGeom>
          <a:solidFill>
            <a:srgbClr val="92D0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3. Chứng tỏ 7 số nguyên bất kỳ tồn tại hai số nguyên x,y: x+ y chia hết cho 10 hoặc x-y chia hết cho 10</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g1180483e876_0_335"/>
          <p:cNvSpPr txBox="1"/>
          <p:nvPr>
            <p:ph type="title"/>
          </p:nvPr>
        </p:nvSpPr>
        <p:spPr>
          <a:xfrm>
            <a:off x="425196" y="1001018"/>
            <a:ext cx="7850100" cy="1089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Bài tập</a:t>
            </a:r>
            <a:endParaRPr/>
          </a:p>
        </p:txBody>
      </p:sp>
      <p:sp>
        <p:nvSpPr>
          <p:cNvPr id="319" name="Google Shape;319;g1180483e876_0_335"/>
          <p:cNvSpPr/>
          <p:nvPr/>
        </p:nvSpPr>
        <p:spPr>
          <a:xfrm>
            <a:off x="542725" y="2521050"/>
            <a:ext cx="7848600" cy="1815900"/>
          </a:xfrm>
          <a:prstGeom prst="rect">
            <a:avLst/>
          </a:prstGeom>
          <a:solidFill>
            <a:srgbClr val="92D0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4. Cho 33 con chim đậu vào một mảnh đất hình vuông có diện tích 16m2. Chứng minh rằng luôn tồn tại 3 con chim đậu  vào mảnh đất hình tròn có đường kính </a:t>
            </a:r>
            <a:r>
              <a:rPr lang="en-US" sz="2800">
                <a:solidFill>
                  <a:schemeClr val="dk1"/>
                </a:solidFill>
                <a:latin typeface="Times New Roman"/>
                <a:ea typeface="Times New Roman"/>
                <a:cs typeface="Times New Roman"/>
                <a:sym typeface="Times New Roman"/>
              </a:rPr>
              <a:t>sqrt(2)</a:t>
            </a:r>
            <a:r>
              <a:rPr lang="en-US" sz="2800">
                <a:solidFill>
                  <a:schemeClr val="dk1"/>
                </a:solidFill>
                <a:latin typeface="Times New Roman"/>
                <a:ea typeface="Times New Roman"/>
                <a:cs typeface="Times New Roman"/>
                <a:sym typeface="Times New Roman"/>
              </a:rPr>
              <a:t>m.</a:t>
            </a:r>
            <a:endParaRPr sz="2800">
              <a:solidFill>
                <a:schemeClr val="dk1"/>
              </a:solidFill>
              <a:latin typeface="Times New Roman"/>
              <a:ea typeface="Times New Roman"/>
              <a:cs typeface="Times New Roman"/>
              <a:sym typeface="Times New Roman"/>
            </a:endParaRPr>
          </a:p>
        </p:txBody>
      </p:sp>
      <p:sp>
        <p:nvSpPr>
          <p:cNvPr id="320" name="Google Shape;320;g1180483e876_0_335"/>
          <p:cNvSpPr/>
          <p:nvPr/>
        </p:nvSpPr>
        <p:spPr>
          <a:xfrm>
            <a:off x="542726" y="4767382"/>
            <a:ext cx="7848600" cy="1815900"/>
          </a:xfrm>
          <a:prstGeom prst="rect">
            <a:avLst/>
          </a:prstGeom>
          <a:solidFill>
            <a:srgbClr val="92D0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5. Một nhóm gồm 6 người, cứ lấy một cặp bất kỳ, thì hai người này hoặc là bạn hoặc là thù. Chứng minh rằng sẽ có các bộ ba hoặc là bạn của nhau hoặc là thù của nhau.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5"/>
          <p:cNvSpPr txBox="1"/>
          <p:nvPr>
            <p:ph type="title"/>
          </p:nvPr>
        </p:nvSpPr>
        <p:spPr>
          <a:xfrm>
            <a:off x="457200" y="381000"/>
            <a:ext cx="8229600" cy="685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327" name="Google Shape;327;p25"/>
          <p:cNvSpPr txBox="1"/>
          <p:nvPr>
            <p:ph idx="1" type="body"/>
          </p:nvPr>
        </p:nvSpPr>
        <p:spPr>
          <a:xfrm>
            <a:off x="533400" y="5334000"/>
            <a:ext cx="8229600" cy="10207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Char char="•"/>
            </a:pPr>
            <a:r>
              <a:rPr lang="en-US"/>
              <a:t>WHAT NEXT? </a:t>
            </a:r>
            <a:endParaRPr/>
          </a:p>
          <a:p>
            <a:pPr indent="-342900" lvl="0" marL="342900" rtl="0" algn="l">
              <a:spcBef>
                <a:spcPts val="640"/>
              </a:spcBef>
              <a:spcAft>
                <a:spcPts val="0"/>
              </a:spcAft>
              <a:buClr>
                <a:schemeClr val="dk1"/>
              </a:buClr>
              <a:buSzPts val="3200"/>
              <a:buNone/>
            </a:pPr>
            <a:r>
              <a:rPr lang="en-US"/>
              <a:t>                          </a:t>
            </a:r>
            <a:endParaRPr/>
          </a:p>
        </p:txBody>
      </p:sp>
      <p:pic>
        <p:nvPicPr>
          <p:cNvPr id="328" name="Google Shape;328;p25"/>
          <p:cNvPicPr preferRelativeResize="0"/>
          <p:nvPr/>
        </p:nvPicPr>
        <p:blipFill rotWithShape="1">
          <a:blip r:embed="rId3">
            <a:alphaModFix/>
          </a:blip>
          <a:srcRect b="0" l="0" r="0" t="0"/>
          <a:stretch/>
        </p:blipFill>
        <p:spPr>
          <a:xfrm>
            <a:off x="1143000" y="1638300"/>
            <a:ext cx="6858000" cy="3581400"/>
          </a:xfrm>
          <a:prstGeom prst="rect">
            <a:avLst/>
          </a:prstGeom>
          <a:noFill/>
          <a:ln cap="flat" cmpd="sng" w="9525">
            <a:solidFill>
              <a:srgbClr val="FF0000"/>
            </a:solidFill>
            <a:prstDash val="solid"/>
            <a:miter lim="800000"/>
            <a:headEnd len="sm" w="sm" type="none"/>
            <a:tailEnd len="sm" w="sm" type="none"/>
          </a:ln>
        </p:spPr>
      </p:pic>
      <p:sp>
        <p:nvSpPr>
          <p:cNvPr id="329" name="Google Shape;329;p25"/>
          <p:cNvSpPr txBox="1"/>
          <p:nvPr/>
        </p:nvSpPr>
        <p:spPr>
          <a:xfrm>
            <a:off x="2438400" y="4419600"/>
            <a:ext cx="4876800" cy="52387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rgbClr val="FF0000"/>
                </a:solidFill>
                <a:latin typeface="Times New Roman"/>
                <a:ea typeface="Times New Roman"/>
                <a:cs typeface="Times New Roman"/>
                <a:sym typeface="Times New Roman"/>
              </a:rPr>
              <a:t>THAT’S ALL; 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heme1">
  <a:themeElements>
    <a:clrScheme name="Grayscale">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UB Brand Colors">
      <a:dk1>
        <a:srgbClr val="666666"/>
      </a:dk1>
      <a:lt1>
        <a:srgbClr val="FFFFFF"/>
      </a:lt1>
      <a:dk2>
        <a:srgbClr val="005BBB"/>
      </a:dk2>
      <a:lt2>
        <a:srgbClr val="FFFFFF"/>
      </a:lt2>
      <a:accent1>
        <a:srgbClr val="005BBB"/>
      </a:accent1>
      <a:accent2>
        <a:srgbClr val="41B6E6"/>
      </a:accent2>
      <a:accent3>
        <a:srgbClr val="E56D54"/>
      </a:accent3>
      <a:accent4>
        <a:srgbClr val="666666"/>
      </a:accent4>
      <a:accent5>
        <a:srgbClr val="007681"/>
      </a:accent5>
      <a:accent6>
        <a:srgbClr val="003E51"/>
      </a:accent6>
      <a:hlink>
        <a:srgbClr val="005BBB"/>
      </a:hlink>
      <a:folHlink>
        <a:srgbClr val="D86A4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2012-10-08T15:07:14Z</dcterms:created>
  <dc:creator>mc</dc:creator>
</cp:coreProperties>
</file>